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diagrams/layout9.xml" ContentType="application/vnd.openxmlformats-officedocument.drawingml.diagram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notesSlides/notesSlide31.xml" ContentType="application/vnd.openxmlformats-officedocument.presentationml.notesSlide+xml"/>
  <Override PartName="/ppt/diagrams/quickStyle12.xml" ContentType="application/vnd.openxmlformats-officedocument.drawingml.diagramStyl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notesSlides/notesSlide37.xml" ContentType="application/vnd.openxmlformats-officedocument.presentationml.notesSlide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44"/>
  </p:notesMasterIdLst>
  <p:sldIdLst>
    <p:sldId id="296" r:id="rId2"/>
    <p:sldId id="352" r:id="rId3"/>
    <p:sldId id="357" r:id="rId4"/>
    <p:sldId id="362" r:id="rId5"/>
    <p:sldId id="306" r:id="rId6"/>
    <p:sldId id="358" r:id="rId7"/>
    <p:sldId id="308" r:id="rId8"/>
    <p:sldId id="299" r:id="rId9"/>
    <p:sldId id="300" r:id="rId10"/>
    <p:sldId id="353" r:id="rId11"/>
    <p:sldId id="302" r:id="rId12"/>
    <p:sldId id="354" r:id="rId13"/>
    <p:sldId id="310" r:id="rId14"/>
    <p:sldId id="355" r:id="rId15"/>
    <p:sldId id="313" r:id="rId16"/>
    <p:sldId id="314" r:id="rId17"/>
    <p:sldId id="315" r:id="rId18"/>
    <p:sldId id="317" r:id="rId19"/>
    <p:sldId id="318" r:id="rId20"/>
    <p:sldId id="359" r:id="rId21"/>
    <p:sldId id="322" r:id="rId22"/>
    <p:sldId id="360" r:id="rId23"/>
    <p:sldId id="323" r:id="rId24"/>
    <p:sldId id="327" r:id="rId25"/>
    <p:sldId id="328" r:id="rId26"/>
    <p:sldId id="329" r:id="rId27"/>
    <p:sldId id="325" r:id="rId28"/>
    <p:sldId id="361" r:id="rId29"/>
    <p:sldId id="330" r:id="rId30"/>
    <p:sldId id="332" r:id="rId31"/>
    <p:sldId id="333" r:id="rId32"/>
    <p:sldId id="335" r:id="rId33"/>
    <p:sldId id="336" r:id="rId34"/>
    <p:sldId id="338" r:id="rId35"/>
    <p:sldId id="340" r:id="rId36"/>
    <p:sldId id="339" r:id="rId37"/>
    <p:sldId id="343" r:id="rId38"/>
    <p:sldId id="344" r:id="rId39"/>
    <p:sldId id="347" r:id="rId40"/>
    <p:sldId id="348" r:id="rId41"/>
    <p:sldId id="346" r:id="rId42"/>
    <p:sldId id="351" r:id="rId43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9D"/>
    <a:srgbClr val="FF8100"/>
    <a:srgbClr val="FBFFFF"/>
    <a:srgbClr val="72CFF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1" autoAdjust="0"/>
    <p:restoredTop sz="94649" autoAdjust="0"/>
  </p:normalViewPr>
  <p:slideViewPr>
    <p:cSldViewPr>
      <p:cViewPr>
        <p:scale>
          <a:sx n="75" d="100"/>
          <a:sy n="75" d="100"/>
        </p:scale>
        <p:origin x="-1134" y="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068024-99F6-4A2E-9D0A-CE3FDE5A60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1F087E16-902D-47F9-A72C-F44C3DC93073}" type="pres">
      <dgm:prSet presAssocID="{BE068024-99F6-4A2E-9D0A-CE3FDE5A60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VE"/>
        </a:p>
      </dgm:t>
    </dgm:pt>
  </dgm:ptLst>
  <dgm:cxnLst>
    <dgm:cxn modelId="{FF0E24AF-8B09-4B82-A408-F5C256E653DF}" type="presOf" srcId="{BE068024-99F6-4A2E-9D0A-CE3FDE5A603C}" destId="{1F087E16-902D-47F9-A72C-F44C3DC930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5A210C-A09E-4B64-B878-8A667118AF60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772FEC01-8AC4-41A0-AAA4-79E9A14E11A2}">
      <dgm:prSet phldrT="[Texto]" custT="1"/>
      <dgm:spPr/>
      <dgm:t>
        <a:bodyPr/>
        <a:lstStyle/>
        <a:p>
          <a:pPr algn="l"/>
          <a:r>
            <a:rPr lang="es-VE" sz="2400" dirty="0">
              <a:solidFill>
                <a:schemeClr val="bg1"/>
              </a:solidFill>
              <a:latin typeface="Lucida Sans Unicode" pitchFamily="34" charset="0"/>
            </a:rPr>
            <a:t>Falsedad de los datos aportados</a:t>
          </a:r>
          <a:endParaRPr lang="es-VE" sz="2400" dirty="0">
            <a:solidFill>
              <a:schemeClr val="bg1"/>
            </a:solidFill>
          </a:endParaRPr>
        </a:p>
      </dgm:t>
    </dgm:pt>
    <dgm:pt modelId="{8C31BB42-5024-4806-B26E-398B3B068A0F}" type="parTrans" cxnId="{DCCAE54B-61EE-4D94-B953-79960C592DD5}">
      <dgm:prSet/>
      <dgm:spPr/>
      <dgm:t>
        <a:bodyPr/>
        <a:lstStyle/>
        <a:p>
          <a:endParaRPr lang="es-VE"/>
        </a:p>
      </dgm:t>
    </dgm:pt>
    <dgm:pt modelId="{9374D70E-079D-40E9-8F9E-D6E7D2DE5E46}" type="sibTrans" cxnId="{DCCAE54B-61EE-4D94-B953-79960C592DD5}">
      <dgm:prSet/>
      <dgm:spPr/>
      <dgm:t>
        <a:bodyPr/>
        <a:lstStyle/>
        <a:p>
          <a:endParaRPr lang="es-VE"/>
        </a:p>
      </dgm:t>
    </dgm:pt>
    <dgm:pt modelId="{DE5A778A-102C-435F-B8CF-6F215637E031}" type="pres">
      <dgm:prSet presAssocID="{B05A210C-A09E-4B64-B878-8A667118AF60}" presName="Name0" presStyleCnt="0">
        <dgm:presLayoutVars>
          <dgm:dir/>
          <dgm:animLvl val="lvl"/>
          <dgm:resizeHandles val="exact"/>
        </dgm:presLayoutVars>
      </dgm:prSet>
      <dgm:spPr/>
    </dgm:pt>
    <dgm:pt modelId="{F119EC9D-8661-4AA4-9B4C-D5611CC267AF}" type="pres">
      <dgm:prSet presAssocID="{B05A210C-A09E-4B64-B878-8A667118AF60}" presName="dummy" presStyleCnt="0"/>
      <dgm:spPr/>
    </dgm:pt>
    <dgm:pt modelId="{F8DAFADA-0353-42BE-B839-59D53C8C7315}" type="pres">
      <dgm:prSet presAssocID="{B05A210C-A09E-4B64-B878-8A667118AF60}" presName="linH" presStyleCnt="0"/>
      <dgm:spPr/>
    </dgm:pt>
    <dgm:pt modelId="{2F27E5EC-DCBB-41E9-AE4A-0E3A12466CBB}" type="pres">
      <dgm:prSet presAssocID="{B05A210C-A09E-4B64-B878-8A667118AF60}" presName="padding1" presStyleCnt="0"/>
      <dgm:spPr/>
    </dgm:pt>
    <dgm:pt modelId="{8423D81A-549E-439A-BEA4-D38D5253F695}" type="pres">
      <dgm:prSet presAssocID="{772FEC01-8AC4-41A0-AAA4-79E9A14E11A2}" presName="linV" presStyleCnt="0"/>
      <dgm:spPr/>
    </dgm:pt>
    <dgm:pt modelId="{ECB46637-C161-49C6-95D1-019514634CD4}" type="pres">
      <dgm:prSet presAssocID="{772FEC01-8AC4-41A0-AAA4-79E9A14E11A2}" presName="spVertical1" presStyleCnt="0"/>
      <dgm:spPr/>
    </dgm:pt>
    <dgm:pt modelId="{5CC698DA-09A3-4D04-B856-6D9AC65D8196}" type="pres">
      <dgm:prSet presAssocID="{772FEC01-8AC4-41A0-AAA4-79E9A14E11A2}" presName="parTx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4AA0EAA8-5B17-4B30-9947-0396679EF5D1}" type="pres">
      <dgm:prSet presAssocID="{772FEC01-8AC4-41A0-AAA4-79E9A14E11A2}" presName="spVertical2" presStyleCnt="0"/>
      <dgm:spPr/>
    </dgm:pt>
    <dgm:pt modelId="{890536B7-C00C-4941-9B2C-4EE21F746528}" type="pres">
      <dgm:prSet presAssocID="{772FEC01-8AC4-41A0-AAA4-79E9A14E11A2}" presName="spVertical3" presStyleCnt="0"/>
      <dgm:spPr/>
    </dgm:pt>
    <dgm:pt modelId="{2FD890B0-3284-40FA-8E90-17EA5D6CD7E9}" type="pres">
      <dgm:prSet presAssocID="{B05A210C-A09E-4B64-B878-8A667118AF60}" presName="padding2" presStyleCnt="0"/>
      <dgm:spPr/>
    </dgm:pt>
    <dgm:pt modelId="{26A12D4E-064E-4066-9149-9D57A8722267}" type="pres">
      <dgm:prSet presAssocID="{B05A210C-A09E-4B64-B878-8A667118AF60}" presName="negArrow" presStyleCnt="0"/>
      <dgm:spPr/>
    </dgm:pt>
    <dgm:pt modelId="{8CE4225B-B870-45FD-9E19-B607A54CE1A0}" type="pres">
      <dgm:prSet presAssocID="{B05A210C-A09E-4B64-B878-8A667118AF60}" presName="backgroundArrow" presStyleLbl="node1" presStyleIdx="0" presStyleCnt="1" custLinFactNeighborX="8820" custLinFactNeighborY="-3800"/>
      <dgm:spPr>
        <a:solidFill>
          <a:srgbClr val="005B9D"/>
        </a:solidFill>
        <a:ln w="25400">
          <a:solidFill>
            <a:srgbClr val="FBFFFF"/>
          </a:solidFill>
        </a:ln>
      </dgm:spPr>
    </dgm:pt>
  </dgm:ptLst>
  <dgm:cxnLst>
    <dgm:cxn modelId="{5974A00A-ECE3-43C4-856D-CDACDCBBEC3E}" type="presOf" srcId="{B05A210C-A09E-4B64-B878-8A667118AF60}" destId="{DE5A778A-102C-435F-B8CF-6F215637E031}" srcOrd="0" destOrd="0" presId="urn:microsoft.com/office/officeart/2005/8/layout/hProcess3"/>
    <dgm:cxn modelId="{909FA696-9836-4010-9760-D1AF512571A3}" type="presOf" srcId="{772FEC01-8AC4-41A0-AAA4-79E9A14E11A2}" destId="{5CC698DA-09A3-4D04-B856-6D9AC65D8196}" srcOrd="0" destOrd="0" presId="urn:microsoft.com/office/officeart/2005/8/layout/hProcess3"/>
    <dgm:cxn modelId="{DCCAE54B-61EE-4D94-B953-79960C592DD5}" srcId="{B05A210C-A09E-4B64-B878-8A667118AF60}" destId="{772FEC01-8AC4-41A0-AAA4-79E9A14E11A2}" srcOrd="0" destOrd="0" parTransId="{8C31BB42-5024-4806-B26E-398B3B068A0F}" sibTransId="{9374D70E-079D-40E9-8F9E-D6E7D2DE5E46}"/>
    <dgm:cxn modelId="{86EBE9A2-838D-4F49-93D0-C5CC1B38F2B1}" type="presParOf" srcId="{DE5A778A-102C-435F-B8CF-6F215637E031}" destId="{F119EC9D-8661-4AA4-9B4C-D5611CC267AF}" srcOrd="0" destOrd="0" presId="urn:microsoft.com/office/officeart/2005/8/layout/hProcess3"/>
    <dgm:cxn modelId="{82AD07B9-3FF8-486D-BE23-3E013CD1B7BC}" type="presParOf" srcId="{DE5A778A-102C-435F-B8CF-6F215637E031}" destId="{F8DAFADA-0353-42BE-B839-59D53C8C7315}" srcOrd="1" destOrd="0" presId="urn:microsoft.com/office/officeart/2005/8/layout/hProcess3"/>
    <dgm:cxn modelId="{9F5ECA1D-E262-40AF-9DC9-A30167086B63}" type="presParOf" srcId="{F8DAFADA-0353-42BE-B839-59D53C8C7315}" destId="{2F27E5EC-DCBB-41E9-AE4A-0E3A12466CBB}" srcOrd="0" destOrd="0" presId="urn:microsoft.com/office/officeart/2005/8/layout/hProcess3"/>
    <dgm:cxn modelId="{70056889-6D33-4EF6-8E64-615F2B3E9C3B}" type="presParOf" srcId="{F8DAFADA-0353-42BE-B839-59D53C8C7315}" destId="{8423D81A-549E-439A-BEA4-D38D5253F695}" srcOrd="1" destOrd="0" presId="urn:microsoft.com/office/officeart/2005/8/layout/hProcess3"/>
    <dgm:cxn modelId="{D8318C76-6F33-4BD6-9368-6E342CF7F98A}" type="presParOf" srcId="{8423D81A-549E-439A-BEA4-D38D5253F695}" destId="{ECB46637-C161-49C6-95D1-019514634CD4}" srcOrd="0" destOrd="0" presId="urn:microsoft.com/office/officeart/2005/8/layout/hProcess3"/>
    <dgm:cxn modelId="{B8ED87BF-409B-46C3-BC7E-E242707930BF}" type="presParOf" srcId="{8423D81A-549E-439A-BEA4-D38D5253F695}" destId="{5CC698DA-09A3-4D04-B856-6D9AC65D8196}" srcOrd="1" destOrd="0" presId="urn:microsoft.com/office/officeart/2005/8/layout/hProcess3"/>
    <dgm:cxn modelId="{78E89EC4-DBAA-440A-981E-34BC6E3B07DB}" type="presParOf" srcId="{8423D81A-549E-439A-BEA4-D38D5253F695}" destId="{4AA0EAA8-5B17-4B30-9947-0396679EF5D1}" srcOrd="2" destOrd="0" presId="urn:microsoft.com/office/officeart/2005/8/layout/hProcess3"/>
    <dgm:cxn modelId="{B451B47C-6155-4AD6-A25F-E0A6AEA2DEAA}" type="presParOf" srcId="{8423D81A-549E-439A-BEA4-D38D5253F695}" destId="{890536B7-C00C-4941-9B2C-4EE21F746528}" srcOrd="3" destOrd="0" presId="urn:microsoft.com/office/officeart/2005/8/layout/hProcess3"/>
    <dgm:cxn modelId="{12CD03CA-BD52-4E28-9187-C0911C3ABAC6}" type="presParOf" srcId="{F8DAFADA-0353-42BE-B839-59D53C8C7315}" destId="{2FD890B0-3284-40FA-8E90-17EA5D6CD7E9}" srcOrd="2" destOrd="0" presId="urn:microsoft.com/office/officeart/2005/8/layout/hProcess3"/>
    <dgm:cxn modelId="{35CAADDC-FB9A-4D43-8D6E-F8417B8BF09E}" type="presParOf" srcId="{F8DAFADA-0353-42BE-B839-59D53C8C7315}" destId="{26A12D4E-064E-4066-9149-9D57A8722267}" srcOrd="3" destOrd="0" presId="urn:microsoft.com/office/officeart/2005/8/layout/hProcess3"/>
    <dgm:cxn modelId="{98F9E89D-B23D-45F5-AA17-A588928C80C3}" type="presParOf" srcId="{F8DAFADA-0353-42BE-B839-59D53C8C7315}" destId="{8CE4225B-B870-45FD-9E19-B607A54CE1A0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3ADFB5-00E4-914A-8E5B-DF53A87E0E7A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1C88C5B-24A3-274E-BAE3-12647410A37C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2400" b="1" dirty="0">
              <a:solidFill>
                <a:srgbClr val="FBFFFF"/>
              </a:solidFill>
              <a:cs typeface="Arial" charset="0"/>
            </a:rPr>
            <a:t>CONOCIMIENTO DEL CLIENTE DE SU CLIENTE</a:t>
          </a:r>
          <a:endParaRPr lang="es-MX" sz="2400" dirty="0">
            <a:solidFill>
              <a:srgbClr val="FBFFFF"/>
            </a:solidFill>
          </a:endParaRPr>
        </a:p>
      </dgm:t>
    </dgm:pt>
    <dgm:pt modelId="{4AE5D07D-4DB5-5F49-BD9B-652BA2719678}" type="parTrans" cxnId="{C71612BE-6CCD-2B4D-A80B-2382C293A7BB}">
      <dgm:prSet/>
      <dgm:spPr/>
      <dgm:t>
        <a:bodyPr/>
        <a:lstStyle/>
        <a:p>
          <a:endParaRPr lang="es-MX"/>
        </a:p>
      </dgm:t>
    </dgm:pt>
    <dgm:pt modelId="{14C9690B-1CEF-1647-998D-F2EEBF6C8963}" type="sibTrans" cxnId="{C71612BE-6CCD-2B4D-A80B-2382C293A7BB}">
      <dgm:prSet/>
      <dgm:spPr/>
      <dgm:t>
        <a:bodyPr/>
        <a:lstStyle/>
        <a:p>
          <a:endParaRPr lang="es-MX"/>
        </a:p>
      </dgm:t>
    </dgm:pt>
    <dgm:pt modelId="{1150A2E8-A08F-BD4C-9E02-C8D740F4B917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dirty="0"/>
            <a:t>SISTEMA DE ADMINISTRACION DE  RIESGOS LC/FT/FPADM</a:t>
          </a:r>
          <a:endParaRPr lang="es-MX" sz="1800" dirty="0"/>
        </a:p>
      </dgm:t>
    </dgm:pt>
    <dgm:pt modelId="{AB56BAA9-E22B-1A47-B89B-B902E5DF09F7}" type="parTrans" cxnId="{E298A8C7-FAB2-2546-90F5-BDB9049A9EB2}">
      <dgm:prSet/>
      <dgm:spPr/>
      <dgm:t>
        <a:bodyPr/>
        <a:lstStyle/>
        <a:p>
          <a:endParaRPr lang="es-MX"/>
        </a:p>
      </dgm:t>
    </dgm:pt>
    <dgm:pt modelId="{CC4628B9-BE4B-BA45-AEE5-79D49C2FC424}" type="sibTrans" cxnId="{E298A8C7-FAB2-2546-90F5-BDB9049A9EB2}">
      <dgm:prSet/>
      <dgm:spPr/>
      <dgm:t>
        <a:bodyPr/>
        <a:lstStyle/>
        <a:p>
          <a:endParaRPr lang="es-MX"/>
        </a:p>
      </dgm:t>
    </dgm:pt>
    <dgm:pt modelId="{F128DCC2-0C37-1848-A295-B8E4F11CA0BD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pPr>
            <a:buFont typeface="Arial" pitchFamily="34" charset="0"/>
            <a:buChar char="•"/>
          </a:pPr>
          <a:r>
            <a:rPr lang="es-VE" sz="1800" dirty="0"/>
            <a:t>PRESENCIA FISICA EN EL PAIS </a:t>
          </a:r>
        </a:p>
        <a:p>
          <a:pPr>
            <a:buFont typeface="Arial" pitchFamily="34" charset="0"/>
            <a:buChar char="•"/>
          </a:pPr>
          <a:r>
            <a:rPr lang="es-VE" sz="1800" dirty="0"/>
            <a:t>AUTORIZACION PARA OPERAR</a:t>
          </a:r>
        </a:p>
        <a:p>
          <a:pPr>
            <a:buFont typeface="Arial" pitchFamily="34" charset="0"/>
            <a:buChar char="•"/>
          </a:pPr>
          <a:r>
            <a:rPr lang="es-VE" sz="1800" dirty="0"/>
            <a:t>DETERM INAR LA IDENTIDAD DE LOS ACCIONISTAS</a:t>
          </a:r>
          <a:endParaRPr lang="es-MX" sz="1800" dirty="0"/>
        </a:p>
      </dgm:t>
    </dgm:pt>
    <dgm:pt modelId="{1644B93C-E9CB-0448-953D-D9AB19D0477A}" type="parTrans" cxnId="{765A2ED9-4F69-C142-AE63-6DEDF508CEB5}">
      <dgm:prSet/>
      <dgm:spPr/>
      <dgm:t>
        <a:bodyPr/>
        <a:lstStyle/>
        <a:p>
          <a:endParaRPr lang="es-MX"/>
        </a:p>
      </dgm:t>
    </dgm:pt>
    <dgm:pt modelId="{40227D96-BCF9-EA41-93E3-C7D47AF31C38}" type="sibTrans" cxnId="{765A2ED9-4F69-C142-AE63-6DEDF508CEB5}">
      <dgm:prSet/>
      <dgm:spPr/>
      <dgm:t>
        <a:bodyPr/>
        <a:lstStyle/>
        <a:p>
          <a:endParaRPr lang="es-MX"/>
        </a:p>
      </dgm:t>
    </dgm:pt>
    <dgm:pt modelId="{BFFB288C-89C1-0649-A113-BC7510CF65AA}">
      <dgm:prSet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dirty="0"/>
            <a:t>SUJETOS OBLIGADOS</a:t>
          </a:r>
        </a:p>
      </dgm:t>
    </dgm:pt>
    <dgm:pt modelId="{6241AFB3-C1FA-EC4E-B684-59B97F78AF1E}" type="parTrans" cxnId="{DD2D07A8-F6B7-8B49-BB97-B354B9E47B07}">
      <dgm:prSet/>
      <dgm:spPr/>
      <dgm:t>
        <a:bodyPr/>
        <a:lstStyle/>
        <a:p>
          <a:endParaRPr lang="es-MX"/>
        </a:p>
      </dgm:t>
    </dgm:pt>
    <dgm:pt modelId="{FB36F356-FDED-D140-ADE8-A0774F48CE97}" type="sibTrans" cxnId="{DD2D07A8-F6B7-8B49-BB97-B354B9E47B07}">
      <dgm:prSet/>
      <dgm:spPr/>
      <dgm:t>
        <a:bodyPr/>
        <a:lstStyle/>
        <a:p>
          <a:endParaRPr lang="es-MX"/>
        </a:p>
      </dgm:t>
    </dgm:pt>
    <dgm:pt modelId="{8F5DFF49-CBFD-C542-978C-E598126D78CA}" type="pres">
      <dgm:prSet presAssocID="{873ADFB5-00E4-914A-8E5B-DF53A87E0E7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VE"/>
        </a:p>
      </dgm:t>
    </dgm:pt>
    <dgm:pt modelId="{A7D0BCDF-34E6-C248-B603-4C899515A4EC}" type="pres">
      <dgm:prSet presAssocID="{61C88C5B-24A3-274E-BAE3-12647410A37C}" presName="hierRoot1" presStyleCnt="0">
        <dgm:presLayoutVars>
          <dgm:hierBranch val="init"/>
        </dgm:presLayoutVars>
      </dgm:prSet>
      <dgm:spPr/>
    </dgm:pt>
    <dgm:pt modelId="{54D3E291-15A3-5D41-AA55-3F4DB95EA5CF}" type="pres">
      <dgm:prSet presAssocID="{61C88C5B-24A3-274E-BAE3-12647410A37C}" presName="rootComposite1" presStyleCnt="0"/>
      <dgm:spPr/>
    </dgm:pt>
    <dgm:pt modelId="{BE5A8E2B-32DA-EE4F-8BF3-B8C538D7C10E}" type="pres">
      <dgm:prSet presAssocID="{61C88C5B-24A3-274E-BAE3-12647410A37C}" presName="rootText1" presStyleLbl="node0" presStyleIdx="0" presStyleCnt="1" custScaleX="295611">
        <dgm:presLayoutVars>
          <dgm:chPref val="3"/>
        </dgm:presLayoutVars>
      </dgm:prSet>
      <dgm:spPr/>
      <dgm:t>
        <a:bodyPr/>
        <a:lstStyle/>
        <a:p>
          <a:endParaRPr lang="es-VE"/>
        </a:p>
      </dgm:t>
    </dgm:pt>
    <dgm:pt modelId="{F3409A73-B360-8446-81E0-DC13E721825B}" type="pres">
      <dgm:prSet presAssocID="{61C88C5B-24A3-274E-BAE3-12647410A37C}" presName="rootConnector1" presStyleLbl="node1" presStyleIdx="0" presStyleCnt="0"/>
      <dgm:spPr/>
      <dgm:t>
        <a:bodyPr/>
        <a:lstStyle/>
        <a:p>
          <a:endParaRPr lang="es-VE"/>
        </a:p>
      </dgm:t>
    </dgm:pt>
    <dgm:pt modelId="{E8814E55-952B-0E4B-BC2B-95521E5ACA3A}" type="pres">
      <dgm:prSet presAssocID="{61C88C5B-24A3-274E-BAE3-12647410A37C}" presName="hierChild2" presStyleCnt="0"/>
      <dgm:spPr/>
    </dgm:pt>
    <dgm:pt modelId="{7243B4C5-8620-7746-9D59-CF805623D16F}" type="pres">
      <dgm:prSet presAssocID="{6241AFB3-C1FA-EC4E-B684-59B97F78AF1E}" presName="Name37" presStyleLbl="parChTrans1D2" presStyleIdx="0" presStyleCnt="3"/>
      <dgm:spPr/>
      <dgm:t>
        <a:bodyPr/>
        <a:lstStyle/>
        <a:p>
          <a:endParaRPr lang="es-VE"/>
        </a:p>
      </dgm:t>
    </dgm:pt>
    <dgm:pt modelId="{F7FE81B3-13E3-E84E-AECE-1E9CFB579B2E}" type="pres">
      <dgm:prSet presAssocID="{BFFB288C-89C1-0649-A113-BC7510CF65AA}" presName="hierRoot2" presStyleCnt="0">
        <dgm:presLayoutVars>
          <dgm:hierBranch val="init"/>
        </dgm:presLayoutVars>
      </dgm:prSet>
      <dgm:spPr/>
    </dgm:pt>
    <dgm:pt modelId="{3A70ECA8-8068-CB49-9353-BCFD3CA913FF}" type="pres">
      <dgm:prSet presAssocID="{BFFB288C-89C1-0649-A113-BC7510CF65AA}" presName="rootComposite" presStyleCnt="0"/>
      <dgm:spPr/>
    </dgm:pt>
    <dgm:pt modelId="{8AC89979-5885-D841-8659-3EA08095288F}" type="pres">
      <dgm:prSet presAssocID="{BFFB288C-89C1-0649-A113-BC7510CF65AA}" presName="rootText" presStyleLbl="node2" presStyleIdx="0" presStyleCnt="3" custLinFactNeighborX="-107" custLinFactNeighborY="40120">
        <dgm:presLayoutVars>
          <dgm:chPref val="3"/>
        </dgm:presLayoutVars>
      </dgm:prSet>
      <dgm:spPr/>
      <dgm:t>
        <a:bodyPr/>
        <a:lstStyle/>
        <a:p>
          <a:endParaRPr lang="es-VE"/>
        </a:p>
      </dgm:t>
    </dgm:pt>
    <dgm:pt modelId="{A8183AF2-8345-E641-843A-F1C66856138E}" type="pres">
      <dgm:prSet presAssocID="{BFFB288C-89C1-0649-A113-BC7510CF65AA}" presName="rootConnector" presStyleLbl="node2" presStyleIdx="0" presStyleCnt="3"/>
      <dgm:spPr/>
      <dgm:t>
        <a:bodyPr/>
        <a:lstStyle/>
        <a:p>
          <a:endParaRPr lang="es-VE"/>
        </a:p>
      </dgm:t>
    </dgm:pt>
    <dgm:pt modelId="{C20A98F5-BB2D-4845-9E41-9F43532D7668}" type="pres">
      <dgm:prSet presAssocID="{BFFB288C-89C1-0649-A113-BC7510CF65AA}" presName="hierChild4" presStyleCnt="0"/>
      <dgm:spPr/>
    </dgm:pt>
    <dgm:pt modelId="{E0D5149A-4E40-8B42-AAC1-738E6EEB5E0E}" type="pres">
      <dgm:prSet presAssocID="{BFFB288C-89C1-0649-A113-BC7510CF65AA}" presName="hierChild5" presStyleCnt="0"/>
      <dgm:spPr/>
    </dgm:pt>
    <dgm:pt modelId="{3C0308E2-961C-554F-B496-513BFF933D00}" type="pres">
      <dgm:prSet presAssocID="{AB56BAA9-E22B-1A47-B89B-B902E5DF09F7}" presName="Name37" presStyleLbl="parChTrans1D2" presStyleIdx="1" presStyleCnt="3"/>
      <dgm:spPr/>
      <dgm:t>
        <a:bodyPr/>
        <a:lstStyle/>
        <a:p>
          <a:endParaRPr lang="es-VE"/>
        </a:p>
      </dgm:t>
    </dgm:pt>
    <dgm:pt modelId="{FC50FD86-9A2D-4943-BCC2-5F269AE81255}" type="pres">
      <dgm:prSet presAssocID="{1150A2E8-A08F-BD4C-9E02-C8D740F4B917}" presName="hierRoot2" presStyleCnt="0">
        <dgm:presLayoutVars>
          <dgm:hierBranch val="init"/>
        </dgm:presLayoutVars>
      </dgm:prSet>
      <dgm:spPr/>
    </dgm:pt>
    <dgm:pt modelId="{ADE37350-0441-6445-8C55-731462ADA32D}" type="pres">
      <dgm:prSet presAssocID="{1150A2E8-A08F-BD4C-9E02-C8D740F4B917}" presName="rootComposite" presStyleCnt="0"/>
      <dgm:spPr/>
    </dgm:pt>
    <dgm:pt modelId="{3CD6E4A6-2D10-F345-B16D-554F0B68D841}" type="pres">
      <dgm:prSet presAssocID="{1150A2E8-A08F-BD4C-9E02-C8D740F4B917}" presName="rootText" presStyleLbl="node2" presStyleIdx="1" presStyleCnt="3" custLinFactNeighborX="-647" custLinFactNeighborY="86043">
        <dgm:presLayoutVars>
          <dgm:chPref val="3"/>
        </dgm:presLayoutVars>
      </dgm:prSet>
      <dgm:spPr/>
      <dgm:t>
        <a:bodyPr/>
        <a:lstStyle/>
        <a:p>
          <a:endParaRPr lang="es-VE"/>
        </a:p>
      </dgm:t>
    </dgm:pt>
    <dgm:pt modelId="{D2F56A0B-28A7-0F4C-A3F9-02F2D5A07929}" type="pres">
      <dgm:prSet presAssocID="{1150A2E8-A08F-BD4C-9E02-C8D740F4B917}" presName="rootConnector" presStyleLbl="node2" presStyleIdx="1" presStyleCnt="3"/>
      <dgm:spPr/>
      <dgm:t>
        <a:bodyPr/>
        <a:lstStyle/>
        <a:p>
          <a:endParaRPr lang="es-VE"/>
        </a:p>
      </dgm:t>
    </dgm:pt>
    <dgm:pt modelId="{68687046-1F0C-B74F-AD45-F2A662400F7C}" type="pres">
      <dgm:prSet presAssocID="{1150A2E8-A08F-BD4C-9E02-C8D740F4B917}" presName="hierChild4" presStyleCnt="0"/>
      <dgm:spPr/>
    </dgm:pt>
    <dgm:pt modelId="{ECDDB1B7-BB6C-D74D-94FC-321F3F2AE84A}" type="pres">
      <dgm:prSet presAssocID="{1150A2E8-A08F-BD4C-9E02-C8D740F4B917}" presName="hierChild5" presStyleCnt="0"/>
      <dgm:spPr/>
    </dgm:pt>
    <dgm:pt modelId="{BC09FD3F-2DAB-0F43-874C-AEFA729351D8}" type="pres">
      <dgm:prSet presAssocID="{1644B93C-E9CB-0448-953D-D9AB19D0477A}" presName="Name37" presStyleLbl="parChTrans1D2" presStyleIdx="2" presStyleCnt="3"/>
      <dgm:spPr/>
      <dgm:t>
        <a:bodyPr/>
        <a:lstStyle/>
        <a:p>
          <a:endParaRPr lang="es-VE"/>
        </a:p>
      </dgm:t>
    </dgm:pt>
    <dgm:pt modelId="{0A6C8353-6B63-9C43-9551-55632E8AAD96}" type="pres">
      <dgm:prSet presAssocID="{F128DCC2-0C37-1848-A295-B8E4F11CA0BD}" presName="hierRoot2" presStyleCnt="0">
        <dgm:presLayoutVars>
          <dgm:hierBranch val="init"/>
        </dgm:presLayoutVars>
      </dgm:prSet>
      <dgm:spPr/>
    </dgm:pt>
    <dgm:pt modelId="{AB8EF13C-7B20-0A48-BA78-EBCF31BAEE25}" type="pres">
      <dgm:prSet presAssocID="{F128DCC2-0C37-1848-A295-B8E4F11CA0BD}" presName="rootComposite" presStyleCnt="0"/>
      <dgm:spPr/>
    </dgm:pt>
    <dgm:pt modelId="{7C54D86F-4CB8-7240-B3C1-9CE561CD6CD4}" type="pres">
      <dgm:prSet presAssocID="{F128DCC2-0C37-1848-A295-B8E4F11CA0BD}" presName="rootText" presStyleLbl="node2" presStyleIdx="2" presStyleCnt="3" custScaleX="131850" custScaleY="239126">
        <dgm:presLayoutVars>
          <dgm:chPref val="3"/>
        </dgm:presLayoutVars>
      </dgm:prSet>
      <dgm:spPr/>
      <dgm:t>
        <a:bodyPr/>
        <a:lstStyle/>
        <a:p>
          <a:endParaRPr lang="es-VE"/>
        </a:p>
      </dgm:t>
    </dgm:pt>
    <dgm:pt modelId="{2F8072E9-10D6-3542-8825-40240992199C}" type="pres">
      <dgm:prSet presAssocID="{F128DCC2-0C37-1848-A295-B8E4F11CA0BD}" presName="rootConnector" presStyleLbl="node2" presStyleIdx="2" presStyleCnt="3"/>
      <dgm:spPr/>
      <dgm:t>
        <a:bodyPr/>
        <a:lstStyle/>
        <a:p>
          <a:endParaRPr lang="es-VE"/>
        </a:p>
      </dgm:t>
    </dgm:pt>
    <dgm:pt modelId="{2CEC2DA8-EC18-B84F-8AAF-F0E66B8DB3AE}" type="pres">
      <dgm:prSet presAssocID="{F128DCC2-0C37-1848-A295-B8E4F11CA0BD}" presName="hierChild4" presStyleCnt="0"/>
      <dgm:spPr/>
    </dgm:pt>
    <dgm:pt modelId="{486E21B3-297F-E34A-A59A-1E5626350E7D}" type="pres">
      <dgm:prSet presAssocID="{F128DCC2-0C37-1848-A295-B8E4F11CA0BD}" presName="hierChild5" presStyleCnt="0"/>
      <dgm:spPr/>
    </dgm:pt>
    <dgm:pt modelId="{D75614A4-B95E-564D-938D-F54CBB0CEFDC}" type="pres">
      <dgm:prSet presAssocID="{61C88C5B-24A3-274E-BAE3-12647410A37C}" presName="hierChild3" presStyleCnt="0"/>
      <dgm:spPr/>
    </dgm:pt>
  </dgm:ptLst>
  <dgm:cxnLst>
    <dgm:cxn modelId="{1979C6A5-B8B1-1D4F-BBB2-642CD2476194}" type="presOf" srcId="{BFFB288C-89C1-0649-A113-BC7510CF65AA}" destId="{A8183AF2-8345-E641-843A-F1C66856138E}" srcOrd="1" destOrd="0" presId="urn:microsoft.com/office/officeart/2005/8/layout/orgChart1"/>
    <dgm:cxn modelId="{67E69373-E3DA-6341-9B8A-12AC07B8D924}" type="presOf" srcId="{F128DCC2-0C37-1848-A295-B8E4F11CA0BD}" destId="{7C54D86F-4CB8-7240-B3C1-9CE561CD6CD4}" srcOrd="0" destOrd="0" presId="urn:microsoft.com/office/officeart/2005/8/layout/orgChart1"/>
    <dgm:cxn modelId="{B2170276-9BB0-E042-834F-9A2F25CB7DBA}" type="presOf" srcId="{1644B93C-E9CB-0448-953D-D9AB19D0477A}" destId="{BC09FD3F-2DAB-0F43-874C-AEFA729351D8}" srcOrd="0" destOrd="0" presId="urn:microsoft.com/office/officeart/2005/8/layout/orgChart1"/>
    <dgm:cxn modelId="{77121599-6AED-5045-91CB-A1E0BB3EB62F}" type="presOf" srcId="{61C88C5B-24A3-274E-BAE3-12647410A37C}" destId="{BE5A8E2B-32DA-EE4F-8BF3-B8C538D7C10E}" srcOrd="0" destOrd="0" presId="urn:microsoft.com/office/officeart/2005/8/layout/orgChart1"/>
    <dgm:cxn modelId="{95B23D95-688A-8E49-A489-3CDD1944A208}" type="presOf" srcId="{AB56BAA9-E22B-1A47-B89B-B902E5DF09F7}" destId="{3C0308E2-961C-554F-B496-513BFF933D00}" srcOrd="0" destOrd="0" presId="urn:microsoft.com/office/officeart/2005/8/layout/orgChart1"/>
    <dgm:cxn modelId="{112C11FA-FC7F-2544-9FBD-86700FA84021}" type="presOf" srcId="{1150A2E8-A08F-BD4C-9E02-C8D740F4B917}" destId="{D2F56A0B-28A7-0F4C-A3F9-02F2D5A07929}" srcOrd="1" destOrd="0" presId="urn:microsoft.com/office/officeart/2005/8/layout/orgChart1"/>
    <dgm:cxn modelId="{A7D2A08C-279E-6940-B915-BA9CF4D62BD4}" type="presOf" srcId="{6241AFB3-C1FA-EC4E-B684-59B97F78AF1E}" destId="{7243B4C5-8620-7746-9D59-CF805623D16F}" srcOrd="0" destOrd="0" presId="urn:microsoft.com/office/officeart/2005/8/layout/orgChart1"/>
    <dgm:cxn modelId="{DD2D07A8-F6B7-8B49-BB97-B354B9E47B07}" srcId="{61C88C5B-24A3-274E-BAE3-12647410A37C}" destId="{BFFB288C-89C1-0649-A113-BC7510CF65AA}" srcOrd="0" destOrd="0" parTransId="{6241AFB3-C1FA-EC4E-B684-59B97F78AF1E}" sibTransId="{FB36F356-FDED-D140-ADE8-A0774F48CE97}"/>
    <dgm:cxn modelId="{765A2ED9-4F69-C142-AE63-6DEDF508CEB5}" srcId="{61C88C5B-24A3-274E-BAE3-12647410A37C}" destId="{F128DCC2-0C37-1848-A295-B8E4F11CA0BD}" srcOrd="2" destOrd="0" parTransId="{1644B93C-E9CB-0448-953D-D9AB19D0477A}" sibTransId="{40227D96-BCF9-EA41-93E3-C7D47AF31C38}"/>
    <dgm:cxn modelId="{C71612BE-6CCD-2B4D-A80B-2382C293A7BB}" srcId="{873ADFB5-00E4-914A-8E5B-DF53A87E0E7A}" destId="{61C88C5B-24A3-274E-BAE3-12647410A37C}" srcOrd="0" destOrd="0" parTransId="{4AE5D07D-4DB5-5F49-BD9B-652BA2719678}" sibTransId="{14C9690B-1CEF-1647-998D-F2EEBF6C8963}"/>
    <dgm:cxn modelId="{D4A3FFC1-A976-EB4A-A4A2-C624ACE35DEE}" type="presOf" srcId="{873ADFB5-00E4-914A-8E5B-DF53A87E0E7A}" destId="{8F5DFF49-CBFD-C542-978C-E598126D78CA}" srcOrd="0" destOrd="0" presId="urn:microsoft.com/office/officeart/2005/8/layout/orgChart1"/>
    <dgm:cxn modelId="{957912A1-3AE1-C64E-8569-F79070E63502}" type="presOf" srcId="{61C88C5B-24A3-274E-BAE3-12647410A37C}" destId="{F3409A73-B360-8446-81E0-DC13E721825B}" srcOrd="1" destOrd="0" presId="urn:microsoft.com/office/officeart/2005/8/layout/orgChart1"/>
    <dgm:cxn modelId="{D08B82E4-5540-564F-A6EE-BD9B44D761B9}" type="presOf" srcId="{BFFB288C-89C1-0649-A113-BC7510CF65AA}" destId="{8AC89979-5885-D841-8659-3EA08095288F}" srcOrd="0" destOrd="0" presId="urn:microsoft.com/office/officeart/2005/8/layout/orgChart1"/>
    <dgm:cxn modelId="{ECDAAFCF-7600-6941-AA18-8E2BDEDB517D}" type="presOf" srcId="{F128DCC2-0C37-1848-A295-B8E4F11CA0BD}" destId="{2F8072E9-10D6-3542-8825-40240992199C}" srcOrd="1" destOrd="0" presId="urn:microsoft.com/office/officeart/2005/8/layout/orgChart1"/>
    <dgm:cxn modelId="{E298A8C7-FAB2-2546-90F5-BDB9049A9EB2}" srcId="{61C88C5B-24A3-274E-BAE3-12647410A37C}" destId="{1150A2E8-A08F-BD4C-9E02-C8D740F4B917}" srcOrd="1" destOrd="0" parTransId="{AB56BAA9-E22B-1A47-B89B-B902E5DF09F7}" sibTransId="{CC4628B9-BE4B-BA45-AEE5-79D49C2FC424}"/>
    <dgm:cxn modelId="{6B18A231-A005-7946-9FC8-447D0F00C486}" type="presOf" srcId="{1150A2E8-A08F-BD4C-9E02-C8D740F4B917}" destId="{3CD6E4A6-2D10-F345-B16D-554F0B68D841}" srcOrd="0" destOrd="0" presId="urn:microsoft.com/office/officeart/2005/8/layout/orgChart1"/>
    <dgm:cxn modelId="{EB599CA5-3A90-2B40-B560-56C89B5B5F15}" type="presParOf" srcId="{8F5DFF49-CBFD-C542-978C-E598126D78CA}" destId="{A7D0BCDF-34E6-C248-B603-4C899515A4EC}" srcOrd="0" destOrd="0" presId="urn:microsoft.com/office/officeart/2005/8/layout/orgChart1"/>
    <dgm:cxn modelId="{4A54B697-B647-994F-8633-CD5F9A30A140}" type="presParOf" srcId="{A7D0BCDF-34E6-C248-B603-4C899515A4EC}" destId="{54D3E291-15A3-5D41-AA55-3F4DB95EA5CF}" srcOrd="0" destOrd="0" presId="urn:microsoft.com/office/officeart/2005/8/layout/orgChart1"/>
    <dgm:cxn modelId="{FC5ACEC3-9119-C945-B1C9-FC97BD048800}" type="presParOf" srcId="{54D3E291-15A3-5D41-AA55-3F4DB95EA5CF}" destId="{BE5A8E2B-32DA-EE4F-8BF3-B8C538D7C10E}" srcOrd="0" destOrd="0" presId="urn:microsoft.com/office/officeart/2005/8/layout/orgChart1"/>
    <dgm:cxn modelId="{118B32AA-11E5-5048-8E98-B737E016753D}" type="presParOf" srcId="{54D3E291-15A3-5D41-AA55-3F4DB95EA5CF}" destId="{F3409A73-B360-8446-81E0-DC13E721825B}" srcOrd="1" destOrd="0" presId="urn:microsoft.com/office/officeart/2005/8/layout/orgChart1"/>
    <dgm:cxn modelId="{D36F9991-B15E-014B-A26E-041F7F1CDC98}" type="presParOf" srcId="{A7D0BCDF-34E6-C248-B603-4C899515A4EC}" destId="{E8814E55-952B-0E4B-BC2B-95521E5ACA3A}" srcOrd="1" destOrd="0" presId="urn:microsoft.com/office/officeart/2005/8/layout/orgChart1"/>
    <dgm:cxn modelId="{F5B4BD50-A977-C34E-99EB-D2417A72BCA0}" type="presParOf" srcId="{E8814E55-952B-0E4B-BC2B-95521E5ACA3A}" destId="{7243B4C5-8620-7746-9D59-CF805623D16F}" srcOrd="0" destOrd="0" presId="urn:microsoft.com/office/officeart/2005/8/layout/orgChart1"/>
    <dgm:cxn modelId="{8672E520-D18F-F544-9A11-F2FEF14D032F}" type="presParOf" srcId="{E8814E55-952B-0E4B-BC2B-95521E5ACA3A}" destId="{F7FE81B3-13E3-E84E-AECE-1E9CFB579B2E}" srcOrd="1" destOrd="0" presId="urn:microsoft.com/office/officeart/2005/8/layout/orgChart1"/>
    <dgm:cxn modelId="{4093E899-8999-6444-8E40-AADFCA08E933}" type="presParOf" srcId="{F7FE81B3-13E3-E84E-AECE-1E9CFB579B2E}" destId="{3A70ECA8-8068-CB49-9353-BCFD3CA913FF}" srcOrd="0" destOrd="0" presId="urn:microsoft.com/office/officeart/2005/8/layout/orgChart1"/>
    <dgm:cxn modelId="{7B7A17AE-A251-4342-BBA5-2EC9A12A4093}" type="presParOf" srcId="{3A70ECA8-8068-CB49-9353-BCFD3CA913FF}" destId="{8AC89979-5885-D841-8659-3EA08095288F}" srcOrd="0" destOrd="0" presId="urn:microsoft.com/office/officeart/2005/8/layout/orgChart1"/>
    <dgm:cxn modelId="{7778C8B6-2AAC-D94D-83B2-6FB702E6DB86}" type="presParOf" srcId="{3A70ECA8-8068-CB49-9353-BCFD3CA913FF}" destId="{A8183AF2-8345-E641-843A-F1C66856138E}" srcOrd="1" destOrd="0" presId="urn:microsoft.com/office/officeart/2005/8/layout/orgChart1"/>
    <dgm:cxn modelId="{120685B8-0371-6446-A149-44B9750C40F4}" type="presParOf" srcId="{F7FE81B3-13E3-E84E-AECE-1E9CFB579B2E}" destId="{C20A98F5-BB2D-4845-9E41-9F43532D7668}" srcOrd="1" destOrd="0" presId="urn:microsoft.com/office/officeart/2005/8/layout/orgChart1"/>
    <dgm:cxn modelId="{E2950E2A-0C7B-7348-BD10-113881408523}" type="presParOf" srcId="{F7FE81B3-13E3-E84E-AECE-1E9CFB579B2E}" destId="{E0D5149A-4E40-8B42-AAC1-738E6EEB5E0E}" srcOrd="2" destOrd="0" presId="urn:microsoft.com/office/officeart/2005/8/layout/orgChart1"/>
    <dgm:cxn modelId="{81846E75-C2FB-EC43-B99B-AEE6B263A275}" type="presParOf" srcId="{E8814E55-952B-0E4B-BC2B-95521E5ACA3A}" destId="{3C0308E2-961C-554F-B496-513BFF933D00}" srcOrd="2" destOrd="0" presId="urn:microsoft.com/office/officeart/2005/8/layout/orgChart1"/>
    <dgm:cxn modelId="{1689831D-925D-5947-B3A8-859998093E39}" type="presParOf" srcId="{E8814E55-952B-0E4B-BC2B-95521E5ACA3A}" destId="{FC50FD86-9A2D-4943-BCC2-5F269AE81255}" srcOrd="3" destOrd="0" presId="urn:microsoft.com/office/officeart/2005/8/layout/orgChart1"/>
    <dgm:cxn modelId="{AEB1D393-9D58-DE4A-88EE-69E3A6FED633}" type="presParOf" srcId="{FC50FD86-9A2D-4943-BCC2-5F269AE81255}" destId="{ADE37350-0441-6445-8C55-731462ADA32D}" srcOrd="0" destOrd="0" presId="urn:microsoft.com/office/officeart/2005/8/layout/orgChart1"/>
    <dgm:cxn modelId="{F34645A3-9E93-724D-81DB-FC7FD127DD05}" type="presParOf" srcId="{ADE37350-0441-6445-8C55-731462ADA32D}" destId="{3CD6E4A6-2D10-F345-B16D-554F0B68D841}" srcOrd="0" destOrd="0" presId="urn:microsoft.com/office/officeart/2005/8/layout/orgChart1"/>
    <dgm:cxn modelId="{F4FC16A1-4C4C-6C4C-B530-C3552B8A3F41}" type="presParOf" srcId="{ADE37350-0441-6445-8C55-731462ADA32D}" destId="{D2F56A0B-28A7-0F4C-A3F9-02F2D5A07929}" srcOrd="1" destOrd="0" presId="urn:microsoft.com/office/officeart/2005/8/layout/orgChart1"/>
    <dgm:cxn modelId="{700212DF-829F-3A40-BF07-F1C9640FDB80}" type="presParOf" srcId="{FC50FD86-9A2D-4943-BCC2-5F269AE81255}" destId="{68687046-1F0C-B74F-AD45-F2A662400F7C}" srcOrd="1" destOrd="0" presId="urn:microsoft.com/office/officeart/2005/8/layout/orgChart1"/>
    <dgm:cxn modelId="{FA7A7630-8AE1-0647-9C5F-18FFFE52EDB4}" type="presParOf" srcId="{FC50FD86-9A2D-4943-BCC2-5F269AE81255}" destId="{ECDDB1B7-BB6C-D74D-94FC-321F3F2AE84A}" srcOrd="2" destOrd="0" presId="urn:microsoft.com/office/officeart/2005/8/layout/orgChart1"/>
    <dgm:cxn modelId="{5D439287-66E8-0448-816D-F3E43AA9B33D}" type="presParOf" srcId="{E8814E55-952B-0E4B-BC2B-95521E5ACA3A}" destId="{BC09FD3F-2DAB-0F43-874C-AEFA729351D8}" srcOrd="4" destOrd="0" presId="urn:microsoft.com/office/officeart/2005/8/layout/orgChart1"/>
    <dgm:cxn modelId="{B161EAD5-8235-BB47-8129-A622EE0FC753}" type="presParOf" srcId="{E8814E55-952B-0E4B-BC2B-95521E5ACA3A}" destId="{0A6C8353-6B63-9C43-9551-55632E8AAD96}" srcOrd="5" destOrd="0" presId="urn:microsoft.com/office/officeart/2005/8/layout/orgChart1"/>
    <dgm:cxn modelId="{A763BEB1-1162-8D49-B5CD-2B2EFC13B0D0}" type="presParOf" srcId="{0A6C8353-6B63-9C43-9551-55632E8AAD96}" destId="{AB8EF13C-7B20-0A48-BA78-EBCF31BAEE25}" srcOrd="0" destOrd="0" presId="urn:microsoft.com/office/officeart/2005/8/layout/orgChart1"/>
    <dgm:cxn modelId="{975FDE0D-48FC-A94E-B25B-7D1CA71908D4}" type="presParOf" srcId="{AB8EF13C-7B20-0A48-BA78-EBCF31BAEE25}" destId="{7C54D86F-4CB8-7240-B3C1-9CE561CD6CD4}" srcOrd="0" destOrd="0" presId="urn:microsoft.com/office/officeart/2005/8/layout/orgChart1"/>
    <dgm:cxn modelId="{ACF629B0-BD40-8446-9858-86EA73D852B4}" type="presParOf" srcId="{AB8EF13C-7B20-0A48-BA78-EBCF31BAEE25}" destId="{2F8072E9-10D6-3542-8825-40240992199C}" srcOrd="1" destOrd="0" presId="urn:microsoft.com/office/officeart/2005/8/layout/orgChart1"/>
    <dgm:cxn modelId="{64EA20A0-D32A-4D42-AB34-73FEAB981897}" type="presParOf" srcId="{0A6C8353-6B63-9C43-9551-55632E8AAD96}" destId="{2CEC2DA8-EC18-B84F-8AAF-F0E66B8DB3AE}" srcOrd="1" destOrd="0" presId="urn:microsoft.com/office/officeart/2005/8/layout/orgChart1"/>
    <dgm:cxn modelId="{563C7F05-F345-2A4E-AFB3-5E46F5EDDDF8}" type="presParOf" srcId="{0A6C8353-6B63-9C43-9551-55632E8AAD96}" destId="{486E21B3-297F-E34A-A59A-1E5626350E7D}" srcOrd="2" destOrd="0" presId="urn:microsoft.com/office/officeart/2005/8/layout/orgChart1"/>
    <dgm:cxn modelId="{69C404D0-034F-EF47-A3BF-D76C26312FB3}" type="presParOf" srcId="{A7D0BCDF-34E6-C248-B603-4C899515A4EC}" destId="{D75614A4-B95E-564D-938D-F54CBB0CEFD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61329C-6DBC-254E-8D75-2394634E74DB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31B8624-0996-2D4C-8A7B-0848C22370C4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pPr>
            <a:buNone/>
          </a:pPr>
          <a:r>
            <a:rPr lang="es-VE" sz="1600" b="1" dirty="0">
              <a:solidFill>
                <a:schemeClr val="bg1"/>
              </a:solidFill>
            </a:rPr>
            <a:t>   QUÉ ES LA</a:t>
          </a:r>
          <a:r>
            <a:rPr lang="es-VE" sz="1600" dirty="0">
              <a:solidFill>
                <a:schemeClr val="bg1"/>
              </a:solidFill>
            </a:rPr>
            <a:t> </a:t>
          </a:r>
          <a:r>
            <a:rPr lang="es-VE" sz="1600" b="1" dirty="0">
              <a:solidFill>
                <a:schemeClr val="bg1"/>
              </a:solidFill>
            </a:rPr>
            <a:t>DEBIDA   DILIGENCIA</a:t>
          </a:r>
          <a:r>
            <a:rPr lang="es-VE" sz="1600" dirty="0">
              <a:solidFill>
                <a:schemeClr val="bg1"/>
              </a:solidFill>
            </a:rPr>
            <a:t>.  Articulo .- 80</a:t>
          </a:r>
          <a:endParaRPr lang="es-MX" sz="1600" dirty="0">
            <a:solidFill>
              <a:schemeClr val="bg1"/>
            </a:solidFill>
          </a:endParaRPr>
        </a:p>
      </dgm:t>
    </dgm:pt>
    <dgm:pt modelId="{D2AD8C06-55AA-714A-9E01-2F2ECFE922B7}" type="parTrans" cxnId="{C3E5DBE4-59D6-1040-BA12-DB5FFE2C947F}">
      <dgm:prSet/>
      <dgm:spPr/>
      <dgm:t>
        <a:bodyPr/>
        <a:lstStyle/>
        <a:p>
          <a:endParaRPr lang="es-MX"/>
        </a:p>
      </dgm:t>
    </dgm:pt>
    <dgm:pt modelId="{63EF756B-8846-214D-924F-DCE7AD73897E}" type="sibTrans" cxnId="{C3E5DBE4-59D6-1040-BA12-DB5FFE2C947F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9B0B8837-2B9B-514B-BADE-993167A0CD2F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pPr algn="l">
            <a:buFontTx/>
            <a:buChar char="-"/>
          </a:pPr>
          <a:r>
            <a:rPr lang="es-VE" sz="1600" dirty="0">
              <a:solidFill>
                <a:schemeClr val="bg1"/>
              </a:solidFill>
            </a:rPr>
            <a:t>- Conjunto de Acciones.</a:t>
          </a:r>
        </a:p>
        <a:p>
          <a:pPr algn="l">
            <a:buFontTx/>
            <a:buChar char="-"/>
          </a:pPr>
          <a:r>
            <a:rPr lang="es-VE" sz="1600" dirty="0">
              <a:solidFill>
                <a:schemeClr val="bg1"/>
              </a:solidFill>
            </a:rPr>
            <a:t>- Actividades. </a:t>
          </a:r>
        </a:p>
        <a:p>
          <a:pPr algn="l">
            <a:buFontTx/>
            <a:buChar char="-"/>
          </a:pPr>
          <a:r>
            <a:rPr lang="es-VE" sz="1600" dirty="0">
              <a:solidFill>
                <a:schemeClr val="bg1"/>
              </a:solidFill>
            </a:rPr>
            <a:t>- Procedimientos. </a:t>
          </a:r>
        </a:p>
        <a:p>
          <a:pPr algn="l">
            <a:buFontTx/>
            <a:buChar char="-"/>
          </a:pPr>
          <a:r>
            <a:rPr lang="es-VE" sz="1600" dirty="0">
              <a:solidFill>
                <a:schemeClr val="bg1"/>
              </a:solidFill>
            </a:rPr>
            <a:t>- Políticas.</a:t>
          </a:r>
          <a:endParaRPr lang="es-MX" sz="1600" dirty="0">
            <a:solidFill>
              <a:schemeClr val="bg1"/>
            </a:solidFill>
          </a:endParaRPr>
        </a:p>
      </dgm:t>
    </dgm:pt>
    <dgm:pt modelId="{3A029268-73B7-CB47-B78F-DB43B2C13374}" type="parTrans" cxnId="{BE3A201E-9BEE-A34E-812B-8AF6D225AE12}">
      <dgm:prSet/>
      <dgm:spPr/>
      <dgm:t>
        <a:bodyPr/>
        <a:lstStyle/>
        <a:p>
          <a:endParaRPr lang="es-MX"/>
        </a:p>
      </dgm:t>
    </dgm:pt>
    <dgm:pt modelId="{D9CB3B07-DEE5-7741-9AFE-90AA515B58DA}" type="sibTrans" cxnId="{BE3A201E-9BEE-A34E-812B-8AF6D225AE12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EDAB02C5-12AA-FF4E-A535-D6361F90D000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pPr algn="l"/>
          <a:r>
            <a:rPr lang="es-VE" sz="1600" b="0" dirty="0">
              <a:solidFill>
                <a:schemeClr val="bg1"/>
              </a:solidFill>
            </a:rPr>
            <a:t>Para lograr el adecuado conocimiento sobre :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Clientes y relacionados.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Beneficiarios finales y de las actividades que estos realizan. 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 Cliente de su cliente. 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Proveedores.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Reaseguradores o Retrocesionarios. 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Intermediarios y todo  aquellos relacionados o vinculados y asociados, hasta identificar al beneficiario final. </a:t>
          </a:r>
        </a:p>
        <a:p>
          <a:pPr algn="l"/>
          <a:r>
            <a:rPr lang="es-VE" sz="1600" b="0" dirty="0">
              <a:solidFill>
                <a:schemeClr val="bg1"/>
              </a:solidFill>
            </a:rPr>
            <a:t>- Empleados. </a:t>
          </a:r>
          <a:endParaRPr lang="es-MX" sz="1600" b="0" dirty="0">
            <a:solidFill>
              <a:schemeClr val="bg1"/>
            </a:solidFill>
          </a:endParaRPr>
        </a:p>
      </dgm:t>
    </dgm:pt>
    <dgm:pt modelId="{03FFD929-B169-8D4F-9DC5-3AB94C21B0E7}" type="parTrans" cxnId="{B25E041A-6553-E94E-A4D4-6C478D809D70}">
      <dgm:prSet/>
      <dgm:spPr/>
      <dgm:t>
        <a:bodyPr/>
        <a:lstStyle/>
        <a:p>
          <a:endParaRPr lang="es-MX"/>
        </a:p>
      </dgm:t>
    </dgm:pt>
    <dgm:pt modelId="{4AB1C685-423E-4C44-9A23-D521CC4EE7A4}" type="sibTrans" cxnId="{B25E041A-6553-E94E-A4D4-6C478D809D70}">
      <dgm:prSet/>
      <dgm:spPr/>
      <dgm:t>
        <a:bodyPr/>
        <a:lstStyle/>
        <a:p>
          <a:endParaRPr lang="es-MX"/>
        </a:p>
      </dgm:t>
    </dgm:pt>
    <dgm:pt modelId="{7A0B8ED6-027D-B34B-AA5E-53910DCB4EA7}" type="pres">
      <dgm:prSet presAssocID="{3861329C-6DBC-254E-8D75-2394634E74D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VE"/>
        </a:p>
      </dgm:t>
    </dgm:pt>
    <dgm:pt modelId="{DF94C476-79DA-404D-915E-C6473ACE4511}" type="pres">
      <dgm:prSet presAssocID="{531B8624-0996-2D4C-8A7B-0848C22370C4}" presName="node" presStyleLbl="node1" presStyleIdx="0" presStyleCnt="3" custScaleX="85203" custScaleY="50985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F87F88BA-5969-1742-B930-B3C12BC18A1F}" type="pres">
      <dgm:prSet presAssocID="{63EF756B-8846-214D-924F-DCE7AD73897E}" presName="sibTrans" presStyleLbl="sibTrans2D1" presStyleIdx="0" presStyleCnt="2"/>
      <dgm:spPr/>
      <dgm:t>
        <a:bodyPr/>
        <a:lstStyle/>
        <a:p>
          <a:endParaRPr lang="es-VE"/>
        </a:p>
      </dgm:t>
    </dgm:pt>
    <dgm:pt modelId="{46F6C0EC-CE28-3D40-AB35-F2682B675F7A}" type="pres">
      <dgm:prSet presAssocID="{63EF756B-8846-214D-924F-DCE7AD73897E}" presName="connectorText" presStyleLbl="sibTrans2D1" presStyleIdx="0" presStyleCnt="2"/>
      <dgm:spPr/>
      <dgm:t>
        <a:bodyPr/>
        <a:lstStyle/>
        <a:p>
          <a:endParaRPr lang="es-VE"/>
        </a:p>
      </dgm:t>
    </dgm:pt>
    <dgm:pt modelId="{72D03197-2FFA-D543-9CEB-7CF6BA8D8806}" type="pres">
      <dgm:prSet presAssocID="{9B0B8837-2B9B-514B-BADE-993167A0CD2F}" presName="node" presStyleLbl="node1" presStyleIdx="1" presStyleCnt="3" custScaleX="132307" custScaleY="6003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D3691250-D9FD-734B-BAD3-A917353CEBCA}" type="pres">
      <dgm:prSet presAssocID="{D9CB3B07-DEE5-7741-9AFE-90AA515B58DA}" presName="sibTrans" presStyleLbl="sibTrans2D1" presStyleIdx="1" presStyleCnt="2" custLinFactNeighborX="-20372" custLinFactNeighborY="16503"/>
      <dgm:spPr/>
      <dgm:t>
        <a:bodyPr/>
        <a:lstStyle/>
        <a:p>
          <a:endParaRPr lang="es-VE"/>
        </a:p>
      </dgm:t>
    </dgm:pt>
    <dgm:pt modelId="{14D11CCF-B89B-5642-85E8-0C0A03A90C40}" type="pres">
      <dgm:prSet presAssocID="{D9CB3B07-DEE5-7741-9AFE-90AA515B58DA}" presName="connectorText" presStyleLbl="sibTrans2D1" presStyleIdx="1" presStyleCnt="2"/>
      <dgm:spPr/>
      <dgm:t>
        <a:bodyPr/>
        <a:lstStyle/>
        <a:p>
          <a:endParaRPr lang="es-VE"/>
        </a:p>
      </dgm:t>
    </dgm:pt>
    <dgm:pt modelId="{149FD14F-EEA1-7340-AC8C-D3AF02EA1FEE}" type="pres">
      <dgm:prSet presAssocID="{EDAB02C5-12AA-FF4E-A535-D6361F90D000}" presName="node" presStyleLbl="node1" presStyleIdx="2" presStyleCnt="3" custScaleX="294248" custScaleY="117490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</dgm:ptLst>
  <dgm:cxnLst>
    <dgm:cxn modelId="{C3E5DBE4-59D6-1040-BA12-DB5FFE2C947F}" srcId="{3861329C-6DBC-254E-8D75-2394634E74DB}" destId="{531B8624-0996-2D4C-8A7B-0848C22370C4}" srcOrd="0" destOrd="0" parTransId="{D2AD8C06-55AA-714A-9E01-2F2ECFE922B7}" sibTransId="{63EF756B-8846-214D-924F-DCE7AD73897E}"/>
    <dgm:cxn modelId="{FEE4999D-C4C7-8243-A0B3-23AFF31DC4F5}" type="presOf" srcId="{63EF756B-8846-214D-924F-DCE7AD73897E}" destId="{46F6C0EC-CE28-3D40-AB35-F2682B675F7A}" srcOrd="1" destOrd="0" presId="urn:microsoft.com/office/officeart/2005/8/layout/process1"/>
    <dgm:cxn modelId="{C0A3B0D0-6793-4A44-9DA0-F199FE7B57B0}" type="presOf" srcId="{9B0B8837-2B9B-514B-BADE-993167A0CD2F}" destId="{72D03197-2FFA-D543-9CEB-7CF6BA8D8806}" srcOrd="0" destOrd="0" presId="urn:microsoft.com/office/officeart/2005/8/layout/process1"/>
    <dgm:cxn modelId="{BE3A201E-9BEE-A34E-812B-8AF6D225AE12}" srcId="{3861329C-6DBC-254E-8D75-2394634E74DB}" destId="{9B0B8837-2B9B-514B-BADE-993167A0CD2F}" srcOrd="1" destOrd="0" parTransId="{3A029268-73B7-CB47-B78F-DB43B2C13374}" sibTransId="{D9CB3B07-DEE5-7741-9AFE-90AA515B58DA}"/>
    <dgm:cxn modelId="{6E6541E8-F1C0-AC4C-AD00-7E0777706541}" type="presOf" srcId="{3861329C-6DBC-254E-8D75-2394634E74DB}" destId="{7A0B8ED6-027D-B34B-AA5E-53910DCB4EA7}" srcOrd="0" destOrd="0" presId="urn:microsoft.com/office/officeart/2005/8/layout/process1"/>
    <dgm:cxn modelId="{75347EEA-3C2B-A644-BEB1-DB57B24FB363}" type="presOf" srcId="{531B8624-0996-2D4C-8A7B-0848C22370C4}" destId="{DF94C476-79DA-404D-915E-C6473ACE4511}" srcOrd="0" destOrd="0" presId="urn:microsoft.com/office/officeart/2005/8/layout/process1"/>
    <dgm:cxn modelId="{733CA26C-0D04-C643-9BEC-E5CA3EF15EC3}" type="presOf" srcId="{EDAB02C5-12AA-FF4E-A535-D6361F90D000}" destId="{149FD14F-EEA1-7340-AC8C-D3AF02EA1FEE}" srcOrd="0" destOrd="0" presId="urn:microsoft.com/office/officeart/2005/8/layout/process1"/>
    <dgm:cxn modelId="{948E8092-26D4-6442-AEE1-7190D980857E}" type="presOf" srcId="{D9CB3B07-DEE5-7741-9AFE-90AA515B58DA}" destId="{D3691250-D9FD-734B-BAD3-A917353CEBCA}" srcOrd="0" destOrd="0" presId="urn:microsoft.com/office/officeart/2005/8/layout/process1"/>
    <dgm:cxn modelId="{B25E041A-6553-E94E-A4D4-6C478D809D70}" srcId="{3861329C-6DBC-254E-8D75-2394634E74DB}" destId="{EDAB02C5-12AA-FF4E-A535-D6361F90D000}" srcOrd="2" destOrd="0" parTransId="{03FFD929-B169-8D4F-9DC5-3AB94C21B0E7}" sibTransId="{4AB1C685-423E-4C44-9A23-D521CC4EE7A4}"/>
    <dgm:cxn modelId="{6A762AAB-F0BC-C446-81DE-702B22DD6F92}" type="presOf" srcId="{D9CB3B07-DEE5-7741-9AFE-90AA515B58DA}" destId="{14D11CCF-B89B-5642-85E8-0C0A03A90C40}" srcOrd="1" destOrd="0" presId="urn:microsoft.com/office/officeart/2005/8/layout/process1"/>
    <dgm:cxn modelId="{6FC2F229-B706-5A46-A3D7-433F7F4226EF}" type="presOf" srcId="{63EF756B-8846-214D-924F-DCE7AD73897E}" destId="{F87F88BA-5969-1742-B930-B3C12BC18A1F}" srcOrd="0" destOrd="0" presId="urn:microsoft.com/office/officeart/2005/8/layout/process1"/>
    <dgm:cxn modelId="{ACCC1275-2081-9041-9630-DF25E1C16AC1}" type="presParOf" srcId="{7A0B8ED6-027D-B34B-AA5E-53910DCB4EA7}" destId="{DF94C476-79DA-404D-915E-C6473ACE4511}" srcOrd="0" destOrd="0" presId="urn:microsoft.com/office/officeart/2005/8/layout/process1"/>
    <dgm:cxn modelId="{7EB50854-D2E8-4F4A-ADD9-476DA77FD238}" type="presParOf" srcId="{7A0B8ED6-027D-B34B-AA5E-53910DCB4EA7}" destId="{F87F88BA-5969-1742-B930-B3C12BC18A1F}" srcOrd="1" destOrd="0" presId="urn:microsoft.com/office/officeart/2005/8/layout/process1"/>
    <dgm:cxn modelId="{EDB4E7EE-A592-944A-A700-BF9C25D00FE2}" type="presParOf" srcId="{F87F88BA-5969-1742-B930-B3C12BC18A1F}" destId="{46F6C0EC-CE28-3D40-AB35-F2682B675F7A}" srcOrd="0" destOrd="0" presId="urn:microsoft.com/office/officeart/2005/8/layout/process1"/>
    <dgm:cxn modelId="{0D29ADB4-1DC7-954E-9AD5-068FCA852730}" type="presParOf" srcId="{7A0B8ED6-027D-B34B-AA5E-53910DCB4EA7}" destId="{72D03197-2FFA-D543-9CEB-7CF6BA8D8806}" srcOrd="2" destOrd="0" presId="urn:microsoft.com/office/officeart/2005/8/layout/process1"/>
    <dgm:cxn modelId="{4E3DE254-9CDA-A049-BEB0-3798513B8017}" type="presParOf" srcId="{7A0B8ED6-027D-B34B-AA5E-53910DCB4EA7}" destId="{D3691250-D9FD-734B-BAD3-A917353CEBCA}" srcOrd="3" destOrd="0" presId="urn:microsoft.com/office/officeart/2005/8/layout/process1"/>
    <dgm:cxn modelId="{26336227-F992-BE45-BC70-A8E4B1440E63}" type="presParOf" srcId="{D3691250-D9FD-734B-BAD3-A917353CEBCA}" destId="{14D11CCF-B89B-5642-85E8-0C0A03A90C40}" srcOrd="0" destOrd="0" presId="urn:microsoft.com/office/officeart/2005/8/layout/process1"/>
    <dgm:cxn modelId="{17A95E5A-CF9B-894E-B6AE-7F00B1EBA9D0}" type="presParOf" srcId="{7A0B8ED6-027D-B34B-AA5E-53910DCB4EA7}" destId="{149FD14F-EEA1-7340-AC8C-D3AF02EA1FE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A7A3B0-E5E3-4161-9D29-871BEF2DD81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0DEE183F-CF02-47E9-A8EC-F651D05D9373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0" dirty="0">
              <a:solidFill>
                <a:schemeClr val="bg1"/>
              </a:solidFill>
              <a:latin typeface="+mn-lt"/>
            </a:rPr>
            <a:t>Cuál es la diferencia entre lavado de activos </a:t>
          </a:r>
        </a:p>
      </dgm:t>
    </dgm:pt>
    <dgm:pt modelId="{67828F12-8DFB-41C8-B809-78C0D2A20D40}" type="parTrans" cxnId="{818844B3-7B8B-43EC-9EC2-1968BA377E2E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D4C063A0-E2EB-4CA5-9B30-FA306E486B15}" type="sibTrans" cxnId="{818844B3-7B8B-43EC-9EC2-1968BA377E2E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B28A14D8-1E71-40E1-8FC8-3ECD143CC722}">
      <dgm:prSet phldrT="[Texto]" custT="1"/>
      <dgm:spPr>
        <a:ln w="25400">
          <a:solidFill>
            <a:srgbClr val="FF8100"/>
          </a:solidFill>
        </a:ln>
      </dgm:spPr>
      <dgm:t>
        <a:bodyPr/>
        <a:lstStyle/>
        <a:p>
          <a:r>
            <a:rPr lang="es-VE" sz="1800" b="0" dirty="0">
              <a:latin typeface="+mn-lt"/>
            </a:rPr>
            <a:t>Por su parte, el lavado de dinero se refiere a un proceso que utiliza un criminal para aparentar la legalidad de sus recursos ilícitos.</a:t>
          </a:r>
        </a:p>
      </dgm:t>
    </dgm:pt>
    <dgm:pt modelId="{D537E55E-2718-404B-ABD7-F68DC0DE3763}" type="parTrans" cxnId="{5530EA81-39CE-4F79-BB8F-E775F631AC5F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2C3097D3-37CD-4A05-832C-20E867C6FACE}" type="sibTrans" cxnId="{5530EA81-39CE-4F79-BB8F-E775F631AC5F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7A9511D3-7AD4-4097-92FF-3DBC77DC2B9E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0" dirty="0">
              <a:solidFill>
                <a:schemeClr val="bg1"/>
              </a:solidFill>
              <a:latin typeface="+mn-lt"/>
            </a:rPr>
            <a:t>Financiación del terrorismo</a:t>
          </a:r>
        </a:p>
      </dgm:t>
    </dgm:pt>
    <dgm:pt modelId="{108E06E0-5D9B-4FA9-A762-65577707ED05}" type="parTrans" cxnId="{D25FC46F-5C77-4F20-9EFC-575C6282012B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B04B5957-105E-4263-BAFD-CB191DB6B9A9}" type="sibTrans" cxnId="{D25FC46F-5C77-4F20-9EFC-575C6282012B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13321E60-6C87-4B05-AC2C-FF7C1AA4F0B7}">
      <dgm:prSet phldrT="[Texto]" custT="1"/>
      <dgm:spPr>
        <a:ln w="25400">
          <a:solidFill>
            <a:srgbClr val="FF8100"/>
          </a:solidFill>
        </a:ln>
      </dgm:spPr>
      <dgm:t>
        <a:bodyPr/>
        <a:lstStyle/>
        <a:p>
          <a:r>
            <a:rPr lang="es-VE" sz="1800" b="0" dirty="0">
              <a:latin typeface="+mn-lt"/>
            </a:rPr>
            <a:t>Por un lado, el financiamiento del terrorismo consiste en la colecta de capital para llevar a cabo actividades terroristas</a:t>
          </a:r>
        </a:p>
      </dgm:t>
    </dgm:pt>
    <dgm:pt modelId="{3AC96679-66D1-4972-BEEC-5FCD35B8D181}" type="parTrans" cxnId="{4E172C49-85D2-4C6E-B3CB-5A903BE51E42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6150F2D6-D6BC-4D09-8A2E-EB143B1BD802}" type="sibTrans" cxnId="{4E172C49-85D2-4C6E-B3CB-5A903BE51E42}">
      <dgm:prSet/>
      <dgm:spPr/>
      <dgm:t>
        <a:bodyPr/>
        <a:lstStyle/>
        <a:p>
          <a:endParaRPr lang="es-VE" sz="1800" b="0">
            <a:latin typeface="+mn-lt"/>
          </a:endParaRPr>
        </a:p>
      </dgm:t>
    </dgm:pt>
    <dgm:pt modelId="{E436F32E-2260-4F89-A010-24D2A2BCFF9E}" type="pres">
      <dgm:prSet presAssocID="{90A7A3B0-E5E3-4161-9D29-871BEF2DD81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VE"/>
        </a:p>
      </dgm:t>
    </dgm:pt>
    <dgm:pt modelId="{D0B451E6-9AF6-41C3-8BBD-933E12394628}" type="pres">
      <dgm:prSet presAssocID="{90A7A3B0-E5E3-4161-9D29-871BEF2DD814}" presName="tSp" presStyleCnt="0"/>
      <dgm:spPr/>
    </dgm:pt>
    <dgm:pt modelId="{9D09B8B3-E9CB-49A5-BDA4-1E9F381DE1A3}" type="pres">
      <dgm:prSet presAssocID="{90A7A3B0-E5E3-4161-9D29-871BEF2DD814}" presName="bSp" presStyleCnt="0"/>
      <dgm:spPr/>
    </dgm:pt>
    <dgm:pt modelId="{1EFC5A58-73DF-49C4-A547-927835C59647}" type="pres">
      <dgm:prSet presAssocID="{90A7A3B0-E5E3-4161-9D29-871BEF2DD814}" presName="process" presStyleCnt="0"/>
      <dgm:spPr/>
    </dgm:pt>
    <dgm:pt modelId="{B6A97914-D1DF-4B8A-8736-F2D36BC156D5}" type="pres">
      <dgm:prSet presAssocID="{0DEE183F-CF02-47E9-A8EC-F651D05D9373}" presName="composite1" presStyleCnt="0"/>
      <dgm:spPr/>
    </dgm:pt>
    <dgm:pt modelId="{3C85E592-747F-4B62-B701-2953EC055884}" type="pres">
      <dgm:prSet presAssocID="{0DEE183F-CF02-47E9-A8EC-F651D05D9373}" presName="dummyNode1" presStyleLbl="node1" presStyleIdx="0" presStyleCnt="2"/>
      <dgm:spPr/>
    </dgm:pt>
    <dgm:pt modelId="{0A4181D3-FA8A-4508-B394-14FA3AD4BFF9}" type="pres">
      <dgm:prSet presAssocID="{0DEE183F-CF02-47E9-A8EC-F651D05D9373}" presName="childNode1" presStyleLbl="bgAcc1" presStyleIdx="0" presStyleCnt="2" custScaleX="185347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0537B3BD-28A3-4D2D-9CAA-68FB0C23E4C9}" type="pres">
      <dgm:prSet presAssocID="{0DEE183F-CF02-47E9-A8EC-F651D05D9373}" presName="childNode1tx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EAF23F7A-CEB0-4978-8BC0-8706B3F5825D}" type="pres">
      <dgm:prSet presAssocID="{0DEE183F-CF02-47E9-A8EC-F651D05D9373}" presName="parentNode1" presStyleLbl="node1" presStyleIdx="0" presStyleCnt="2" custScaleY="121461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F53CB41D-27DA-4433-B0EC-408E8B14916C}" type="pres">
      <dgm:prSet presAssocID="{0DEE183F-CF02-47E9-A8EC-F651D05D9373}" presName="connSite1" presStyleCnt="0"/>
      <dgm:spPr/>
    </dgm:pt>
    <dgm:pt modelId="{2E5348C4-DF89-40A9-A0CB-8B68B519A151}" type="pres">
      <dgm:prSet presAssocID="{D4C063A0-E2EB-4CA5-9B30-FA306E486B15}" presName="Name9" presStyleLbl="sibTrans2D1" presStyleIdx="0" presStyleCnt="1"/>
      <dgm:spPr/>
      <dgm:t>
        <a:bodyPr/>
        <a:lstStyle/>
        <a:p>
          <a:endParaRPr lang="es-VE"/>
        </a:p>
      </dgm:t>
    </dgm:pt>
    <dgm:pt modelId="{D32F2ACA-198B-4ADD-A4BC-838203A39AB6}" type="pres">
      <dgm:prSet presAssocID="{7A9511D3-7AD4-4097-92FF-3DBC77DC2B9E}" presName="composite2" presStyleCnt="0"/>
      <dgm:spPr/>
    </dgm:pt>
    <dgm:pt modelId="{FD7257C5-4396-43CC-A515-14E83E2B597A}" type="pres">
      <dgm:prSet presAssocID="{7A9511D3-7AD4-4097-92FF-3DBC77DC2B9E}" presName="dummyNode2" presStyleLbl="node1" presStyleIdx="0" presStyleCnt="2"/>
      <dgm:spPr/>
    </dgm:pt>
    <dgm:pt modelId="{71F46E37-5C6C-4AA5-9CA9-62B18521A515}" type="pres">
      <dgm:prSet presAssocID="{7A9511D3-7AD4-4097-92FF-3DBC77DC2B9E}" presName="childNode2" presStyleLbl="bgAcc1" presStyleIdx="1" presStyleCnt="2" custScaleX="16799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A08116E7-BE04-4CBB-ABF0-F046A5921F0C}" type="pres">
      <dgm:prSet presAssocID="{7A9511D3-7AD4-4097-92FF-3DBC77DC2B9E}" presName="childNode2tx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E1902CC8-ED98-4CD2-98C9-33C6BCB74102}" type="pres">
      <dgm:prSet presAssocID="{7A9511D3-7AD4-4097-92FF-3DBC77DC2B9E}" presName="parentNode2" presStyleLbl="node1" presStyleIdx="1" presStyleCnt="2" custLinFactNeighborX="-2143" custLinFactNeighborY="-17968">
        <dgm:presLayoutVars>
          <dgm:chMax val="0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C4593F16-5B59-4B5B-B0DE-A83CC445BA56}" type="pres">
      <dgm:prSet presAssocID="{7A9511D3-7AD4-4097-92FF-3DBC77DC2B9E}" presName="connSite2" presStyleCnt="0"/>
      <dgm:spPr/>
    </dgm:pt>
  </dgm:ptLst>
  <dgm:cxnLst>
    <dgm:cxn modelId="{818844B3-7B8B-43EC-9EC2-1968BA377E2E}" srcId="{90A7A3B0-E5E3-4161-9D29-871BEF2DD814}" destId="{0DEE183F-CF02-47E9-A8EC-F651D05D9373}" srcOrd="0" destOrd="0" parTransId="{67828F12-8DFB-41C8-B809-78C0D2A20D40}" sibTransId="{D4C063A0-E2EB-4CA5-9B30-FA306E486B15}"/>
    <dgm:cxn modelId="{0E368511-99F9-470D-A916-C1FA6468B3B3}" type="presOf" srcId="{13321E60-6C87-4B05-AC2C-FF7C1AA4F0B7}" destId="{A08116E7-BE04-4CBB-ABF0-F046A5921F0C}" srcOrd="1" destOrd="0" presId="urn:microsoft.com/office/officeart/2005/8/layout/hProcess4"/>
    <dgm:cxn modelId="{4B26B5F4-DFAF-47A4-8DC6-7F09671F826C}" type="presOf" srcId="{13321E60-6C87-4B05-AC2C-FF7C1AA4F0B7}" destId="{71F46E37-5C6C-4AA5-9CA9-62B18521A515}" srcOrd="0" destOrd="0" presId="urn:microsoft.com/office/officeart/2005/8/layout/hProcess4"/>
    <dgm:cxn modelId="{4E172C49-85D2-4C6E-B3CB-5A903BE51E42}" srcId="{7A9511D3-7AD4-4097-92FF-3DBC77DC2B9E}" destId="{13321E60-6C87-4B05-AC2C-FF7C1AA4F0B7}" srcOrd="0" destOrd="0" parTransId="{3AC96679-66D1-4972-BEEC-5FCD35B8D181}" sibTransId="{6150F2D6-D6BC-4D09-8A2E-EB143B1BD802}"/>
    <dgm:cxn modelId="{D25FC46F-5C77-4F20-9EFC-575C6282012B}" srcId="{90A7A3B0-E5E3-4161-9D29-871BEF2DD814}" destId="{7A9511D3-7AD4-4097-92FF-3DBC77DC2B9E}" srcOrd="1" destOrd="0" parTransId="{108E06E0-5D9B-4FA9-A762-65577707ED05}" sibTransId="{B04B5957-105E-4263-BAFD-CB191DB6B9A9}"/>
    <dgm:cxn modelId="{5530EA81-39CE-4F79-BB8F-E775F631AC5F}" srcId="{0DEE183F-CF02-47E9-A8EC-F651D05D9373}" destId="{B28A14D8-1E71-40E1-8FC8-3ECD143CC722}" srcOrd="0" destOrd="0" parTransId="{D537E55E-2718-404B-ABD7-F68DC0DE3763}" sibTransId="{2C3097D3-37CD-4A05-832C-20E867C6FACE}"/>
    <dgm:cxn modelId="{9C4DB1BF-0227-4756-9989-034DDD2463A2}" type="presOf" srcId="{B28A14D8-1E71-40E1-8FC8-3ECD143CC722}" destId="{0A4181D3-FA8A-4508-B394-14FA3AD4BFF9}" srcOrd="0" destOrd="0" presId="urn:microsoft.com/office/officeart/2005/8/layout/hProcess4"/>
    <dgm:cxn modelId="{3713D14B-7EE6-433C-8A65-39A455D184F6}" type="presOf" srcId="{D4C063A0-E2EB-4CA5-9B30-FA306E486B15}" destId="{2E5348C4-DF89-40A9-A0CB-8B68B519A151}" srcOrd="0" destOrd="0" presId="urn:microsoft.com/office/officeart/2005/8/layout/hProcess4"/>
    <dgm:cxn modelId="{EB46F4C2-548E-47B2-B622-005BB0C92705}" type="presOf" srcId="{B28A14D8-1E71-40E1-8FC8-3ECD143CC722}" destId="{0537B3BD-28A3-4D2D-9CAA-68FB0C23E4C9}" srcOrd="1" destOrd="0" presId="urn:microsoft.com/office/officeart/2005/8/layout/hProcess4"/>
    <dgm:cxn modelId="{4E84802D-F792-4585-8D30-518C51522EA3}" type="presOf" srcId="{90A7A3B0-E5E3-4161-9D29-871BEF2DD814}" destId="{E436F32E-2260-4F89-A010-24D2A2BCFF9E}" srcOrd="0" destOrd="0" presId="urn:microsoft.com/office/officeart/2005/8/layout/hProcess4"/>
    <dgm:cxn modelId="{1041F582-F986-4465-94A3-2869882F02CF}" type="presOf" srcId="{7A9511D3-7AD4-4097-92FF-3DBC77DC2B9E}" destId="{E1902CC8-ED98-4CD2-98C9-33C6BCB74102}" srcOrd="0" destOrd="0" presId="urn:microsoft.com/office/officeart/2005/8/layout/hProcess4"/>
    <dgm:cxn modelId="{7E849FA7-07BC-4D3D-8BD2-7F4A6EAD588A}" type="presOf" srcId="{0DEE183F-CF02-47E9-A8EC-F651D05D9373}" destId="{EAF23F7A-CEB0-4978-8BC0-8706B3F5825D}" srcOrd="0" destOrd="0" presId="urn:microsoft.com/office/officeart/2005/8/layout/hProcess4"/>
    <dgm:cxn modelId="{3911E362-082C-408C-9852-B5F05D44CED4}" type="presParOf" srcId="{E436F32E-2260-4F89-A010-24D2A2BCFF9E}" destId="{D0B451E6-9AF6-41C3-8BBD-933E12394628}" srcOrd="0" destOrd="0" presId="urn:microsoft.com/office/officeart/2005/8/layout/hProcess4"/>
    <dgm:cxn modelId="{177D5EBF-A41B-44B8-BD32-4682F7D23DC0}" type="presParOf" srcId="{E436F32E-2260-4F89-A010-24D2A2BCFF9E}" destId="{9D09B8B3-E9CB-49A5-BDA4-1E9F381DE1A3}" srcOrd="1" destOrd="0" presId="urn:microsoft.com/office/officeart/2005/8/layout/hProcess4"/>
    <dgm:cxn modelId="{22B1E1ED-4798-427F-B1EF-08773C5D47E7}" type="presParOf" srcId="{E436F32E-2260-4F89-A010-24D2A2BCFF9E}" destId="{1EFC5A58-73DF-49C4-A547-927835C59647}" srcOrd="2" destOrd="0" presId="urn:microsoft.com/office/officeart/2005/8/layout/hProcess4"/>
    <dgm:cxn modelId="{DC64AB19-4D79-4324-A46D-7F74C900A47C}" type="presParOf" srcId="{1EFC5A58-73DF-49C4-A547-927835C59647}" destId="{B6A97914-D1DF-4B8A-8736-F2D36BC156D5}" srcOrd="0" destOrd="0" presId="urn:microsoft.com/office/officeart/2005/8/layout/hProcess4"/>
    <dgm:cxn modelId="{69AAFD45-73AD-492E-86C0-4C0BFA07636A}" type="presParOf" srcId="{B6A97914-D1DF-4B8A-8736-F2D36BC156D5}" destId="{3C85E592-747F-4B62-B701-2953EC055884}" srcOrd="0" destOrd="0" presId="urn:microsoft.com/office/officeart/2005/8/layout/hProcess4"/>
    <dgm:cxn modelId="{B6A95B4E-E394-46E3-AA19-5869273C3B02}" type="presParOf" srcId="{B6A97914-D1DF-4B8A-8736-F2D36BC156D5}" destId="{0A4181D3-FA8A-4508-B394-14FA3AD4BFF9}" srcOrd="1" destOrd="0" presId="urn:microsoft.com/office/officeart/2005/8/layout/hProcess4"/>
    <dgm:cxn modelId="{090D0F1E-07E9-4DA6-9B36-0935366046CC}" type="presParOf" srcId="{B6A97914-D1DF-4B8A-8736-F2D36BC156D5}" destId="{0537B3BD-28A3-4D2D-9CAA-68FB0C23E4C9}" srcOrd="2" destOrd="0" presId="urn:microsoft.com/office/officeart/2005/8/layout/hProcess4"/>
    <dgm:cxn modelId="{9ACB5A22-1AA6-4BAC-B14C-27F31B8F0DCF}" type="presParOf" srcId="{B6A97914-D1DF-4B8A-8736-F2D36BC156D5}" destId="{EAF23F7A-CEB0-4978-8BC0-8706B3F5825D}" srcOrd="3" destOrd="0" presId="urn:microsoft.com/office/officeart/2005/8/layout/hProcess4"/>
    <dgm:cxn modelId="{C4ACCA42-8719-496E-893F-B28D77DE3998}" type="presParOf" srcId="{B6A97914-D1DF-4B8A-8736-F2D36BC156D5}" destId="{F53CB41D-27DA-4433-B0EC-408E8B14916C}" srcOrd="4" destOrd="0" presId="urn:microsoft.com/office/officeart/2005/8/layout/hProcess4"/>
    <dgm:cxn modelId="{6541B3CC-66EC-4EF8-BFD4-82820B256983}" type="presParOf" srcId="{1EFC5A58-73DF-49C4-A547-927835C59647}" destId="{2E5348C4-DF89-40A9-A0CB-8B68B519A151}" srcOrd="1" destOrd="0" presId="urn:microsoft.com/office/officeart/2005/8/layout/hProcess4"/>
    <dgm:cxn modelId="{9C591496-C55F-4747-8108-BF173B642199}" type="presParOf" srcId="{1EFC5A58-73DF-49C4-A547-927835C59647}" destId="{D32F2ACA-198B-4ADD-A4BC-838203A39AB6}" srcOrd="2" destOrd="0" presId="urn:microsoft.com/office/officeart/2005/8/layout/hProcess4"/>
    <dgm:cxn modelId="{DF00DE68-F860-40C3-B657-63A2F409C39D}" type="presParOf" srcId="{D32F2ACA-198B-4ADD-A4BC-838203A39AB6}" destId="{FD7257C5-4396-43CC-A515-14E83E2B597A}" srcOrd="0" destOrd="0" presId="urn:microsoft.com/office/officeart/2005/8/layout/hProcess4"/>
    <dgm:cxn modelId="{B9ADF20F-F6AA-44CB-ACB4-B208070DAA5B}" type="presParOf" srcId="{D32F2ACA-198B-4ADD-A4BC-838203A39AB6}" destId="{71F46E37-5C6C-4AA5-9CA9-62B18521A515}" srcOrd="1" destOrd="0" presId="urn:microsoft.com/office/officeart/2005/8/layout/hProcess4"/>
    <dgm:cxn modelId="{7CD2D998-3C2F-4717-93FE-2A111EF7AB89}" type="presParOf" srcId="{D32F2ACA-198B-4ADD-A4BC-838203A39AB6}" destId="{A08116E7-BE04-4CBB-ABF0-F046A5921F0C}" srcOrd="2" destOrd="0" presId="urn:microsoft.com/office/officeart/2005/8/layout/hProcess4"/>
    <dgm:cxn modelId="{CC760A7B-9401-4978-9110-9AA8EEEFF812}" type="presParOf" srcId="{D32F2ACA-198B-4ADD-A4BC-838203A39AB6}" destId="{E1902CC8-ED98-4CD2-98C9-33C6BCB74102}" srcOrd="3" destOrd="0" presId="urn:microsoft.com/office/officeart/2005/8/layout/hProcess4"/>
    <dgm:cxn modelId="{E28D28C6-F4FB-42BA-AC21-8129FB1FC580}" type="presParOf" srcId="{D32F2ACA-198B-4ADD-A4BC-838203A39AB6}" destId="{C4593F16-5B59-4B5B-B0DE-A83CC445BA5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9F7B15-C31A-4FB5-9C51-0F01BE46D5B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0D491A9-B304-4F10-825F-151DAB6BF8DA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pPr algn="ctr"/>
          <a:r>
            <a:rPr lang="es-VE" sz="1800" b="1" dirty="0">
              <a:solidFill>
                <a:schemeClr val="bg1"/>
              </a:solidFill>
              <a:latin typeface="Lucida Sans Unicode" pitchFamily="34" charset="0"/>
            </a:rPr>
            <a:t>ADMINISTRACION DE RIESGOS RELACIONADOS CON EL FINANCIAMIENTO AL TERRORISMO</a:t>
          </a:r>
          <a:endParaRPr lang="es-VE" sz="1800" b="1" dirty="0">
            <a:solidFill>
              <a:schemeClr val="bg1"/>
            </a:solidFill>
          </a:endParaRPr>
        </a:p>
      </dgm:t>
    </dgm:pt>
    <dgm:pt modelId="{91899AD4-F3C3-43E9-93E8-99D3CF6F5782}" type="parTrans" cxnId="{2D1137AA-4E24-480D-97EE-87BDE1635A5E}">
      <dgm:prSet/>
      <dgm:spPr/>
      <dgm:t>
        <a:bodyPr/>
        <a:lstStyle/>
        <a:p>
          <a:endParaRPr lang="es-VE"/>
        </a:p>
      </dgm:t>
    </dgm:pt>
    <dgm:pt modelId="{A3179AEE-E3C7-49F5-B17E-66D1E2833C42}" type="sibTrans" cxnId="{2D1137AA-4E24-480D-97EE-87BDE1635A5E}">
      <dgm:prSet/>
      <dgm:spPr>
        <a:noFill/>
        <a:ln w="38100">
          <a:solidFill>
            <a:srgbClr val="FF8100"/>
          </a:solidFill>
        </a:ln>
      </dgm:spPr>
      <dgm:t>
        <a:bodyPr/>
        <a:lstStyle/>
        <a:p>
          <a:endParaRPr lang="es-VE"/>
        </a:p>
      </dgm:t>
    </dgm:pt>
    <dgm:pt modelId="{6B01FE4E-E0D0-4985-B2A7-1D8352B3C12D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2000" b="1" dirty="0">
              <a:solidFill>
                <a:schemeClr val="bg1"/>
              </a:solidFill>
              <a:latin typeface="Lucida Sans Unicode" pitchFamily="34" charset="0"/>
            </a:rPr>
            <a:t>Articulo 81.-</a:t>
          </a:r>
          <a:endParaRPr lang="es-VE" sz="2000" b="1" dirty="0">
            <a:solidFill>
              <a:schemeClr val="bg1"/>
            </a:solidFill>
          </a:endParaRPr>
        </a:p>
      </dgm:t>
    </dgm:pt>
    <dgm:pt modelId="{BF6561E4-4205-46BD-9FF7-3EFCCBBE6BC8}" type="parTrans" cxnId="{531A3735-1B27-420C-ACA2-2881763FED9C}">
      <dgm:prSet/>
      <dgm:spPr/>
      <dgm:t>
        <a:bodyPr/>
        <a:lstStyle/>
        <a:p>
          <a:endParaRPr lang="es-VE"/>
        </a:p>
      </dgm:t>
    </dgm:pt>
    <dgm:pt modelId="{19EB73FB-FC9F-4EFA-99D9-996B09185D84}" type="sibTrans" cxnId="{531A3735-1B27-420C-ACA2-2881763FED9C}">
      <dgm:prSet/>
      <dgm:spPr>
        <a:noFill/>
        <a:ln w="38100">
          <a:solidFill>
            <a:srgbClr val="FF8100"/>
          </a:solidFill>
        </a:ln>
      </dgm:spPr>
      <dgm:t>
        <a:bodyPr/>
        <a:lstStyle/>
        <a:p>
          <a:endParaRPr lang="es-VE"/>
        </a:p>
      </dgm:t>
    </dgm:pt>
    <dgm:pt modelId="{CFDF3E53-853D-43AB-90A0-CDB9742D5E82}">
      <dgm:prSet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1" dirty="0">
              <a:solidFill>
                <a:schemeClr val="bg1"/>
              </a:solidFill>
              <a:latin typeface="Lucida Sans Unicode" pitchFamily="34" charset="0"/>
            </a:rPr>
            <a:t>Se deberán diseñar políticas, normas y procedimientos, bajo un enfoque basado en riesgos, orientados a prevenir que flujos de fondos sean orientados a través de sus operaciones para la FT . </a:t>
          </a:r>
          <a:r>
            <a:rPr lang="es-VE" sz="1400" dirty="0">
              <a:solidFill>
                <a:schemeClr val="bg1"/>
              </a:solidFill>
              <a:latin typeface="Lucida Sans Unicode" pitchFamily="34" charset="0"/>
            </a:rPr>
            <a:t>:</a:t>
          </a:r>
        </a:p>
      </dgm:t>
    </dgm:pt>
    <dgm:pt modelId="{59B45352-C8FC-4068-98A4-4D59F1D4B768}" type="parTrans" cxnId="{BA210AB5-D37D-4EB7-86DF-40F276144FB0}">
      <dgm:prSet/>
      <dgm:spPr/>
      <dgm:t>
        <a:bodyPr/>
        <a:lstStyle/>
        <a:p>
          <a:endParaRPr lang="es-VE"/>
        </a:p>
      </dgm:t>
    </dgm:pt>
    <dgm:pt modelId="{169F6763-0FAB-4542-AF8E-B8FB7852C672}" type="sibTrans" cxnId="{BA210AB5-D37D-4EB7-86DF-40F276144FB0}">
      <dgm:prSet/>
      <dgm:spPr/>
      <dgm:t>
        <a:bodyPr/>
        <a:lstStyle/>
        <a:p>
          <a:endParaRPr lang="es-VE"/>
        </a:p>
      </dgm:t>
    </dgm:pt>
    <dgm:pt modelId="{F19CBF09-04C0-42BD-9FA3-BB1E73BE3529}" type="pres">
      <dgm:prSet presAssocID="{879F7B15-C31A-4FB5-9C51-0F01BE46D5B5}" presName="Name0" presStyleCnt="0">
        <dgm:presLayoutVars>
          <dgm:dir/>
          <dgm:resizeHandles val="exact"/>
        </dgm:presLayoutVars>
      </dgm:prSet>
      <dgm:spPr/>
    </dgm:pt>
    <dgm:pt modelId="{6CE1EAAC-A6C5-45B3-90A7-78B99F4D1968}" type="pres">
      <dgm:prSet presAssocID="{50D491A9-B304-4F10-825F-151DAB6BF8DA}" presName="node" presStyleLbl="node1" presStyleIdx="0" presStyleCnt="3" custScaleX="121723" custScaleY="91344" custLinFactNeighborX="-791" custLinFactNeighborY="-3211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6E6FED9F-ACC3-491A-870C-CFEFC0C35747}" type="pres">
      <dgm:prSet presAssocID="{A3179AEE-E3C7-49F5-B17E-66D1E2833C42}" presName="sibTrans" presStyleLbl="sibTrans2D1" presStyleIdx="0" presStyleCnt="2"/>
      <dgm:spPr/>
      <dgm:t>
        <a:bodyPr/>
        <a:lstStyle/>
        <a:p>
          <a:endParaRPr lang="es-VE"/>
        </a:p>
      </dgm:t>
    </dgm:pt>
    <dgm:pt modelId="{BF5DBAF4-DBB5-4C11-963D-C0F316463EE1}" type="pres">
      <dgm:prSet presAssocID="{A3179AEE-E3C7-49F5-B17E-66D1E2833C42}" presName="connectorText" presStyleLbl="sibTrans2D1" presStyleIdx="0" presStyleCnt="2"/>
      <dgm:spPr/>
      <dgm:t>
        <a:bodyPr/>
        <a:lstStyle/>
        <a:p>
          <a:endParaRPr lang="es-VE"/>
        </a:p>
      </dgm:t>
    </dgm:pt>
    <dgm:pt modelId="{BA5D546D-CB8D-4E6B-BF19-0446C03F4C80}" type="pres">
      <dgm:prSet presAssocID="{6B01FE4E-E0D0-4985-B2A7-1D8352B3C12D}" presName="node" presStyleLbl="node1" presStyleIdx="1" presStyleCnt="3" custScaleY="90885" custLinFactNeighborX="-15720" custLinFactNeighborY="-3815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A55F06EC-8FCA-4A3F-96EE-AE5410CD10D5}" type="pres">
      <dgm:prSet presAssocID="{19EB73FB-FC9F-4EFA-99D9-996B09185D84}" presName="sibTrans" presStyleLbl="sibTrans2D1" presStyleIdx="1" presStyleCnt="2"/>
      <dgm:spPr/>
      <dgm:t>
        <a:bodyPr/>
        <a:lstStyle/>
        <a:p>
          <a:endParaRPr lang="es-VE"/>
        </a:p>
      </dgm:t>
    </dgm:pt>
    <dgm:pt modelId="{1FF553C5-2037-4CFB-8BFE-4C41CC261723}" type="pres">
      <dgm:prSet presAssocID="{19EB73FB-FC9F-4EFA-99D9-996B09185D84}" presName="connectorText" presStyleLbl="sibTrans2D1" presStyleIdx="1" presStyleCnt="2"/>
      <dgm:spPr/>
      <dgm:t>
        <a:bodyPr/>
        <a:lstStyle/>
        <a:p>
          <a:endParaRPr lang="es-VE"/>
        </a:p>
      </dgm:t>
    </dgm:pt>
    <dgm:pt modelId="{E93C42C9-7DCD-4083-ACBB-83E118615927}" type="pres">
      <dgm:prSet presAssocID="{CFDF3E53-853D-43AB-90A0-CDB9742D5E82}" presName="node" presStyleLbl="node1" presStyleIdx="2" presStyleCnt="3" custScaleX="161041" custScaleY="108674" custLinFactNeighborX="729" custLinFactNeighborY="-340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</dgm:ptLst>
  <dgm:cxnLst>
    <dgm:cxn modelId="{5456FE6B-79A4-49BC-853A-AA7843830ED3}" type="presOf" srcId="{A3179AEE-E3C7-49F5-B17E-66D1E2833C42}" destId="{6E6FED9F-ACC3-491A-870C-CFEFC0C35747}" srcOrd="0" destOrd="0" presId="urn:microsoft.com/office/officeart/2005/8/layout/process1"/>
    <dgm:cxn modelId="{2D1137AA-4E24-480D-97EE-87BDE1635A5E}" srcId="{879F7B15-C31A-4FB5-9C51-0F01BE46D5B5}" destId="{50D491A9-B304-4F10-825F-151DAB6BF8DA}" srcOrd="0" destOrd="0" parTransId="{91899AD4-F3C3-43E9-93E8-99D3CF6F5782}" sibTransId="{A3179AEE-E3C7-49F5-B17E-66D1E2833C42}"/>
    <dgm:cxn modelId="{531A3735-1B27-420C-ACA2-2881763FED9C}" srcId="{879F7B15-C31A-4FB5-9C51-0F01BE46D5B5}" destId="{6B01FE4E-E0D0-4985-B2A7-1D8352B3C12D}" srcOrd="1" destOrd="0" parTransId="{BF6561E4-4205-46BD-9FF7-3EFCCBBE6BC8}" sibTransId="{19EB73FB-FC9F-4EFA-99D9-996B09185D84}"/>
    <dgm:cxn modelId="{EEB2F269-BBB6-4A0C-B2CE-C11209246B52}" type="presOf" srcId="{50D491A9-B304-4F10-825F-151DAB6BF8DA}" destId="{6CE1EAAC-A6C5-45B3-90A7-78B99F4D1968}" srcOrd="0" destOrd="0" presId="urn:microsoft.com/office/officeart/2005/8/layout/process1"/>
    <dgm:cxn modelId="{48706A00-E26F-4B4E-8715-C0E2E899E46B}" type="presOf" srcId="{19EB73FB-FC9F-4EFA-99D9-996B09185D84}" destId="{1FF553C5-2037-4CFB-8BFE-4C41CC261723}" srcOrd="1" destOrd="0" presId="urn:microsoft.com/office/officeart/2005/8/layout/process1"/>
    <dgm:cxn modelId="{E6AC44BB-09C1-4CA3-8B78-D56598CE9D3B}" type="presOf" srcId="{CFDF3E53-853D-43AB-90A0-CDB9742D5E82}" destId="{E93C42C9-7DCD-4083-ACBB-83E118615927}" srcOrd="0" destOrd="0" presId="urn:microsoft.com/office/officeart/2005/8/layout/process1"/>
    <dgm:cxn modelId="{BA210AB5-D37D-4EB7-86DF-40F276144FB0}" srcId="{879F7B15-C31A-4FB5-9C51-0F01BE46D5B5}" destId="{CFDF3E53-853D-43AB-90A0-CDB9742D5E82}" srcOrd="2" destOrd="0" parTransId="{59B45352-C8FC-4068-98A4-4D59F1D4B768}" sibTransId="{169F6763-0FAB-4542-AF8E-B8FB7852C672}"/>
    <dgm:cxn modelId="{29373D1D-B97E-457D-9505-710F730CC66F}" type="presOf" srcId="{19EB73FB-FC9F-4EFA-99D9-996B09185D84}" destId="{A55F06EC-8FCA-4A3F-96EE-AE5410CD10D5}" srcOrd="0" destOrd="0" presId="urn:microsoft.com/office/officeart/2005/8/layout/process1"/>
    <dgm:cxn modelId="{8734A4C7-C47D-4F06-935C-DDD813B70C53}" type="presOf" srcId="{A3179AEE-E3C7-49F5-B17E-66D1E2833C42}" destId="{BF5DBAF4-DBB5-4C11-963D-C0F316463EE1}" srcOrd="1" destOrd="0" presId="urn:microsoft.com/office/officeart/2005/8/layout/process1"/>
    <dgm:cxn modelId="{24C288FD-CFEE-46E1-B0FF-93516AC13278}" type="presOf" srcId="{6B01FE4E-E0D0-4985-B2A7-1D8352B3C12D}" destId="{BA5D546D-CB8D-4E6B-BF19-0446C03F4C80}" srcOrd="0" destOrd="0" presId="urn:microsoft.com/office/officeart/2005/8/layout/process1"/>
    <dgm:cxn modelId="{CBC49174-C0C4-4698-874B-D4A84EE222AD}" type="presOf" srcId="{879F7B15-C31A-4FB5-9C51-0F01BE46D5B5}" destId="{F19CBF09-04C0-42BD-9FA3-BB1E73BE3529}" srcOrd="0" destOrd="0" presId="urn:microsoft.com/office/officeart/2005/8/layout/process1"/>
    <dgm:cxn modelId="{62C59444-A383-416B-A435-CB011080B732}" type="presParOf" srcId="{F19CBF09-04C0-42BD-9FA3-BB1E73BE3529}" destId="{6CE1EAAC-A6C5-45B3-90A7-78B99F4D1968}" srcOrd="0" destOrd="0" presId="urn:microsoft.com/office/officeart/2005/8/layout/process1"/>
    <dgm:cxn modelId="{7319F461-1F01-4253-B752-CDF2ACD737A5}" type="presParOf" srcId="{F19CBF09-04C0-42BD-9FA3-BB1E73BE3529}" destId="{6E6FED9F-ACC3-491A-870C-CFEFC0C35747}" srcOrd="1" destOrd="0" presId="urn:microsoft.com/office/officeart/2005/8/layout/process1"/>
    <dgm:cxn modelId="{0F1B3874-AE3A-4398-8581-55B920E0A8F9}" type="presParOf" srcId="{6E6FED9F-ACC3-491A-870C-CFEFC0C35747}" destId="{BF5DBAF4-DBB5-4C11-963D-C0F316463EE1}" srcOrd="0" destOrd="0" presId="urn:microsoft.com/office/officeart/2005/8/layout/process1"/>
    <dgm:cxn modelId="{EEAB9A0A-93B2-4604-9AC6-690659EEBDAC}" type="presParOf" srcId="{F19CBF09-04C0-42BD-9FA3-BB1E73BE3529}" destId="{BA5D546D-CB8D-4E6B-BF19-0446C03F4C80}" srcOrd="2" destOrd="0" presId="urn:microsoft.com/office/officeart/2005/8/layout/process1"/>
    <dgm:cxn modelId="{2674D150-8D0D-4E9D-804F-DC0E131E4B90}" type="presParOf" srcId="{F19CBF09-04C0-42BD-9FA3-BB1E73BE3529}" destId="{A55F06EC-8FCA-4A3F-96EE-AE5410CD10D5}" srcOrd="3" destOrd="0" presId="urn:microsoft.com/office/officeart/2005/8/layout/process1"/>
    <dgm:cxn modelId="{9A240AA9-D199-4167-8B99-89CFE21637E3}" type="presParOf" srcId="{A55F06EC-8FCA-4A3F-96EE-AE5410CD10D5}" destId="{1FF553C5-2037-4CFB-8BFE-4C41CC261723}" srcOrd="0" destOrd="0" presId="urn:microsoft.com/office/officeart/2005/8/layout/process1"/>
    <dgm:cxn modelId="{3DE7F3BE-C3DA-4F5F-A308-156E925AD997}" type="presParOf" srcId="{F19CBF09-04C0-42BD-9FA3-BB1E73BE3529}" destId="{E93C42C9-7DCD-4083-ACBB-83E11861592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8B4EED-3028-8C4A-88BB-E4C8B5554235}" type="doc">
      <dgm:prSet loTypeId="urn:microsoft.com/office/officeart/2005/8/layout/process1" loCatId="relationship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834D31E-D5B1-324F-9936-ED0D5A9D830B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0">
              <a:solidFill>
                <a:schemeClr val="bg1"/>
              </a:solidFill>
            </a:rPr>
            <a:t>Articulo 83</a:t>
          </a:r>
          <a:endParaRPr lang="es-MX" sz="1600" b="0" dirty="0">
            <a:solidFill>
              <a:schemeClr val="bg1"/>
            </a:solidFill>
          </a:endParaRPr>
        </a:p>
      </dgm:t>
    </dgm:pt>
    <dgm:pt modelId="{B165D37F-5725-184A-92DB-18BC0AD6F1F7}" type="parTrans" cxnId="{C6AB9015-B0F2-054A-B553-F3314F73ACB8}">
      <dgm:prSet/>
      <dgm:spPr/>
      <dgm:t>
        <a:bodyPr/>
        <a:lstStyle/>
        <a:p>
          <a:endParaRPr lang="es-MX"/>
        </a:p>
      </dgm:t>
    </dgm:pt>
    <dgm:pt modelId="{AA3D24E3-0076-934A-991F-5872C15986C5}" type="sibTrans" cxnId="{C6AB9015-B0F2-054A-B553-F3314F73ACB8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64F3AEF8-A7A4-5544-A13F-2C91E72163B8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0" dirty="0">
              <a:solidFill>
                <a:schemeClr val="bg1"/>
              </a:solidFill>
            </a:rPr>
            <a:t>Se deberán diseñar: </a:t>
          </a:r>
        </a:p>
        <a:p>
          <a:r>
            <a:rPr lang="es-VE" sz="1600" b="0" dirty="0">
              <a:solidFill>
                <a:schemeClr val="bg1"/>
              </a:solidFill>
            </a:rPr>
            <a:t>Políticas,.</a:t>
          </a:r>
        </a:p>
        <a:p>
          <a:r>
            <a:rPr lang="es-VE" sz="1600" b="0" dirty="0">
              <a:solidFill>
                <a:schemeClr val="bg1"/>
              </a:solidFill>
            </a:rPr>
            <a:t>Normas.  Procedimientos</a:t>
          </a:r>
          <a:endParaRPr lang="es-MX" sz="1600" b="0" dirty="0">
            <a:solidFill>
              <a:schemeClr val="bg1"/>
            </a:solidFill>
          </a:endParaRPr>
        </a:p>
      </dgm:t>
    </dgm:pt>
    <dgm:pt modelId="{2C646DFB-CFBC-CA40-8B87-B835FB0FFAA1}" type="parTrans" cxnId="{D99319CE-4857-1343-B9F2-1DFCB93C6ED5}">
      <dgm:prSet/>
      <dgm:spPr/>
      <dgm:t>
        <a:bodyPr/>
        <a:lstStyle/>
        <a:p>
          <a:endParaRPr lang="es-MX"/>
        </a:p>
      </dgm:t>
    </dgm:pt>
    <dgm:pt modelId="{4403937E-8FAC-584E-B6D9-3C6EC3EB9EB3}" type="sibTrans" cxnId="{D99319CE-4857-1343-B9F2-1DFCB93C6ED5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7D7A422F-8CFA-3A46-A945-54EA88ABC795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0">
              <a:solidFill>
                <a:schemeClr val="bg1"/>
              </a:solidFill>
            </a:rPr>
            <a:t>Bajo un enfoque basado en riesgos.</a:t>
          </a:r>
          <a:endParaRPr lang="es-MX" sz="1600" b="0" dirty="0">
            <a:solidFill>
              <a:schemeClr val="bg1"/>
            </a:solidFill>
          </a:endParaRPr>
        </a:p>
      </dgm:t>
    </dgm:pt>
    <dgm:pt modelId="{B1AF4BDC-95F5-A34D-A408-0755690F3D60}" type="parTrans" cxnId="{5B16460C-B80F-B74C-90D8-F13DEAB68CF4}">
      <dgm:prSet/>
      <dgm:spPr/>
      <dgm:t>
        <a:bodyPr/>
        <a:lstStyle/>
        <a:p>
          <a:endParaRPr lang="es-MX"/>
        </a:p>
      </dgm:t>
    </dgm:pt>
    <dgm:pt modelId="{58FFF2E2-3E56-7946-B0BD-DEC5B19BC690}" type="sibTrans" cxnId="{5B16460C-B80F-B74C-90D8-F13DEAB68CF4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DF04C816-B7A1-354E-823E-A2F8B23470EC}">
      <dgm:prSet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0" dirty="0">
              <a:solidFill>
                <a:schemeClr val="bg1"/>
              </a:solidFill>
            </a:rPr>
            <a:t>Orientados a prevenir que flujos de fondos sean orientados a través de sus operaciones para la Financiamiento a la Proliferación de Armas de Destrucción Masiva </a:t>
          </a:r>
          <a:endParaRPr lang="es-MX" sz="1600" b="0" dirty="0">
            <a:solidFill>
              <a:schemeClr val="bg1"/>
            </a:solidFill>
          </a:endParaRPr>
        </a:p>
      </dgm:t>
    </dgm:pt>
    <dgm:pt modelId="{A62CC326-8192-A347-A282-CB76AF101227}" type="parTrans" cxnId="{F237F92C-78CE-D84D-B234-74D2A3DC92D3}">
      <dgm:prSet/>
      <dgm:spPr/>
      <dgm:t>
        <a:bodyPr/>
        <a:lstStyle/>
        <a:p>
          <a:endParaRPr lang="es-MX"/>
        </a:p>
      </dgm:t>
    </dgm:pt>
    <dgm:pt modelId="{DFC4B003-8F5F-0544-82E0-1DD941593C94}" type="sibTrans" cxnId="{F237F92C-78CE-D84D-B234-74D2A3DC92D3}">
      <dgm:prSet/>
      <dgm:spPr>
        <a:solidFill>
          <a:srgbClr val="FF8100"/>
        </a:solidFill>
      </dgm:spPr>
      <dgm:t>
        <a:bodyPr/>
        <a:lstStyle/>
        <a:p>
          <a:endParaRPr lang="es-MX"/>
        </a:p>
      </dgm:t>
    </dgm:pt>
    <dgm:pt modelId="{B0BA4B8E-417C-BF49-94FE-7E453E8368D8}">
      <dgm:prSet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600" b="0" dirty="0">
              <a:solidFill>
                <a:schemeClr val="bg1"/>
              </a:solidFill>
            </a:rPr>
            <a:t>RESOLUCION DE NACIONES UNIDA</a:t>
          </a:r>
          <a:endParaRPr lang="es-MX" sz="1600" b="0" dirty="0">
            <a:solidFill>
              <a:schemeClr val="bg1"/>
            </a:solidFill>
          </a:endParaRPr>
        </a:p>
      </dgm:t>
    </dgm:pt>
    <dgm:pt modelId="{EA8D6F0D-1AF4-964D-B7F3-0A162C5DA9C1}" type="parTrans" cxnId="{755CA272-32E8-EC40-A26C-7E817D45399C}">
      <dgm:prSet/>
      <dgm:spPr/>
      <dgm:t>
        <a:bodyPr/>
        <a:lstStyle/>
        <a:p>
          <a:endParaRPr lang="es-MX"/>
        </a:p>
      </dgm:t>
    </dgm:pt>
    <dgm:pt modelId="{096F5CEE-5175-7D4C-BD82-E256147766B7}" type="sibTrans" cxnId="{755CA272-32E8-EC40-A26C-7E817D45399C}">
      <dgm:prSet/>
      <dgm:spPr/>
      <dgm:t>
        <a:bodyPr/>
        <a:lstStyle/>
        <a:p>
          <a:endParaRPr lang="es-MX"/>
        </a:p>
      </dgm:t>
    </dgm:pt>
    <dgm:pt modelId="{D7FD53B0-8D04-8F40-8B1C-0204CF443B4A}" type="pres">
      <dgm:prSet presAssocID="{B98B4EED-3028-8C4A-88BB-E4C8B555423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VE"/>
        </a:p>
      </dgm:t>
    </dgm:pt>
    <dgm:pt modelId="{924FD2F3-A277-AB48-9CFD-03BFD0050E87}" type="pres">
      <dgm:prSet presAssocID="{7834D31E-D5B1-324F-9936-ED0D5A9D830B}" presName="node" presStyleLbl="node1" presStyleIdx="0" presStyleCnt="5" custScaleY="42465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3400E65A-129D-A74A-86A7-E56BCC2CB196}" type="pres">
      <dgm:prSet presAssocID="{AA3D24E3-0076-934A-991F-5872C15986C5}" presName="sibTrans" presStyleLbl="sibTrans2D1" presStyleIdx="0" presStyleCnt="4"/>
      <dgm:spPr/>
      <dgm:t>
        <a:bodyPr/>
        <a:lstStyle/>
        <a:p>
          <a:endParaRPr lang="es-VE"/>
        </a:p>
      </dgm:t>
    </dgm:pt>
    <dgm:pt modelId="{7CD47AB9-8A12-4A43-A19E-792DE20AFC47}" type="pres">
      <dgm:prSet presAssocID="{AA3D24E3-0076-934A-991F-5872C15986C5}" presName="connectorText" presStyleLbl="sibTrans2D1" presStyleIdx="0" presStyleCnt="4"/>
      <dgm:spPr/>
      <dgm:t>
        <a:bodyPr/>
        <a:lstStyle/>
        <a:p>
          <a:endParaRPr lang="es-VE"/>
        </a:p>
      </dgm:t>
    </dgm:pt>
    <dgm:pt modelId="{9A4DBA69-3A8A-AC49-A883-C8A0A4C38F0F}" type="pres">
      <dgm:prSet presAssocID="{64F3AEF8-A7A4-5544-A13F-2C91E72163B8}" presName="node" presStyleLbl="node1" presStyleIdx="1" presStyleCnt="5" custScaleX="153519" custScaleY="85606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E5F77704-A963-B648-AAA3-BAC8032BF555}" type="pres">
      <dgm:prSet presAssocID="{4403937E-8FAC-584E-B6D9-3C6EC3EB9EB3}" presName="sibTrans" presStyleLbl="sibTrans2D1" presStyleIdx="1" presStyleCnt="4"/>
      <dgm:spPr/>
      <dgm:t>
        <a:bodyPr/>
        <a:lstStyle/>
        <a:p>
          <a:endParaRPr lang="es-VE"/>
        </a:p>
      </dgm:t>
    </dgm:pt>
    <dgm:pt modelId="{AD3E425D-2F63-134B-9211-75C6999FFB41}" type="pres">
      <dgm:prSet presAssocID="{4403937E-8FAC-584E-B6D9-3C6EC3EB9EB3}" presName="connectorText" presStyleLbl="sibTrans2D1" presStyleIdx="1" presStyleCnt="4"/>
      <dgm:spPr/>
      <dgm:t>
        <a:bodyPr/>
        <a:lstStyle/>
        <a:p>
          <a:endParaRPr lang="es-VE"/>
        </a:p>
      </dgm:t>
    </dgm:pt>
    <dgm:pt modelId="{F460CE19-9260-474B-A915-92525A3AAA24}" type="pres">
      <dgm:prSet presAssocID="{7D7A422F-8CFA-3A46-A945-54EA88ABC795}" presName="node" presStyleLbl="node1" presStyleIdx="2" presStyleCnt="5" custScaleY="50710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EAFF5B03-7740-A241-906F-574B551EB233}" type="pres">
      <dgm:prSet presAssocID="{58FFF2E2-3E56-7946-B0BD-DEC5B19BC690}" presName="sibTrans" presStyleLbl="sibTrans2D1" presStyleIdx="2" presStyleCnt="4"/>
      <dgm:spPr/>
      <dgm:t>
        <a:bodyPr/>
        <a:lstStyle/>
        <a:p>
          <a:endParaRPr lang="es-VE"/>
        </a:p>
      </dgm:t>
    </dgm:pt>
    <dgm:pt modelId="{53BA5CD4-1071-2D43-ABEB-DB5CEAD2D3C4}" type="pres">
      <dgm:prSet presAssocID="{58FFF2E2-3E56-7946-B0BD-DEC5B19BC690}" presName="connectorText" presStyleLbl="sibTrans2D1" presStyleIdx="2" presStyleCnt="4"/>
      <dgm:spPr/>
      <dgm:t>
        <a:bodyPr/>
        <a:lstStyle/>
        <a:p>
          <a:endParaRPr lang="es-VE"/>
        </a:p>
      </dgm:t>
    </dgm:pt>
    <dgm:pt modelId="{7F9789AD-19A8-2B42-970B-11F91CBB01AB}" type="pres">
      <dgm:prSet presAssocID="{DF04C816-B7A1-354E-823E-A2F8B23470EC}" presName="node" presStyleLbl="node1" presStyleIdx="3" presStyleCnt="5" custScaleX="173684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4084A173-A775-2349-9CC8-E29AA8A916E5}" type="pres">
      <dgm:prSet presAssocID="{DFC4B003-8F5F-0544-82E0-1DD941593C94}" presName="sibTrans" presStyleLbl="sibTrans2D1" presStyleIdx="3" presStyleCnt="4"/>
      <dgm:spPr/>
      <dgm:t>
        <a:bodyPr/>
        <a:lstStyle/>
        <a:p>
          <a:endParaRPr lang="es-VE"/>
        </a:p>
      </dgm:t>
    </dgm:pt>
    <dgm:pt modelId="{EBDE3990-636A-1140-8F37-CF142A745620}" type="pres">
      <dgm:prSet presAssocID="{DFC4B003-8F5F-0544-82E0-1DD941593C94}" presName="connectorText" presStyleLbl="sibTrans2D1" presStyleIdx="3" presStyleCnt="4"/>
      <dgm:spPr/>
      <dgm:t>
        <a:bodyPr/>
        <a:lstStyle/>
        <a:p>
          <a:endParaRPr lang="es-VE"/>
        </a:p>
      </dgm:t>
    </dgm:pt>
    <dgm:pt modelId="{B7074E62-AB1C-8144-9C64-E425BE68D89C}" type="pres">
      <dgm:prSet presAssocID="{B0BA4B8E-417C-BF49-94FE-7E453E8368D8}" presName="node" presStyleLbl="node1" presStyleIdx="4" presStyleCnt="5" custScaleX="127783" custScaleY="46781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</dgm:ptLst>
  <dgm:cxnLst>
    <dgm:cxn modelId="{22F071F0-E0C7-034A-AC7B-239204D05179}" type="presOf" srcId="{7D7A422F-8CFA-3A46-A945-54EA88ABC795}" destId="{F460CE19-9260-474B-A915-92525A3AAA24}" srcOrd="0" destOrd="0" presId="urn:microsoft.com/office/officeart/2005/8/layout/process1"/>
    <dgm:cxn modelId="{ADBB10E4-6BE0-E745-9230-571C3A69B383}" type="presOf" srcId="{B0BA4B8E-417C-BF49-94FE-7E453E8368D8}" destId="{B7074E62-AB1C-8144-9C64-E425BE68D89C}" srcOrd="0" destOrd="0" presId="urn:microsoft.com/office/officeart/2005/8/layout/process1"/>
    <dgm:cxn modelId="{39D3F32A-F0C7-264D-B19A-D23D537385BE}" type="presOf" srcId="{58FFF2E2-3E56-7946-B0BD-DEC5B19BC690}" destId="{53BA5CD4-1071-2D43-ABEB-DB5CEAD2D3C4}" srcOrd="1" destOrd="0" presId="urn:microsoft.com/office/officeart/2005/8/layout/process1"/>
    <dgm:cxn modelId="{7E7A3DBB-DD21-2446-9BEB-DACF0B13CD21}" type="presOf" srcId="{4403937E-8FAC-584E-B6D9-3C6EC3EB9EB3}" destId="{AD3E425D-2F63-134B-9211-75C6999FFB41}" srcOrd="1" destOrd="0" presId="urn:microsoft.com/office/officeart/2005/8/layout/process1"/>
    <dgm:cxn modelId="{755CA272-32E8-EC40-A26C-7E817D45399C}" srcId="{B98B4EED-3028-8C4A-88BB-E4C8B5554235}" destId="{B0BA4B8E-417C-BF49-94FE-7E453E8368D8}" srcOrd="4" destOrd="0" parTransId="{EA8D6F0D-1AF4-964D-B7F3-0A162C5DA9C1}" sibTransId="{096F5CEE-5175-7D4C-BD82-E256147766B7}"/>
    <dgm:cxn modelId="{D99319CE-4857-1343-B9F2-1DFCB93C6ED5}" srcId="{B98B4EED-3028-8C4A-88BB-E4C8B5554235}" destId="{64F3AEF8-A7A4-5544-A13F-2C91E72163B8}" srcOrd="1" destOrd="0" parTransId="{2C646DFB-CFBC-CA40-8B87-B835FB0FFAA1}" sibTransId="{4403937E-8FAC-584E-B6D9-3C6EC3EB9EB3}"/>
    <dgm:cxn modelId="{F237F92C-78CE-D84D-B234-74D2A3DC92D3}" srcId="{B98B4EED-3028-8C4A-88BB-E4C8B5554235}" destId="{DF04C816-B7A1-354E-823E-A2F8B23470EC}" srcOrd="3" destOrd="0" parTransId="{A62CC326-8192-A347-A282-CB76AF101227}" sibTransId="{DFC4B003-8F5F-0544-82E0-1DD941593C94}"/>
    <dgm:cxn modelId="{FEDE4BE3-D388-2F40-BE87-2FFDCBF71355}" type="presOf" srcId="{58FFF2E2-3E56-7946-B0BD-DEC5B19BC690}" destId="{EAFF5B03-7740-A241-906F-574B551EB233}" srcOrd="0" destOrd="0" presId="urn:microsoft.com/office/officeart/2005/8/layout/process1"/>
    <dgm:cxn modelId="{AC9B0AF1-27D1-B94D-B536-BB9D166090A9}" type="presOf" srcId="{7834D31E-D5B1-324F-9936-ED0D5A9D830B}" destId="{924FD2F3-A277-AB48-9CFD-03BFD0050E87}" srcOrd="0" destOrd="0" presId="urn:microsoft.com/office/officeart/2005/8/layout/process1"/>
    <dgm:cxn modelId="{5B16460C-B80F-B74C-90D8-F13DEAB68CF4}" srcId="{B98B4EED-3028-8C4A-88BB-E4C8B5554235}" destId="{7D7A422F-8CFA-3A46-A945-54EA88ABC795}" srcOrd="2" destOrd="0" parTransId="{B1AF4BDC-95F5-A34D-A408-0755690F3D60}" sibTransId="{58FFF2E2-3E56-7946-B0BD-DEC5B19BC690}"/>
    <dgm:cxn modelId="{66D31434-EA3F-A747-8B38-D6D35C745016}" type="presOf" srcId="{AA3D24E3-0076-934A-991F-5872C15986C5}" destId="{3400E65A-129D-A74A-86A7-E56BCC2CB196}" srcOrd="0" destOrd="0" presId="urn:microsoft.com/office/officeart/2005/8/layout/process1"/>
    <dgm:cxn modelId="{AAE81891-7360-5F44-9CCA-52E767522A41}" type="presOf" srcId="{DFC4B003-8F5F-0544-82E0-1DD941593C94}" destId="{EBDE3990-636A-1140-8F37-CF142A745620}" srcOrd="1" destOrd="0" presId="urn:microsoft.com/office/officeart/2005/8/layout/process1"/>
    <dgm:cxn modelId="{64773208-DD65-9142-A76D-C5A969960941}" type="presOf" srcId="{DFC4B003-8F5F-0544-82E0-1DD941593C94}" destId="{4084A173-A775-2349-9CC8-E29AA8A916E5}" srcOrd="0" destOrd="0" presId="urn:microsoft.com/office/officeart/2005/8/layout/process1"/>
    <dgm:cxn modelId="{0A599C1D-3F49-124F-BF84-687585B20770}" type="presOf" srcId="{64F3AEF8-A7A4-5544-A13F-2C91E72163B8}" destId="{9A4DBA69-3A8A-AC49-A883-C8A0A4C38F0F}" srcOrd="0" destOrd="0" presId="urn:microsoft.com/office/officeart/2005/8/layout/process1"/>
    <dgm:cxn modelId="{70CEDBFD-46B1-154F-9867-4CF7DF81F7D3}" type="presOf" srcId="{AA3D24E3-0076-934A-991F-5872C15986C5}" destId="{7CD47AB9-8A12-4A43-A19E-792DE20AFC47}" srcOrd="1" destOrd="0" presId="urn:microsoft.com/office/officeart/2005/8/layout/process1"/>
    <dgm:cxn modelId="{A93983C6-B176-4C4E-B6F9-4390727CC165}" type="presOf" srcId="{DF04C816-B7A1-354E-823E-A2F8B23470EC}" destId="{7F9789AD-19A8-2B42-970B-11F91CBB01AB}" srcOrd="0" destOrd="0" presId="urn:microsoft.com/office/officeart/2005/8/layout/process1"/>
    <dgm:cxn modelId="{3DADE71B-79D6-E54C-9358-4CF5B02A7E4A}" type="presOf" srcId="{4403937E-8FAC-584E-B6D9-3C6EC3EB9EB3}" destId="{E5F77704-A963-B648-AAA3-BAC8032BF555}" srcOrd="0" destOrd="0" presId="urn:microsoft.com/office/officeart/2005/8/layout/process1"/>
    <dgm:cxn modelId="{9599FDC3-1F70-C346-A22D-2E5BD100F504}" type="presOf" srcId="{B98B4EED-3028-8C4A-88BB-E4C8B5554235}" destId="{D7FD53B0-8D04-8F40-8B1C-0204CF443B4A}" srcOrd="0" destOrd="0" presId="urn:microsoft.com/office/officeart/2005/8/layout/process1"/>
    <dgm:cxn modelId="{C6AB9015-B0F2-054A-B553-F3314F73ACB8}" srcId="{B98B4EED-3028-8C4A-88BB-E4C8B5554235}" destId="{7834D31E-D5B1-324F-9936-ED0D5A9D830B}" srcOrd="0" destOrd="0" parTransId="{B165D37F-5725-184A-92DB-18BC0AD6F1F7}" sibTransId="{AA3D24E3-0076-934A-991F-5872C15986C5}"/>
    <dgm:cxn modelId="{C0E761E2-38DA-5D46-870F-5D2C8FFFA410}" type="presParOf" srcId="{D7FD53B0-8D04-8F40-8B1C-0204CF443B4A}" destId="{924FD2F3-A277-AB48-9CFD-03BFD0050E87}" srcOrd="0" destOrd="0" presId="urn:microsoft.com/office/officeart/2005/8/layout/process1"/>
    <dgm:cxn modelId="{C28788DC-E573-704A-AD09-189BB38449D8}" type="presParOf" srcId="{D7FD53B0-8D04-8F40-8B1C-0204CF443B4A}" destId="{3400E65A-129D-A74A-86A7-E56BCC2CB196}" srcOrd="1" destOrd="0" presId="urn:microsoft.com/office/officeart/2005/8/layout/process1"/>
    <dgm:cxn modelId="{A4F61099-405B-904F-9F66-C8A7FCD3E111}" type="presParOf" srcId="{3400E65A-129D-A74A-86A7-E56BCC2CB196}" destId="{7CD47AB9-8A12-4A43-A19E-792DE20AFC47}" srcOrd="0" destOrd="0" presId="urn:microsoft.com/office/officeart/2005/8/layout/process1"/>
    <dgm:cxn modelId="{38FB0AA4-F84F-3E47-A0EF-B2FCB887920D}" type="presParOf" srcId="{D7FD53B0-8D04-8F40-8B1C-0204CF443B4A}" destId="{9A4DBA69-3A8A-AC49-A883-C8A0A4C38F0F}" srcOrd="2" destOrd="0" presId="urn:microsoft.com/office/officeart/2005/8/layout/process1"/>
    <dgm:cxn modelId="{357F0A7D-3B08-934E-A5B0-DCCC41DF39AA}" type="presParOf" srcId="{D7FD53B0-8D04-8F40-8B1C-0204CF443B4A}" destId="{E5F77704-A963-B648-AAA3-BAC8032BF555}" srcOrd="3" destOrd="0" presId="urn:microsoft.com/office/officeart/2005/8/layout/process1"/>
    <dgm:cxn modelId="{F2947919-7D06-D14A-84B9-32A4BCA3572D}" type="presParOf" srcId="{E5F77704-A963-B648-AAA3-BAC8032BF555}" destId="{AD3E425D-2F63-134B-9211-75C6999FFB41}" srcOrd="0" destOrd="0" presId="urn:microsoft.com/office/officeart/2005/8/layout/process1"/>
    <dgm:cxn modelId="{303F4D2C-8B3F-A84F-BC33-9A3771376C2B}" type="presParOf" srcId="{D7FD53B0-8D04-8F40-8B1C-0204CF443B4A}" destId="{F460CE19-9260-474B-A915-92525A3AAA24}" srcOrd="4" destOrd="0" presId="urn:microsoft.com/office/officeart/2005/8/layout/process1"/>
    <dgm:cxn modelId="{1250F4B0-B327-F340-950B-C5A4BEEA50FE}" type="presParOf" srcId="{D7FD53B0-8D04-8F40-8B1C-0204CF443B4A}" destId="{EAFF5B03-7740-A241-906F-574B551EB233}" srcOrd="5" destOrd="0" presId="urn:microsoft.com/office/officeart/2005/8/layout/process1"/>
    <dgm:cxn modelId="{86F2AB29-9546-A646-9FF7-3306194459EB}" type="presParOf" srcId="{EAFF5B03-7740-A241-906F-574B551EB233}" destId="{53BA5CD4-1071-2D43-ABEB-DB5CEAD2D3C4}" srcOrd="0" destOrd="0" presId="urn:microsoft.com/office/officeart/2005/8/layout/process1"/>
    <dgm:cxn modelId="{C4A63CD6-6FAC-FA4D-AC99-755D6112182E}" type="presParOf" srcId="{D7FD53B0-8D04-8F40-8B1C-0204CF443B4A}" destId="{7F9789AD-19A8-2B42-970B-11F91CBB01AB}" srcOrd="6" destOrd="0" presId="urn:microsoft.com/office/officeart/2005/8/layout/process1"/>
    <dgm:cxn modelId="{C3CA9653-73B9-DD4C-9F80-4149E6964D7C}" type="presParOf" srcId="{D7FD53B0-8D04-8F40-8B1C-0204CF443B4A}" destId="{4084A173-A775-2349-9CC8-E29AA8A916E5}" srcOrd="7" destOrd="0" presId="urn:microsoft.com/office/officeart/2005/8/layout/process1"/>
    <dgm:cxn modelId="{4733149F-9BB4-6240-B2A9-2C22D2E335EF}" type="presParOf" srcId="{4084A173-A775-2349-9CC8-E29AA8A916E5}" destId="{EBDE3990-636A-1140-8F37-CF142A745620}" srcOrd="0" destOrd="0" presId="urn:microsoft.com/office/officeart/2005/8/layout/process1"/>
    <dgm:cxn modelId="{AEE48A5B-CA94-C049-B3E4-964EBAB7BA1D}" type="presParOf" srcId="{D7FD53B0-8D04-8F40-8B1C-0204CF443B4A}" destId="{B7074E62-AB1C-8144-9C64-E425BE68D89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869810-CDFE-4FA3-B681-3AB54EEC91D1}" type="doc">
      <dgm:prSet loTypeId="urn:microsoft.com/office/officeart/2005/8/layout/chevro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29D8CC21-E67F-4289-9490-5DC2E0410FED}">
      <dgm:prSet phldrT="[Texto]" custT="1"/>
      <dgm:spPr>
        <a:solidFill>
          <a:srgbClr val="005B9D"/>
        </a:solidFill>
      </dgm:spPr>
      <dgm:t>
        <a:bodyPr/>
        <a:lstStyle/>
        <a:p>
          <a:r>
            <a:rPr lang="es-VE" sz="1600" b="0" dirty="0">
              <a:solidFill>
                <a:schemeClr val="bg1"/>
              </a:solidFill>
            </a:rPr>
            <a:t>AUDITORIAS DE CUMPLIMIEMNTO</a:t>
          </a:r>
        </a:p>
      </dgm:t>
    </dgm:pt>
    <dgm:pt modelId="{D78E79CD-6E2C-4B27-B1EA-92C7E2FCC6F8}" type="parTrans" cxnId="{41A2EBD4-4AED-42AB-A29F-7C5F8DE62286}">
      <dgm:prSet/>
      <dgm:spPr/>
      <dgm:t>
        <a:bodyPr/>
        <a:lstStyle/>
        <a:p>
          <a:endParaRPr lang="es-VE"/>
        </a:p>
      </dgm:t>
    </dgm:pt>
    <dgm:pt modelId="{5B796712-A011-4AEA-A658-2C0288E847C9}" type="sibTrans" cxnId="{41A2EBD4-4AED-42AB-A29F-7C5F8DE62286}">
      <dgm:prSet/>
      <dgm:spPr/>
      <dgm:t>
        <a:bodyPr/>
        <a:lstStyle/>
        <a:p>
          <a:endParaRPr lang="es-VE"/>
        </a:p>
      </dgm:t>
    </dgm:pt>
    <dgm:pt modelId="{1E270881-4AB8-4D18-9469-A583573E4AEF}">
      <dgm:prSet custT="1"/>
      <dgm:spPr>
        <a:ln>
          <a:solidFill>
            <a:srgbClr val="FF8100"/>
          </a:solidFill>
        </a:ln>
      </dgm:spPr>
      <dgm:t>
        <a:bodyPr/>
        <a:lstStyle/>
        <a:p>
          <a:pPr algn="just"/>
          <a:r>
            <a:rPr lang="es-VE" sz="1800" b="0" dirty="0">
              <a:solidFill>
                <a:srgbClr val="005B9D"/>
              </a:solidFill>
              <a:latin typeface="+mn-lt"/>
              <a:cs typeface="+mn-cs"/>
            </a:rPr>
            <a:t>Los sujetos obligados del Grupo A deben realizar auditorías internas y externas para evaluar el cumplimiento de esta normativa y demás normas aplicables relacionadas con el SIAR LC/FT/FPADM</a:t>
          </a:r>
          <a:endParaRPr lang="es-VE" sz="1800" b="0" dirty="0">
            <a:solidFill>
              <a:srgbClr val="005B9D"/>
            </a:solidFill>
          </a:endParaRPr>
        </a:p>
      </dgm:t>
    </dgm:pt>
    <dgm:pt modelId="{3FE26081-A1F6-4548-AA2E-D0533C9BA2E4}" type="parTrans" cxnId="{F8894C30-62D6-4291-824C-D4420F58EF2D}">
      <dgm:prSet/>
      <dgm:spPr/>
      <dgm:t>
        <a:bodyPr/>
        <a:lstStyle/>
        <a:p>
          <a:endParaRPr lang="es-VE"/>
        </a:p>
      </dgm:t>
    </dgm:pt>
    <dgm:pt modelId="{90CEA137-44A0-4EC5-8ECA-01A3B9A60F02}" type="sibTrans" cxnId="{F8894C30-62D6-4291-824C-D4420F58EF2D}">
      <dgm:prSet/>
      <dgm:spPr/>
      <dgm:t>
        <a:bodyPr/>
        <a:lstStyle/>
        <a:p>
          <a:endParaRPr lang="es-VE"/>
        </a:p>
      </dgm:t>
    </dgm:pt>
    <dgm:pt modelId="{C7E65142-9681-4A75-98D0-4FB8CF504238}">
      <dgm:prSet phldrT="[Texto]" custT="1"/>
      <dgm:spPr>
        <a:solidFill>
          <a:srgbClr val="005B9D"/>
        </a:solidFill>
      </dgm:spPr>
      <dgm:t>
        <a:bodyPr/>
        <a:lstStyle/>
        <a:p>
          <a:r>
            <a:rPr lang="es-VE" sz="1600" b="0" dirty="0">
              <a:solidFill>
                <a:schemeClr val="bg1"/>
              </a:solidFill>
              <a:latin typeface="+mn-lt"/>
              <a:cs typeface="+mn-cs"/>
            </a:rPr>
            <a:t>La Unidad de Auditoría Interna </a:t>
          </a:r>
          <a:endParaRPr lang="es-VE" sz="1600" b="0" dirty="0">
            <a:solidFill>
              <a:schemeClr val="bg1"/>
            </a:solidFill>
          </a:endParaRPr>
        </a:p>
      </dgm:t>
    </dgm:pt>
    <dgm:pt modelId="{4B3F4277-AFF2-4153-B954-F75F98B72861}" type="parTrans" cxnId="{DB42C766-B83B-4277-9FB4-D727DFB598BB}">
      <dgm:prSet/>
      <dgm:spPr/>
      <dgm:t>
        <a:bodyPr/>
        <a:lstStyle/>
        <a:p>
          <a:endParaRPr lang="es-VE"/>
        </a:p>
      </dgm:t>
    </dgm:pt>
    <dgm:pt modelId="{E32AD266-E71D-4F4D-B904-1CEC4F07436D}" type="sibTrans" cxnId="{DB42C766-B83B-4277-9FB4-D727DFB598BB}">
      <dgm:prSet/>
      <dgm:spPr/>
      <dgm:t>
        <a:bodyPr/>
        <a:lstStyle/>
        <a:p>
          <a:endParaRPr lang="es-VE"/>
        </a:p>
      </dgm:t>
    </dgm:pt>
    <dgm:pt modelId="{69FAE5F1-EEA3-4842-84E0-3DFDA5CA2592}">
      <dgm:prSet phldrT="[Texto]" custT="1"/>
      <dgm:spPr>
        <a:ln>
          <a:solidFill>
            <a:srgbClr val="FF8100"/>
          </a:solidFill>
        </a:ln>
      </dgm:spPr>
      <dgm:t>
        <a:bodyPr/>
        <a:lstStyle/>
        <a:p>
          <a:pPr algn="just"/>
          <a:r>
            <a:rPr lang="es-VE" sz="1800" b="0" dirty="0">
              <a:solidFill>
                <a:srgbClr val="005B9D"/>
              </a:solidFill>
              <a:latin typeface="+mn-lt"/>
              <a:cs typeface="+mn-cs"/>
            </a:rPr>
            <a:t>Deberá presentar un Informe anual con los resultados de sus auditorías de cumplimiento al SIAR LC/FT/FPADM con sus recomendaciones a la Junta Directiva con copia al Presidente y al Oficial de Cumplimiento.</a:t>
          </a:r>
          <a:endParaRPr lang="es-VE" sz="1800" b="0" dirty="0">
            <a:solidFill>
              <a:srgbClr val="005B9D"/>
            </a:solidFill>
          </a:endParaRPr>
        </a:p>
      </dgm:t>
    </dgm:pt>
    <dgm:pt modelId="{9C4C7B20-C9D5-4523-90D6-4ED56CDE01A0}" type="parTrans" cxnId="{D22F299B-7F83-4EA9-BFE8-6B1FC6A26593}">
      <dgm:prSet/>
      <dgm:spPr/>
      <dgm:t>
        <a:bodyPr/>
        <a:lstStyle/>
        <a:p>
          <a:endParaRPr lang="es-VE"/>
        </a:p>
      </dgm:t>
    </dgm:pt>
    <dgm:pt modelId="{808D7AAE-60C5-479E-A7F6-4C4B7F1174D9}" type="sibTrans" cxnId="{D22F299B-7F83-4EA9-BFE8-6B1FC6A26593}">
      <dgm:prSet/>
      <dgm:spPr/>
      <dgm:t>
        <a:bodyPr/>
        <a:lstStyle/>
        <a:p>
          <a:endParaRPr lang="es-VE"/>
        </a:p>
      </dgm:t>
    </dgm:pt>
    <dgm:pt modelId="{735B9D2C-A3D1-AD49-8103-2AC5A60513F3}" type="pres">
      <dgm:prSet presAssocID="{A7869810-CDFE-4FA3-B681-3AB54EEC91D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VE"/>
        </a:p>
      </dgm:t>
    </dgm:pt>
    <dgm:pt modelId="{8BC00B1C-A8B9-004D-8F03-13C4E3089A6D}" type="pres">
      <dgm:prSet presAssocID="{29D8CC21-E67F-4289-9490-5DC2E0410FED}" presName="composite" presStyleCnt="0"/>
      <dgm:spPr/>
    </dgm:pt>
    <dgm:pt modelId="{DF2940D1-5B6C-6147-8BEC-2B0FBADEFFAE}" type="pres">
      <dgm:prSet presAssocID="{29D8CC21-E67F-4289-9490-5DC2E0410FED}" presName="parentText" presStyleLbl="alignNode1" presStyleIdx="0" presStyleCnt="2" custScaleX="111405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7267A1CC-A93A-1C40-9447-54DCDBF54C14}" type="pres">
      <dgm:prSet presAssocID="{29D8CC21-E67F-4289-9490-5DC2E0410FED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888AD8A2-C605-014C-984C-A29091221CAD}" type="pres">
      <dgm:prSet presAssocID="{5B796712-A011-4AEA-A658-2C0288E847C9}" presName="sp" presStyleCnt="0"/>
      <dgm:spPr/>
    </dgm:pt>
    <dgm:pt modelId="{68A38759-D55C-1642-B0FF-E261C944C3A2}" type="pres">
      <dgm:prSet presAssocID="{C7E65142-9681-4A75-98D0-4FB8CF504238}" presName="composite" presStyleCnt="0"/>
      <dgm:spPr/>
    </dgm:pt>
    <dgm:pt modelId="{DB31112A-90DC-664B-8C21-4D1E65BB8072}" type="pres">
      <dgm:prSet presAssocID="{C7E65142-9681-4A75-98D0-4FB8CF504238}" presName="parentText" presStyleLbl="align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2308B858-0782-4949-96C2-EBAE97BAAD2F}" type="pres">
      <dgm:prSet presAssocID="{C7E65142-9681-4A75-98D0-4FB8CF504238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</dgm:ptLst>
  <dgm:cxnLst>
    <dgm:cxn modelId="{D22F299B-7F83-4EA9-BFE8-6B1FC6A26593}" srcId="{C7E65142-9681-4A75-98D0-4FB8CF504238}" destId="{69FAE5F1-EEA3-4842-84E0-3DFDA5CA2592}" srcOrd="0" destOrd="0" parTransId="{9C4C7B20-C9D5-4523-90D6-4ED56CDE01A0}" sibTransId="{808D7AAE-60C5-479E-A7F6-4C4B7F1174D9}"/>
    <dgm:cxn modelId="{7106B285-3BFB-C846-B08D-9CA93ACE8938}" type="presOf" srcId="{A7869810-CDFE-4FA3-B681-3AB54EEC91D1}" destId="{735B9D2C-A3D1-AD49-8103-2AC5A60513F3}" srcOrd="0" destOrd="0" presId="urn:microsoft.com/office/officeart/2005/8/layout/chevron2"/>
    <dgm:cxn modelId="{8AC0750F-21C5-AC4D-A96A-EFAE0ED8AF56}" type="presOf" srcId="{1E270881-4AB8-4D18-9469-A583573E4AEF}" destId="{7267A1CC-A93A-1C40-9447-54DCDBF54C14}" srcOrd="0" destOrd="0" presId="urn:microsoft.com/office/officeart/2005/8/layout/chevron2"/>
    <dgm:cxn modelId="{37BC88A7-A246-5F4E-826C-FC946AED9361}" type="presOf" srcId="{69FAE5F1-EEA3-4842-84E0-3DFDA5CA2592}" destId="{2308B858-0782-4949-96C2-EBAE97BAAD2F}" srcOrd="0" destOrd="0" presId="urn:microsoft.com/office/officeart/2005/8/layout/chevron2"/>
    <dgm:cxn modelId="{DB42C766-B83B-4277-9FB4-D727DFB598BB}" srcId="{A7869810-CDFE-4FA3-B681-3AB54EEC91D1}" destId="{C7E65142-9681-4A75-98D0-4FB8CF504238}" srcOrd="1" destOrd="0" parTransId="{4B3F4277-AFF2-4153-B954-F75F98B72861}" sibTransId="{E32AD266-E71D-4F4D-B904-1CEC4F07436D}"/>
    <dgm:cxn modelId="{1FC4DBF7-4925-EB49-89EA-82738ACBCFDE}" type="presOf" srcId="{29D8CC21-E67F-4289-9490-5DC2E0410FED}" destId="{DF2940D1-5B6C-6147-8BEC-2B0FBADEFFAE}" srcOrd="0" destOrd="0" presId="urn:microsoft.com/office/officeart/2005/8/layout/chevron2"/>
    <dgm:cxn modelId="{486EBB24-C458-3246-A135-56CA874B4C58}" type="presOf" srcId="{C7E65142-9681-4A75-98D0-4FB8CF504238}" destId="{DB31112A-90DC-664B-8C21-4D1E65BB8072}" srcOrd="0" destOrd="0" presId="urn:microsoft.com/office/officeart/2005/8/layout/chevron2"/>
    <dgm:cxn modelId="{41A2EBD4-4AED-42AB-A29F-7C5F8DE62286}" srcId="{A7869810-CDFE-4FA3-B681-3AB54EEC91D1}" destId="{29D8CC21-E67F-4289-9490-5DC2E0410FED}" srcOrd="0" destOrd="0" parTransId="{D78E79CD-6E2C-4B27-B1EA-92C7E2FCC6F8}" sibTransId="{5B796712-A011-4AEA-A658-2C0288E847C9}"/>
    <dgm:cxn modelId="{F8894C30-62D6-4291-824C-D4420F58EF2D}" srcId="{29D8CC21-E67F-4289-9490-5DC2E0410FED}" destId="{1E270881-4AB8-4D18-9469-A583573E4AEF}" srcOrd="0" destOrd="0" parTransId="{3FE26081-A1F6-4548-AA2E-D0533C9BA2E4}" sibTransId="{90CEA137-44A0-4EC5-8ECA-01A3B9A60F02}"/>
    <dgm:cxn modelId="{FF023F4A-6622-A345-B010-235336A5DC44}" type="presParOf" srcId="{735B9D2C-A3D1-AD49-8103-2AC5A60513F3}" destId="{8BC00B1C-A8B9-004D-8F03-13C4E3089A6D}" srcOrd="0" destOrd="0" presId="urn:microsoft.com/office/officeart/2005/8/layout/chevron2"/>
    <dgm:cxn modelId="{DA5AE708-00A9-5D45-9A40-E7B53DB319D4}" type="presParOf" srcId="{8BC00B1C-A8B9-004D-8F03-13C4E3089A6D}" destId="{DF2940D1-5B6C-6147-8BEC-2B0FBADEFFAE}" srcOrd="0" destOrd="0" presId="urn:microsoft.com/office/officeart/2005/8/layout/chevron2"/>
    <dgm:cxn modelId="{37482F53-2568-A540-B4C0-86F1F27BBB46}" type="presParOf" srcId="{8BC00B1C-A8B9-004D-8F03-13C4E3089A6D}" destId="{7267A1CC-A93A-1C40-9447-54DCDBF54C14}" srcOrd="1" destOrd="0" presId="urn:microsoft.com/office/officeart/2005/8/layout/chevron2"/>
    <dgm:cxn modelId="{1B7B7F4C-75CA-684D-99BB-786BE4D6F652}" type="presParOf" srcId="{735B9D2C-A3D1-AD49-8103-2AC5A60513F3}" destId="{888AD8A2-C605-014C-984C-A29091221CAD}" srcOrd="1" destOrd="0" presId="urn:microsoft.com/office/officeart/2005/8/layout/chevron2"/>
    <dgm:cxn modelId="{0948B85E-279D-ED4C-9AB7-56C63EDC40A2}" type="presParOf" srcId="{735B9D2C-A3D1-AD49-8103-2AC5A60513F3}" destId="{68A38759-D55C-1642-B0FF-E261C944C3A2}" srcOrd="2" destOrd="0" presId="urn:microsoft.com/office/officeart/2005/8/layout/chevron2"/>
    <dgm:cxn modelId="{2E26BDE6-618C-3F4B-BA8A-4BBE829034B5}" type="presParOf" srcId="{68A38759-D55C-1642-B0FF-E261C944C3A2}" destId="{DB31112A-90DC-664B-8C21-4D1E65BB8072}" srcOrd="0" destOrd="0" presId="urn:microsoft.com/office/officeart/2005/8/layout/chevron2"/>
    <dgm:cxn modelId="{049FA1A8-F27F-9C46-9E72-316017F0BBF0}" type="presParOf" srcId="{68A38759-D55C-1642-B0FF-E261C944C3A2}" destId="{2308B858-0782-4949-96C2-EBAE97BAAD2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271BF5-3384-494F-8EE2-B0099AA2ADC5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1330600F-BE7B-48D2-9192-2B1E1C69B28D}">
      <dgm:prSet phldrT="[Texto]" custT="1"/>
      <dgm:spPr>
        <a:solidFill>
          <a:srgbClr val="005B9D"/>
        </a:solidFill>
      </dgm:spPr>
      <dgm:t>
        <a:bodyPr/>
        <a:lstStyle/>
        <a:p>
          <a:r>
            <a:rPr lang="es-VE" sz="2000" dirty="0">
              <a:latin typeface="Lucida Sans Unicode" pitchFamily="34" charset="0"/>
            </a:rPr>
            <a:t>Articulo  87</a:t>
          </a:r>
          <a:endParaRPr lang="es-VE" sz="2000" dirty="0"/>
        </a:p>
      </dgm:t>
    </dgm:pt>
    <dgm:pt modelId="{4AE0F8C5-F168-43EA-BCA1-23D161B7C5CC}" type="parTrans" cxnId="{FC3DA9C5-235F-4073-B605-6CD51B99F4A9}">
      <dgm:prSet/>
      <dgm:spPr/>
      <dgm:t>
        <a:bodyPr/>
        <a:lstStyle/>
        <a:p>
          <a:endParaRPr lang="es-VE"/>
        </a:p>
      </dgm:t>
    </dgm:pt>
    <dgm:pt modelId="{7FABAB3F-535A-4A8C-BE02-11A0A05755B6}" type="sibTrans" cxnId="{FC3DA9C5-235F-4073-B605-6CD51B99F4A9}">
      <dgm:prSet/>
      <dgm:spPr/>
      <dgm:t>
        <a:bodyPr/>
        <a:lstStyle/>
        <a:p>
          <a:endParaRPr lang="es-VE"/>
        </a:p>
      </dgm:t>
    </dgm:pt>
    <dgm:pt modelId="{8D61C92D-9191-4874-9CFF-78A0866029D4}">
      <dgm:prSet phldrT="[Texto]" custT="1"/>
      <dgm:spPr>
        <a:ln>
          <a:solidFill>
            <a:srgbClr val="FF8100"/>
          </a:solidFill>
        </a:ln>
      </dgm:spPr>
      <dgm:t>
        <a:bodyPr/>
        <a:lstStyle/>
        <a:p>
          <a:r>
            <a:rPr lang="es-VE" sz="1800" dirty="0">
              <a:solidFill>
                <a:srgbClr val="005B9D"/>
              </a:solidFill>
              <a:latin typeface="+mn-lt"/>
            </a:rPr>
            <a:t>Programa Anual de Seguimiento, Evaluación y Control</a:t>
          </a:r>
        </a:p>
      </dgm:t>
    </dgm:pt>
    <dgm:pt modelId="{8900F26D-1A79-4A81-8F9D-A1AA69271961}" type="parTrans" cxnId="{D0B0E879-D3B0-4AA8-9B8B-B591DA839621}">
      <dgm:prSet/>
      <dgm:spPr/>
      <dgm:t>
        <a:bodyPr/>
        <a:lstStyle/>
        <a:p>
          <a:endParaRPr lang="es-VE"/>
        </a:p>
      </dgm:t>
    </dgm:pt>
    <dgm:pt modelId="{48826919-452F-46C8-811E-328FCFA92222}" type="sibTrans" cxnId="{D0B0E879-D3B0-4AA8-9B8B-B591DA839621}">
      <dgm:prSet/>
      <dgm:spPr/>
      <dgm:t>
        <a:bodyPr/>
        <a:lstStyle/>
        <a:p>
          <a:endParaRPr lang="es-VE"/>
        </a:p>
      </dgm:t>
    </dgm:pt>
    <dgm:pt modelId="{C1135C95-E088-4F9A-B4CF-B7868571D85A}">
      <dgm:prSet phldrT="[Texto]" custT="1"/>
      <dgm:spPr>
        <a:solidFill>
          <a:srgbClr val="005B9D"/>
        </a:solidFill>
      </dgm:spPr>
      <dgm:t>
        <a:bodyPr/>
        <a:lstStyle/>
        <a:p>
          <a:r>
            <a:rPr lang="es-VE" sz="2000" dirty="0">
              <a:latin typeface="Lucida Sans Unicode" pitchFamily="34" charset="0"/>
            </a:rPr>
            <a:t>Articulo 88</a:t>
          </a:r>
          <a:endParaRPr lang="es-VE" sz="2000" dirty="0"/>
        </a:p>
      </dgm:t>
    </dgm:pt>
    <dgm:pt modelId="{1BBC019F-F09F-41C7-A4FD-B3E1F96B354C}" type="parTrans" cxnId="{ADF0EA29-79FE-4C5E-AE21-B78FC796F8DC}">
      <dgm:prSet/>
      <dgm:spPr/>
      <dgm:t>
        <a:bodyPr/>
        <a:lstStyle/>
        <a:p>
          <a:endParaRPr lang="es-VE"/>
        </a:p>
      </dgm:t>
    </dgm:pt>
    <dgm:pt modelId="{4C9F6E2C-ECEC-4C60-BD47-B82D1130192F}" type="sibTrans" cxnId="{ADF0EA29-79FE-4C5E-AE21-B78FC796F8DC}">
      <dgm:prSet/>
      <dgm:spPr/>
      <dgm:t>
        <a:bodyPr/>
        <a:lstStyle/>
        <a:p>
          <a:endParaRPr lang="es-VE"/>
        </a:p>
      </dgm:t>
    </dgm:pt>
    <dgm:pt modelId="{FD8EE601-4A46-49FE-817D-3D24689CEB29}">
      <dgm:prSet phldrT="[Texto]" custT="1"/>
      <dgm:spPr>
        <a:ln>
          <a:solidFill>
            <a:srgbClr val="FF8100"/>
          </a:solidFill>
        </a:ln>
      </dgm:spPr>
      <dgm:t>
        <a:bodyPr/>
        <a:lstStyle/>
        <a:p>
          <a:r>
            <a:rPr lang="es-VE" sz="1800" dirty="0">
              <a:solidFill>
                <a:srgbClr val="005B9D"/>
              </a:solidFill>
              <a:latin typeface="+mn-lt"/>
            </a:rPr>
            <a:t>Informe de Ejecución de Resultados</a:t>
          </a:r>
        </a:p>
      </dgm:t>
    </dgm:pt>
    <dgm:pt modelId="{6C31134E-54EE-4A60-BB2F-C551014C1BA0}" type="parTrans" cxnId="{60A86AE2-B192-4E87-BD23-11E3548ECBC6}">
      <dgm:prSet/>
      <dgm:spPr/>
      <dgm:t>
        <a:bodyPr/>
        <a:lstStyle/>
        <a:p>
          <a:endParaRPr lang="es-VE"/>
        </a:p>
      </dgm:t>
    </dgm:pt>
    <dgm:pt modelId="{37B18B10-2F5E-4BEC-8329-C3E6C598AFB9}" type="sibTrans" cxnId="{60A86AE2-B192-4E87-BD23-11E3548ECBC6}">
      <dgm:prSet/>
      <dgm:spPr/>
      <dgm:t>
        <a:bodyPr/>
        <a:lstStyle/>
        <a:p>
          <a:endParaRPr lang="es-VE"/>
        </a:p>
      </dgm:t>
    </dgm:pt>
    <dgm:pt modelId="{1F624B1D-8D9F-45C3-849C-617E403633E3}">
      <dgm:prSet phldrT="[Texto]" custT="1"/>
      <dgm:spPr>
        <a:solidFill>
          <a:srgbClr val="005B9D"/>
        </a:solidFill>
      </dgm:spPr>
      <dgm:t>
        <a:bodyPr/>
        <a:lstStyle/>
        <a:p>
          <a:r>
            <a:rPr lang="es-VE" sz="2000" dirty="0">
              <a:latin typeface="Lucida Sans Unicode" pitchFamily="34" charset="0"/>
            </a:rPr>
            <a:t>Articulo 89</a:t>
          </a:r>
          <a:endParaRPr lang="es-VE" sz="2000" dirty="0"/>
        </a:p>
      </dgm:t>
    </dgm:pt>
    <dgm:pt modelId="{29545181-9C31-4514-B5D6-BA2350660234}" type="parTrans" cxnId="{9ACCCDD1-753D-4777-8E9A-32FC2BD21E6F}">
      <dgm:prSet/>
      <dgm:spPr/>
      <dgm:t>
        <a:bodyPr/>
        <a:lstStyle/>
        <a:p>
          <a:endParaRPr lang="es-VE"/>
        </a:p>
      </dgm:t>
    </dgm:pt>
    <dgm:pt modelId="{A5027553-2A29-4B7C-AF54-67EF57CD718E}" type="sibTrans" cxnId="{9ACCCDD1-753D-4777-8E9A-32FC2BD21E6F}">
      <dgm:prSet/>
      <dgm:spPr/>
      <dgm:t>
        <a:bodyPr/>
        <a:lstStyle/>
        <a:p>
          <a:endParaRPr lang="es-VE"/>
        </a:p>
      </dgm:t>
    </dgm:pt>
    <dgm:pt modelId="{C1458FC2-587C-4449-8173-3B4B2556C63B}">
      <dgm:prSet phldrT="[Texto]" custT="1"/>
      <dgm:spPr>
        <a:ln>
          <a:solidFill>
            <a:srgbClr val="FF8100"/>
          </a:solidFill>
        </a:ln>
      </dgm:spPr>
      <dgm:t>
        <a:bodyPr/>
        <a:lstStyle/>
        <a:p>
          <a:r>
            <a:rPr lang="es-VE" sz="1800" dirty="0">
              <a:solidFill>
                <a:srgbClr val="005B9D"/>
              </a:solidFill>
              <a:latin typeface="+mn-lt"/>
            </a:rPr>
            <a:t>Plan Anual de Seguimiento, Evaluación y Control</a:t>
          </a:r>
        </a:p>
      </dgm:t>
    </dgm:pt>
    <dgm:pt modelId="{9F7A23E5-C5AE-4B55-9BB1-059771918684}" type="parTrans" cxnId="{0AD4CA53-BE9A-44CF-87DB-DFA9622FE4A0}">
      <dgm:prSet/>
      <dgm:spPr/>
      <dgm:t>
        <a:bodyPr/>
        <a:lstStyle/>
        <a:p>
          <a:endParaRPr lang="es-VE"/>
        </a:p>
      </dgm:t>
    </dgm:pt>
    <dgm:pt modelId="{02BECB04-6AE6-48FE-9B8C-7B768EE94105}" type="sibTrans" cxnId="{0AD4CA53-BE9A-44CF-87DB-DFA9622FE4A0}">
      <dgm:prSet/>
      <dgm:spPr/>
      <dgm:t>
        <a:bodyPr/>
        <a:lstStyle/>
        <a:p>
          <a:endParaRPr lang="es-VE"/>
        </a:p>
      </dgm:t>
    </dgm:pt>
    <dgm:pt modelId="{CBA37276-0CC7-4028-81E0-1EE4322B86FD}" type="pres">
      <dgm:prSet presAssocID="{57271BF5-3384-494F-8EE2-B0099AA2ADC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VE"/>
        </a:p>
      </dgm:t>
    </dgm:pt>
    <dgm:pt modelId="{5699ADCF-FF2A-427A-A044-C692F0B4100A}" type="pres">
      <dgm:prSet presAssocID="{1330600F-BE7B-48D2-9192-2B1E1C69B28D}" presName="composite" presStyleCnt="0"/>
      <dgm:spPr/>
    </dgm:pt>
    <dgm:pt modelId="{8BEAB2AC-09F8-4338-BF87-3829B053F058}" type="pres">
      <dgm:prSet presAssocID="{1330600F-BE7B-48D2-9192-2B1E1C69B28D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40E899CE-57DB-4EBA-BFFF-809FB3A2F91C}" type="pres">
      <dgm:prSet presAssocID="{1330600F-BE7B-48D2-9192-2B1E1C69B28D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69302B8B-9293-4906-80C5-D755E3ADBA95}" type="pres">
      <dgm:prSet presAssocID="{7FABAB3F-535A-4A8C-BE02-11A0A05755B6}" presName="sp" presStyleCnt="0"/>
      <dgm:spPr/>
    </dgm:pt>
    <dgm:pt modelId="{69C9CF1F-E29B-4AAE-8EF6-3AAF3AF908A0}" type="pres">
      <dgm:prSet presAssocID="{C1135C95-E088-4F9A-B4CF-B7868571D85A}" presName="composite" presStyleCnt="0"/>
      <dgm:spPr/>
    </dgm:pt>
    <dgm:pt modelId="{865BA5CA-2316-47D3-A318-9EB1A7DB8A35}" type="pres">
      <dgm:prSet presAssocID="{C1135C95-E088-4F9A-B4CF-B7868571D85A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B1AD7291-A950-4D9B-9EDE-318511E203D2}" type="pres">
      <dgm:prSet presAssocID="{C1135C95-E088-4F9A-B4CF-B7868571D85A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921757AC-43A9-4CCA-94E4-1558A5627F40}" type="pres">
      <dgm:prSet presAssocID="{4C9F6E2C-ECEC-4C60-BD47-B82D1130192F}" presName="sp" presStyleCnt="0"/>
      <dgm:spPr/>
    </dgm:pt>
    <dgm:pt modelId="{A75A5D5C-864A-4651-AE04-F08370782A54}" type="pres">
      <dgm:prSet presAssocID="{1F624B1D-8D9F-45C3-849C-617E403633E3}" presName="composite" presStyleCnt="0"/>
      <dgm:spPr/>
    </dgm:pt>
    <dgm:pt modelId="{C5C6E227-917F-4E3B-BFE8-87B82F38772B}" type="pres">
      <dgm:prSet presAssocID="{1F624B1D-8D9F-45C3-849C-617E403633E3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57ACB8D6-47ED-4706-8261-1CE3CC4A32AF}" type="pres">
      <dgm:prSet presAssocID="{1F624B1D-8D9F-45C3-849C-617E403633E3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</dgm:ptLst>
  <dgm:cxnLst>
    <dgm:cxn modelId="{60A86AE2-B192-4E87-BD23-11E3548ECBC6}" srcId="{C1135C95-E088-4F9A-B4CF-B7868571D85A}" destId="{FD8EE601-4A46-49FE-817D-3D24689CEB29}" srcOrd="0" destOrd="0" parTransId="{6C31134E-54EE-4A60-BB2F-C551014C1BA0}" sibTransId="{37B18B10-2F5E-4BEC-8329-C3E6C598AFB9}"/>
    <dgm:cxn modelId="{1E7BA842-765B-40D4-9470-69E21771799C}" type="presOf" srcId="{1F624B1D-8D9F-45C3-849C-617E403633E3}" destId="{C5C6E227-917F-4E3B-BFE8-87B82F38772B}" srcOrd="0" destOrd="0" presId="urn:microsoft.com/office/officeart/2005/8/layout/chevron2"/>
    <dgm:cxn modelId="{6526DAD8-8FB8-44D4-9644-8851BD1CA4AB}" type="presOf" srcId="{1330600F-BE7B-48D2-9192-2B1E1C69B28D}" destId="{8BEAB2AC-09F8-4338-BF87-3829B053F058}" srcOrd="0" destOrd="0" presId="urn:microsoft.com/office/officeart/2005/8/layout/chevron2"/>
    <dgm:cxn modelId="{FC3DA9C5-235F-4073-B605-6CD51B99F4A9}" srcId="{57271BF5-3384-494F-8EE2-B0099AA2ADC5}" destId="{1330600F-BE7B-48D2-9192-2B1E1C69B28D}" srcOrd="0" destOrd="0" parTransId="{4AE0F8C5-F168-43EA-BCA1-23D161B7C5CC}" sibTransId="{7FABAB3F-535A-4A8C-BE02-11A0A05755B6}"/>
    <dgm:cxn modelId="{ADF0EA29-79FE-4C5E-AE21-B78FC796F8DC}" srcId="{57271BF5-3384-494F-8EE2-B0099AA2ADC5}" destId="{C1135C95-E088-4F9A-B4CF-B7868571D85A}" srcOrd="1" destOrd="0" parTransId="{1BBC019F-F09F-41C7-A4FD-B3E1F96B354C}" sibTransId="{4C9F6E2C-ECEC-4C60-BD47-B82D1130192F}"/>
    <dgm:cxn modelId="{283F0CE9-5B76-47DB-9733-3AC1E11C59F8}" type="presOf" srcId="{C1135C95-E088-4F9A-B4CF-B7868571D85A}" destId="{865BA5CA-2316-47D3-A318-9EB1A7DB8A35}" srcOrd="0" destOrd="0" presId="urn:microsoft.com/office/officeart/2005/8/layout/chevron2"/>
    <dgm:cxn modelId="{9ACCCDD1-753D-4777-8E9A-32FC2BD21E6F}" srcId="{57271BF5-3384-494F-8EE2-B0099AA2ADC5}" destId="{1F624B1D-8D9F-45C3-849C-617E403633E3}" srcOrd="2" destOrd="0" parTransId="{29545181-9C31-4514-B5D6-BA2350660234}" sibTransId="{A5027553-2A29-4B7C-AF54-67EF57CD718E}"/>
    <dgm:cxn modelId="{DBFDF0E7-49F1-4583-A6A1-2A83AF652891}" type="presOf" srcId="{8D61C92D-9191-4874-9CFF-78A0866029D4}" destId="{40E899CE-57DB-4EBA-BFFF-809FB3A2F91C}" srcOrd="0" destOrd="0" presId="urn:microsoft.com/office/officeart/2005/8/layout/chevron2"/>
    <dgm:cxn modelId="{D0B0E879-D3B0-4AA8-9B8B-B591DA839621}" srcId="{1330600F-BE7B-48D2-9192-2B1E1C69B28D}" destId="{8D61C92D-9191-4874-9CFF-78A0866029D4}" srcOrd="0" destOrd="0" parTransId="{8900F26D-1A79-4A81-8F9D-A1AA69271961}" sibTransId="{48826919-452F-46C8-811E-328FCFA92222}"/>
    <dgm:cxn modelId="{0AD4CA53-BE9A-44CF-87DB-DFA9622FE4A0}" srcId="{1F624B1D-8D9F-45C3-849C-617E403633E3}" destId="{C1458FC2-587C-4449-8173-3B4B2556C63B}" srcOrd="0" destOrd="0" parTransId="{9F7A23E5-C5AE-4B55-9BB1-059771918684}" sibTransId="{02BECB04-6AE6-48FE-9B8C-7B768EE94105}"/>
    <dgm:cxn modelId="{A7565AAA-5912-4DDF-BF1D-F11E03FE9CBF}" type="presOf" srcId="{C1458FC2-587C-4449-8173-3B4B2556C63B}" destId="{57ACB8D6-47ED-4706-8261-1CE3CC4A32AF}" srcOrd="0" destOrd="0" presId="urn:microsoft.com/office/officeart/2005/8/layout/chevron2"/>
    <dgm:cxn modelId="{5CA9C997-5ECD-478E-8E18-C2127D43D071}" type="presOf" srcId="{FD8EE601-4A46-49FE-817D-3D24689CEB29}" destId="{B1AD7291-A950-4D9B-9EDE-318511E203D2}" srcOrd="0" destOrd="0" presId="urn:microsoft.com/office/officeart/2005/8/layout/chevron2"/>
    <dgm:cxn modelId="{D8F8E830-CBD0-4C41-B022-AB82FB536DB4}" type="presOf" srcId="{57271BF5-3384-494F-8EE2-B0099AA2ADC5}" destId="{CBA37276-0CC7-4028-81E0-1EE4322B86FD}" srcOrd="0" destOrd="0" presId="urn:microsoft.com/office/officeart/2005/8/layout/chevron2"/>
    <dgm:cxn modelId="{46BF3756-4FF2-474F-8140-F615D54052F4}" type="presParOf" srcId="{CBA37276-0CC7-4028-81E0-1EE4322B86FD}" destId="{5699ADCF-FF2A-427A-A044-C692F0B4100A}" srcOrd="0" destOrd="0" presId="urn:microsoft.com/office/officeart/2005/8/layout/chevron2"/>
    <dgm:cxn modelId="{58D413F5-CDBB-452A-86ED-4FB6BCE922AD}" type="presParOf" srcId="{5699ADCF-FF2A-427A-A044-C692F0B4100A}" destId="{8BEAB2AC-09F8-4338-BF87-3829B053F058}" srcOrd="0" destOrd="0" presId="urn:microsoft.com/office/officeart/2005/8/layout/chevron2"/>
    <dgm:cxn modelId="{DAC1E9A1-31AC-44C8-A780-9C162AB125AA}" type="presParOf" srcId="{5699ADCF-FF2A-427A-A044-C692F0B4100A}" destId="{40E899CE-57DB-4EBA-BFFF-809FB3A2F91C}" srcOrd="1" destOrd="0" presId="urn:microsoft.com/office/officeart/2005/8/layout/chevron2"/>
    <dgm:cxn modelId="{B22F233C-B38C-46E7-B276-FE270BB60C41}" type="presParOf" srcId="{CBA37276-0CC7-4028-81E0-1EE4322B86FD}" destId="{69302B8B-9293-4906-80C5-D755E3ADBA95}" srcOrd="1" destOrd="0" presId="urn:microsoft.com/office/officeart/2005/8/layout/chevron2"/>
    <dgm:cxn modelId="{2AEF0762-ED58-48A2-AB57-049714158482}" type="presParOf" srcId="{CBA37276-0CC7-4028-81E0-1EE4322B86FD}" destId="{69C9CF1F-E29B-4AAE-8EF6-3AAF3AF908A0}" srcOrd="2" destOrd="0" presId="urn:microsoft.com/office/officeart/2005/8/layout/chevron2"/>
    <dgm:cxn modelId="{02875C1F-B5ED-4CDA-B5C8-0DD6F0AE0F56}" type="presParOf" srcId="{69C9CF1F-E29B-4AAE-8EF6-3AAF3AF908A0}" destId="{865BA5CA-2316-47D3-A318-9EB1A7DB8A35}" srcOrd="0" destOrd="0" presId="urn:microsoft.com/office/officeart/2005/8/layout/chevron2"/>
    <dgm:cxn modelId="{96FACF27-20F4-4DA2-9DAB-3853AD98B50A}" type="presParOf" srcId="{69C9CF1F-E29B-4AAE-8EF6-3AAF3AF908A0}" destId="{B1AD7291-A950-4D9B-9EDE-318511E203D2}" srcOrd="1" destOrd="0" presId="urn:microsoft.com/office/officeart/2005/8/layout/chevron2"/>
    <dgm:cxn modelId="{D839A7C0-B410-48D7-ADC5-39BF4F08B669}" type="presParOf" srcId="{CBA37276-0CC7-4028-81E0-1EE4322B86FD}" destId="{921757AC-43A9-4CCA-94E4-1558A5627F40}" srcOrd="3" destOrd="0" presId="urn:microsoft.com/office/officeart/2005/8/layout/chevron2"/>
    <dgm:cxn modelId="{2A04B037-3519-4CDC-97A6-E7B5A4F25152}" type="presParOf" srcId="{CBA37276-0CC7-4028-81E0-1EE4322B86FD}" destId="{A75A5D5C-864A-4651-AE04-F08370782A54}" srcOrd="4" destOrd="0" presId="urn:microsoft.com/office/officeart/2005/8/layout/chevron2"/>
    <dgm:cxn modelId="{4C912C25-983D-4859-99EF-B6FD0D7AFF58}" type="presParOf" srcId="{A75A5D5C-864A-4651-AE04-F08370782A54}" destId="{C5C6E227-917F-4E3B-BFE8-87B82F38772B}" srcOrd="0" destOrd="0" presId="urn:microsoft.com/office/officeart/2005/8/layout/chevron2"/>
    <dgm:cxn modelId="{B2854DD2-9D69-4C5B-8406-CB4997E82C29}" type="presParOf" srcId="{A75A5D5C-864A-4651-AE04-F08370782A54}" destId="{57ACB8D6-47ED-4706-8261-1CE3CC4A32A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7271BF5-3384-494F-8EE2-B0099AA2ADC5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1330600F-BE7B-48D2-9192-2B1E1C69B28D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1" dirty="0">
              <a:solidFill>
                <a:schemeClr val="bg1"/>
              </a:solidFill>
              <a:latin typeface="+mn-lt"/>
            </a:rPr>
            <a:t>Articulo 90</a:t>
          </a:r>
        </a:p>
      </dgm:t>
    </dgm:pt>
    <dgm:pt modelId="{4AE0F8C5-F168-43EA-BCA1-23D161B7C5CC}" type="parTrans" cxnId="{FC3DA9C5-235F-4073-B605-6CD51B99F4A9}">
      <dgm:prSet/>
      <dgm:spPr/>
      <dgm:t>
        <a:bodyPr/>
        <a:lstStyle/>
        <a:p>
          <a:endParaRPr lang="es-VE"/>
        </a:p>
      </dgm:t>
    </dgm:pt>
    <dgm:pt modelId="{7FABAB3F-535A-4A8C-BE02-11A0A05755B6}" type="sibTrans" cxnId="{FC3DA9C5-235F-4073-B605-6CD51B99F4A9}">
      <dgm:prSet/>
      <dgm:spPr/>
      <dgm:t>
        <a:bodyPr/>
        <a:lstStyle/>
        <a:p>
          <a:endParaRPr lang="es-VE"/>
        </a:p>
      </dgm:t>
    </dgm:pt>
    <dgm:pt modelId="{8D61C92D-9191-4874-9CFF-78A0866029D4}">
      <dgm:prSet phldrT="[Texto]" custT="1"/>
      <dgm:spPr>
        <a:noFill/>
        <a:ln>
          <a:solidFill>
            <a:srgbClr val="FF8100">
              <a:alpha val="90000"/>
            </a:srgbClr>
          </a:solidFill>
        </a:ln>
      </dgm:spPr>
      <dgm:t>
        <a:bodyPr/>
        <a:lstStyle/>
        <a:p>
          <a:r>
            <a:rPr lang="es-VE" sz="1800" b="1" dirty="0">
              <a:solidFill>
                <a:srgbClr val="005B9D"/>
              </a:solidFill>
              <a:latin typeface="+mn-lt"/>
            </a:rPr>
            <a:t>Auditoria Externa. </a:t>
          </a:r>
        </a:p>
      </dgm:t>
    </dgm:pt>
    <dgm:pt modelId="{8900F26D-1A79-4A81-8F9D-A1AA69271961}" type="parTrans" cxnId="{D0B0E879-D3B0-4AA8-9B8B-B591DA839621}">
      <dgm:prSet/>
      <dgm:spPr/>
      <dgm:t>
        <a:bodyPr/>
        <a:lstStyle/>
        <a:p>
          <a:endParaRPr lang="es-VE"/>
        </a:p>
      </dgm:t>
    </dgm:pt>
    <dgm:pt modelId="{48826919-452F-46C8-811E-328FCFA92222}" type="sibTrans" cxnId="{D0B0E879-D3B0-4AA8-9B8B-B591DA839621}">
      <dgm:prSet/>
      <dgm:spPr/>
      <dgm:t>
        <a:bodyPr/>
        <a:lstStyle/>
        <a:p>
          <a:endParaRPr lang="es-VE"/>
        </a:p>
      </dgm:t>
    </dgm:pt>
    <dgm:pt modelId="{C1135C95-E088-4F9A-B4CF-B7868571D85A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1" dirty="0">
              <a:solidFill>
                <a:schemeClr val="bg1"/>
              </a:solidFill>
              <a:latin typeface="+mn-lt"/>
            </a:rPr>
            <a:t>Articulo91</a:t>
          </a:r>
        </a:p>
      </dgm:t>
    </dgm:pt>
    <dgm:pt modelId="{1BBC019F-F09F-41C7-A4FD-B3E1F96B354C}" type="parTrans" cxnId="{ADF0EA29-79FE-4C5E-AE21-B78FC796F8DC}">
      <dgm:prSet/>
      <dgm:spPr/>
      <dgm:t>
        <a:bodyPr/>
        <a:lstStyle/>
        <a:p>
          <a:endParaRPr lang="es-VE"/>
        </a:p>
      </dgm:t>
    </dgm:pt>
    <dgm:pt modelId="{4C9F6E2C-ECEC-4C60-BD47-B82D1130192F}" type="sibTrans" cxnId="{ADF0EA29-79FE-4C5E-AE21-B78FC796F8DC}">
      <dgm:prSet/>
      <dgm:spPr/>
      <dgm:t>
        <a:bodyPr/>
        <a:lstStyle/>
        <a:p>
          <a:endParaRPr lang="es-VE"/>
        </a:p>
      </dgm:t>
    </dgm:pt>
    <dgm:pt modelId="{FD8EE601-4A46-49FE-817D-3D24689CEB29}">
      <dgm:prSet phldrT="[Texto]" custT="1"/>
      <dgm:spPr>
        <a:noFill/>
        <a:ln>
          <a:solidFill>
            <a:srgbClr val="FF8100">
              <a:alpha val="90000"/>
            </a:srgbClr>
          </a:solidFill>
        </a:ln>
      </dgm:spPr>
      <dgm:t>
        <a:bodyPr/>
        <a:lstStyle/>
        <a:p>
          <a:r>
            <a:rPr lang="es-VE" sz="1800" b="1" dirty="0">
              <a:solidFill>
                <a:srgbClr val="005B9D"/>
              </a:solidFill>
              <a:latin typeface="+mn-lt"/>
            </a:rPr>
            <a:t>Informe  Anual sobre AIR/LC/FT/FPADM</a:t>
          </a:r>
        </a:p>
      </dgm:t>
    </dgm:pt>
    <dgm:pt modelId="{6C31134E-54EE-4A60-BB2F-C551014C1BA0}" type="parTrans" cxnId="{60A86AE2-B192-4E87-BD23-11E3548ECBC6}">
      <dgm:prSet/>
      <dgm:spPr/>
      <dgm:t>
        <a:bodyPr/>
        <a:lstStyle/>
        <a:p>
          <a:endParaRPr lang="es-VE"/>
        </a:p>
      </dgm:t>
    </dgm:pt>
    <dgm:pt modelId="{37B18B10-2F5E-4BEC-8329-C3E6C598AFB9}" type="sibTrans" cxnId="{60A86AE2-B192-4E87-BD23-11E3548ECBC6}">
      <dgm:prSet/>
      <dgm:spPr/>
      <dgm:t>
        <a:bodyPr/>
        <a:lstStyle/>
        <a:p>
          <a:endParaRPr lang="es-VE"/>
        </a:p>
      </dgm:t>
    </dgm:pt>
    <dgm:pt modelId="{1F624B1D-8D9F-45C3-849C-617E403633E3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1" dirty="0">
              <a:solidFill>
                <a:schemeClr val="bg1"/>
              </a:solidFill>
              <a:latin typeface="+mn-lt"/>
            </a:rPr>
            <a:t>Articulo 92</a:t>
          </a:r>
        </a:p>
      </dgm:t>
    </dgm:pt>
    <dgm:pt modelId="{29545181-9C31-4514-B5D6-BA2350660234}" type="parTrans" cxnId="{9ACCCDD1-753D-4777-8E9A-32FC2BD21E6F}">
      <dgm:prSet/>
      <dgm:spPr/>
      <dgm:t>
        <a:bodyPr/>
        <a:lstStyle/>
        <a:p>
          <a:endParaRPr lang="es-VE"/>
        </a:p>
      </dgm:t>
    </dgm:pt>
    <dgm:pt modelId="{A5027553-2A29-4B7C-AF54-67EF57CD718E}" type="sibTrans" cxnId="{9ACCCDD1-753D-4777-8E9A-32FC2BD21E6F}">
      <dgm:prSet/>
      <dgm:spPr/>
      <dgm:t>
        <a:bodyPr/>
        <a:lstStyle/>
        <a:p>
          <a:endParaRPr lang="es-VE"/>
        </a:p>
      </dgm:t>
    </dgm:pt>
    <dgm:pt modelId="{C1458FC2-587C-4449-8173-3B4B2556C63B}">
      <dgm:prSet phldrT="[Texto]" custT="1"/>
      <dgm:spPr>
        <a:noFill/>
        <a:ln>
          <a:solidFill>
            <a:srgbClr val="FF8100">
              <a:alpha val="90000"/>
            </a:srgbClr>
          </a:solidFill>
        </a:ln>
      </dgm:spPr>
      <dgm:t>
        <a:bodyPr/>
        <a:lstStyle/>
        <a:p>
          <a:r>
            <a:rPr lang="es-VE" sz="1800" b="1" dirty="0">
              <a:solidFill>
                <a:srgbClr val="005B9D"/>
              </a:solidFill>
              <a:latin typeface="+mn-lt"/>
            </a:rPr>
            <a:t>Contenido del Informe</a:t>
          </a:r>
        </a:p>
      </dgm:t>
    </dgm:pt>
    <dgm:pt modelId="{9F7A23E5-C5AE-4B55-9BB1-059771918684}" type="parTrans" cxnId="{0AD4CA53-BE9A-44CF-87DB-DFA9622FE4A0}">
      <dgm:prSet/>
      <dgm:spPr/>
      <dgm:t>
        <a:bodyPr/>
        <a:lstStyle/>
        <a:p>
          <a:endParaRPr lang="es-VE"/>
        </a:p>
      </dgm:t>
    </dgm:pt>
    <dgm:pt modelId="{02BECB04-6AE6-48FE-9B8C-7B768EE94105}" type="sibTrans" cxnId="{0AD4CA53-BE9A-44CF-87DB-DFA9622FE4A0}">
      <dgm:prSet/>
      <dgm:spPr/>
      <dgm:t>
        <a:bodyPr/>
        <a:lstStyle/>
        <a:p>
          <a:endParaRPr lang="es-VE"/>
        </a:p>
      </dgm:t>
    </dgm:pt>
    <dgm:pt modelId="{91AE385D-2E7A-47EB-92D0-2B431F8E904C}" type="pres">
      <dgm:prSet presAssocID="{57271BF5-3384-494F-8EE2-B0099AA2ADC5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s-VE"/>
        </a:p>
      </dgm:t>
    </dgm:pt>
    <dgm:pt modelId="{B37D4B79-457B-416A-AA09-0D701FE2569A}" type="pres">
      <dgm:prSet presAssocID="{1330600F-BE7B-48D2-9192-2B1E1C69B28D}" presName="posSpace" presStyleCnt="0"/>
      <dgm:spPr/>
    </dgm:pt>
    <dgm:pt modelId="{E9F96228-AFF9-4399-A6E0-058513900475}" type="pres">
      <dgm:prSet presAssocID="{1330600F-BE7B-48D2-9192-2B1E1C69B28D}" presName="vertFlow" presStyleCnt="0"/>
      <dgm:spPr/>
    </dgm:pt>
    <dgm:pt modelId="{83820F82-2FC6-4BCB-8A0D-FD2803A40CD2}" type="pres">
      <dgm:prSet presAssocID="{1330600F-BE7B-48D2-9192-2B1E1C69B28D}" presName="topSpace" presStyleCnt="0"/>
      <dgm:spPr/>
    </dgm:pt>
    <dgm:pt modelId="{58340007-59EC-42CA-A3DE-3A6A9C48EB5F}" type="pres">
      <dgm:prSet presAssocID="{1330600F-BE7B-48D2-9192-2B1E1C69B28D}" presName="firstComp" presStyleCnt="0"/>
      <dgm:spPr/>
    </dgm:pt>
    <dgm:pt modelId="{5AC9886D-D5A1-433F-BF77-AB6675FA0438}" type="pres">
      <dgm:prSet presAssocID="{1330600F-BE7B-48D2-9192-2B1E1C69B28D}" presName="firstChild" presStyleLbl="bgAccFollowNode1" presStyleIdx="0" presStyleCnt="3"/>
      <dgm:spPr/>
      <dgm:t>
        <a:bodyPr/>
        <a:lstStyle/>
        <a:p>
          <a:endParaRPr lang="es-VE"/>
        </a:p>
      </dgm:t>
    </dgm:pt>
    <dgm:pt modelId="{AA0CA36A-0A17-4B67-A665-2F00E07141FA}" type="pres">
      <dgm:prSet presAssocID="{1330600F-BE7B-48D2-9192-2B1E1C69B28D}" presName="firstChildTx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AF3ED7DF-2208-46AF-A1FA-A5F449BCEA2B}" type="pres">
      <dgm:prSet presAssocID="{1330600F-BE7B-48D2-9192-2B1E1C69B28D}" presName="negSpace" presStyleCnt="0"/>
      <dgm:spPr/>
    </dgm:pt>
    <dgm:pt modelId="{A7259D2B-682C-4690-A578-A421487D6A8C}" type="pres">
      <dgm:prSet presAssocID="{1330600F-BE7B-48D2-9192-2B1E1C69B28D}" presName="circle" presStyleLbl="node1" presStyleIdx="0" presStyleCnt="3"/>
      <dgm:spPr/>
      <dgm:t>
        <a:bodyPr/>
        <a:lstStyle/>
        <a:p>
          <a:endParaRPr lang="es-VE"/>
        </a:p>
      </dgm:t>
    </dgm:pt>
    <dgm:pt modelId="{15FE8389-F8B6-4EA3-A57E-FF9DB06E4B65}" type="pres">
      <dgm:prSet presAssocID="{7FABAB3F-535A-4A8C-BE02-11A0A05755B6}" presName="transSpace" presStyleCnt="0"/>
      <dgm:spPr/>
    </dgm:pt>
    <dgm:pt modelId="{912FA784-4886-4CC8-B59A-6E9B41B7E99B}" type="pres">
      <dgm:prSet presAssocID="{C1135C95-E088-4F9A-B4CF-B7868571D85A}" presName="posSpace" presStyleCnt="0"/>
      <dgm:spPr/>
    </dgm:pt>
    <dgm:pt modelId="{1D87439D-8CE3-413B-84DA-883EE3CA9434}" type="pres">
      <dgm:prSet presAssocID="{C1135C95-E088-4F9A-B4CF-B7868571D85A}" presName="vertFlow" presStyleCnt="0"/>
      <dgm:spPr/>
    </dgm:pt>
    <dgm:pt modelId="{690EEB72-57E4-4086-B367-7345C1C1441A}" type="pres">
      <dgm:prSet presAssocID="{C1135C95-E088-4F9A-B4CF-B7868571D85A}" presName="topSpace" presStyleCnt="0"/>
      <dgm:spPr/>
    </dgm:pt>
    <dgm:pt modelId="{5BDF7D9A-4076-4108-986C-8A383C4C7A7C}" type="pres">
      <dgm:prSet presAssocID="{C1135C95-E088-4F9A-B4CF-B7868571D85A}" presName="firstComp" presStyleCnt="0"/>
      <dgm:spPr/>
    </dgm:pt>
    <dgm:pt modelId="{D25BB58F-CF33-46CE-9878-C731A44FB820}" type="pres">
      <dgm:prSet presAssocID="{C1135C95-E088-4F9A-B4CF-B7868571D85A}" presName="firstChild" presStyleLbl="bgAccFollowNode1" presStyleIdx="1" presStyleCnt="3" custScaleY="129600"/>
      <dgm:spPr/>
      <dgm:t>
        <a:bodyPr/>
        <a:lstStyle/>
        <a:p>
          <a:endParaRPr lang="es-VE"/>
        </a:p>
      </dgm:t>
    </dgm:pt>
    <dgm:pt modelId="{2951832D-1ECE-4132-861D-9593DB608B7C}" type="pres">
      <dgm:prSet presAssocID="{C1135C95-E088-4F9A-B4CF-B7868571D85A}" presName="firstChildTx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8282AA85-9318-4853-B0D1-12D9871C147C}" type="pres">
      <dgm:prSet presAssocID="{C1135C95-E088-4F9A-B4CF-B7868571D85A}" presName="negSpace" presStyleCnt="0"/>
      <dgm:spPr/>
    </dgm:pt>
    <dgm:pt modelId="{188430F5-155F-47C7-A2C0-B613F877395A}" type="pres">
      <dgm:prSet presAssocID="{C1135C95-E088-4F9A-B4CF-B7868571D85A}" presName="circle" presStyleLbl="node1" presStyleIdx="1" presStyleCnt="3"/>
      <dgm:spPr/>
      <dgm:t>
        <a:bodyPr/>
        <a:lstStyle/>
        <a:p>
          <a:endParaRPr lang="es-VE"/>
        </a:p>
      </dgm:t>
    </dgm:pt>
    <dgm:pt modelId="{E83AE1E5-98F5-4B96-A299-4177682BFB59}" type="pres">
      <dgm:prSet presAssocID="{4C9F6E2C-ECEC-4C60-BD47-B82D1130192F}" presName="transSpace" presStyleCnt="0"/>
      <dgm:spPr/>
    </dgm:pt>
    <dgm:pt modelId="{1AB27534-089A-4444-B95B-E13A09A66A47}" type="pres">
      <dgm:prSet presAssocID="{1F624B1D-8D9F-45C3-849C-617E403633E3}" presName="posSpace" presStyleCnt="0"/>
      <dgm:spPr/>
    </dgm:pt>
    <dgm:pt modelId="{F3861825-6C8F-48E8-A33D-EF567683E6E8}" type="pres">
      <dgm:prSet presAssocID="{1F624B1D-8D9F-45C3-849C-617E403633E3}" presName="vertFlow" presStyleCnt="0"/>
      <dgm:spPr/>
    </dgm:pt>
    <dgm:pt modelId="{A9DD8A80-5FF0-47DB-9C3D-25A3E23D721D}" type="pres">
      <dgm:prSet presAssocID="{1F624B1D-8D9F-45C3-849C-617E403633E3}" presName="topSpace" presStyleCnt="0"/>
      <dgm:spPr/>
    </dgm:pt>
    <dgm:pt modelId="{7DAC5B84-8317-4B61-A3DB-8485158C8573}" type="pres">
      <dgm:prSet presAssocID="{1F624B1D-8D9F-45C3-849C-617E403633E3}" presName="firstComp" presStyleCnt="0"/>
      <dgm:spPr/>
    </dgm:pt>
    <dgm:pt modelId="{6D6BB217-0C5F-4611-AC8B-B98E48C8D57B}" type="pres">
      <dgm:prSet presAssocID="{1F624B1D-8D9F-45C3-849C-617E403633E3}" presName="firstChild" presStyleLbl="bgAccFollowNode1" presStyleIdx="2" presStyleCnt="3"/>
      <dgm:spPr/>
      <dgm:t>
        <a:bodyPr/>
        <a:lstStyle/>
        <a:p>
          <a:endParaRPr lang="es-VE"/>
        </a:p>
      </dgm:t>
    </dgm:pt>
    <dgm:pt modelId="{5C16EE6E-4E8D-4AC3-9505-0DF6A1C13269}" type="pres">
      <dgm:prSet presAssocID="{1F624B1D-8D9F-45C3-849C-617E403633E3}" presName="firstChildTx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49C173F0-A336-41AF-8076-4A1C8333FA27}" type="pres">
      <dgm:prSet presAssocID="{1F624B1D-8D9F-45C3-849C-617E403633E3}" presName="negSpace" presStyleCnt="0"/>
      <dgm:spPr/>
    </dgm:pt>
    <dgm:pt modelId="{E94358F1-D67C-4AEE-98EC-DB7FE487F1D8}" type="pres">
      <dgm:prSet presAssocID="{1F624B1D-8D9F-45C3-849C-617E403633E3}" presName="circle" presStyleLbl="node1" presStyleIdx="2" presStyleCnt="3"/>
      <dgm:spPr/>
      <dgm:t>
        <a:bodyPr/>
        <a:lstStyle/>
        <a:p>
          <a:endParaRPr lang="es-VE"/>
        </a:p>
      </dgm:t>
    </dgm:pt>
  </dgm:ptLst>
  <dgm:cxnLst>
    <dgm:cxn modelId="{0AD4CA53-BE9A-44CF-87DB-DFA9622FE4A0}" srcId="{1F624B1D-8D9F-45C3-849C-617E403633E3}" destId="{C1458FC2-587C-4449-8173-3B4B2556C63B}" srcOrd="0" destOrd="0" parTransId="{9F7A23E5-C5AE-4B55-9BB1-059771918684}" sibTransId="{02BECB04-6AE6-48FE-9B8C-7B768EE94105}"/>
    <dgm:cxn modelId="{90289064-8652-42F0-ACDA-C14CDCDFBB8F}" type="presOf" srcId="{8D61C92D-9191-4874-9CFF-78A0866029D4}" destId="{5AC9886D-D5A1-433F-BF77-AB6675FA0438}" srcOrd="0" destOrd="0" presId="urn:microsoft.com/office/officeart/2005/8/layout/hList9"/>
    <dgm:cxn modelId="{98CFE240-AE73-4821-84B6-0D846C5A68DB}" type="presOf" srcId="{1330600F-BE7B-48D2-9192-2B1E1C69B28D}" destId="{A7259D2B-682C-4690-A578-A421487D6A8C}" srcOrd="0" destOrd="0" presId="urn:microsoft.com/office/officeart/2005/8/layout/hList9"/>
    <dgm:cxn modelId="{D0B0E879-D3B0-4AA8-9B8B-B591DA839621}" srcId="{1330600F-BE7B-48D2-9192-2B1E1C69B28D}" destId="{8D61C92D-9191-4874-9CFF-78A0866029D4}" srcOrd="0" destOrd="0" parTransId="{8900F26D-1A79-4A81-8F9D-A1AA69271961}" sibTransId="{48826919-452F-46C8-811E-328FCFA92222}"/>
    <dgm:cxn modelId="{6FA388FE-C65C-48FB-92D3-843F6DB5F7E2}" type="presOf" srcId="{C1458FC2-587C-4449-8173-3B4B2556C63B}" destId="{5C16EE6E-4E8D-4AC3-9505-0DF6A1C13269}" srcOrd="1" destOrd="0" presId="urn:microsoft.com/office/officeart/2005/8/layout/hList9"/>
    <dgm:cxn modelId="{31AB47E6-B2D9-4F2E-BA0F-574BF5C6742E}" type="presOf" srcId="{C1135C95-E088-4F9A-B4CF-B7868571D85A}" destId="{188430F5-155F-47C7-A2C0-B613F877395A}" srcOrd="0" destOrd="0" presId="urn:microsoft.com/office/officeart/2005/8/layout/hList9"/>
    <dgm:cxn modelId="{4C53FAE1-FDDF-4194-9F4E-140933948CA0}" type="presOf" srcId="{57271BF5-3384-494F-8EE2-B0099AA2ADC5}" destId="{91AE385D-2E7A-47EB-92D0-2B431F8E904C}" srcOrd="0" destOrd="0" presId="urn:microsoft.com/office/officeart/2005/8/layout/hList9"/>
    <dgm:cxn modelId="{67873241-FF17-400F-BDE4-CCEFAE74FA6C}" type="presOf" srcId="{1F624B1D-8D9F-45C3-849C-617E403633E3}" destId="{E94358F1-D67C-4AEE-98EC-DB7FE487F1D8}" srcOrd="0" destOrd="0" presId="urn:microsoft.com/office/officeart/2005/8/layout/hList9"/>
    <dgm:cxn modelId="{9ACCCDD1-753D-4777-8E9A-32FC2BD21E6F}" srcId="{57271BF5-3384-494F-8EE2-B0099AA2ADC5}" destId="{1F624B1D-8D9F-45C3-849C-617E403633E3}" srcOrd="2" destOrd="0" parTransId="{29545181-9C31-4514-B5D6-BA2350660234}" sibTransId="{A5027553-2A29-4B7C-AF54-67EF57CD718E}"/>
    <dgm:cxn modelId="{3AA9F49E-FA8B-49D0-BD59-96BEDEFB6026}" type="presOf" srcId="{C1458FC2-587C-4449-8173-3B4B2556C63B}" destId="{6D6BB217-0C5F-4611-AC8B-B98E48C8D57B}" srcOrd="0" destOrd="0" presId="urn:microsoft.com/office/officeart/2005/8/layout/hList9"/>
    <dgm:cxn modelId="{8FA42B15-4AEF-421E-9378-A71E4D91E72A}" type="presOf" srcId="{FD8EE601-4A46-49FE-817D-3D24689CEB29}" destId="{D25BB58F-CF33-46CE-9878-C731A44FB820}" srcOrd="0" destOrd="0" presId="urn:microsoft.com/office/officeart/2005/8/layout/hList9"/>
    <dgm:cxn modelId="{FC3DA9C5-235F-4073-B605-6CD51B99F4A9}" srcId="{57271BF5-3384-494F-8EE2-B0099AA2ADC5}" destId="{1330600F-BE7B-48D2-9192-2B1E1C69B28D}" srcOrd="0" destOrd="0" parTransId="{4AE0F8C5-F168-43EA-BCA1-23D161B7C5CC}" sibTransId="{7FABAB3F-535A-4A8C-BE02-11A0A05755B6}"/>
    <dgm:cxn modelId="{60A86AE2-B192-4E87-BD23-11E3548ECBC6}" srcId="{C1135C95-E088-4F9A-B4CF-B7868571D85A}" destId="{FD8EE601-4A46-49FE-817D-3D24689CEB29}" srcOrd="0" destOrd="0" parTransId="{6C31134E-54EE-4A60-BB2F-C551014C1BA0}" sibTransId="{37B18B10-2F5E-4BEC-8329-C3E6C598AFB9}"/>
    <dgm:cxn modelId="{ADF0EA29-79FE-4C5E-AE21-B78FC796F8DC}" srcId="{57271BF5-3384-494F-8EE2-B0099AA2ADC5}" destId="{C1135C95-E088-4F9A-B4CF-B7868571D85A}" srcOrd="1" destOrd="0" parTransId="{1BBC019F-F09F-41C7-A4FD-B3E1F96B354C}" sibTransId="{4C9F6E2C-ECEC-4C60-BD47-B82D1130192F}"/>
    <dgm:cxn modelId="{26C72C50-2D62-4EC3-85B2-A6A244E3D45F}" type="presOf" srcId="{8D61C92D-9191-4874-9CFF-78A0866029D4}" destId="{AA0CA36A-0A17-4B67-A665-2F00E07141FA}" srcOrd="1" destOrd="0" presId="urn:microsoft.com/office/officeart/2005/8/layout/hList9"/>
    <dgm:cxn modelId="{18033AA2-C8CD-4249-83EB-337960C49049}" type="presOf" srcId="{FD8EE601-4A46-49FE-817D-3D24689CEB29}" destId="{2951832D-1ECE-4132-861D-9593DB608B7C}" srcOrd="1" destOrd="0" presId="urn:microsoft.com/office/officeart/2005/8/layout/hList9"/>
    <dgm:cxn modelId="{7D77CE70-CBEA-44AB-AB5D-460BA0A494E5}" type="presParOf" srcId="{91AE385D-2E7A-47EB-92D0-2B431F8E904C}" destId="{B37D4B79-457B-416A-AA09-0D701FE2569A}" srcOrd="0" destOrd="0" presId="urn:microsoft.com/office/officeart/2005/8/layout/hList9"/>
    <dgm:cxn modelId="{14EF16F2-67FD-4B9F-83F4-7102C2FE96A9}" type="presParOf" srcId="{91AE385D-2E7A-47EB-92D0-2B431F8E904C}" destId="{E9F96228-AFF9-4399-A6E0-058513900475}" srcOrd="1" destOrd="0" presId="urn:microsoft.com/office/officeart/2005/8/layout/hList9"/>
    <dgm:cxn modelId="{0703353B-7B58-49FF-A251-92C97E653A61}" type="presParOf" srcId="{E9F96228-AFF9-4399-A6E0-058513900475}" destId="{83820F82-2FC6-4BCB-8A0D-FD2803A40CD2}" srcOrd="0" destOrd="0" presId="urn:microsoft.com/office/officeart/2005/8/layout/hList9"/>
    <dgm:cxn modelId="{DC14E2F1-68DA-41F1-8EA7-F5620ED379F0}" type="presParOf" srcId="{E9F96228-AFF9-4399-A6E0-058513900475}" destId="{58340007-59EC-42CA-A3DE-3A6A9C48EB5F}" srcOrd="1" destOrd="0" presId="urn:microsoft.com/office/officeart/2005/8/layout/hList9"/>
    <dgm:cxn modelId="{0350D7C9-516A-4FE2-B301-56D147708051}" type="presParOf" srcId="{58340007-59EC-42CA-A3DE-3A6A9C48EB5F}" destId="{5AC9886D-D5A1-433F-BF77-AB6675FA0438}" srcOrd="0" destOrd="0" presId="urn:microsoft.com/office/officeart/2005/8/layout/hList9"/>
    <dgm:cxn modelId="{506D0E9E-2867-4590-8B9F-26D01808D950}" type="presParOf" srcId="{58340007-59EC-42CA-A3DE-3A6A9C48EB5F}" destId="{AA0CA36A-0A17-4B67-A665-2F00E07141FA}" srcOrd="1" destOrd="0" presId="urn:microsoft.com/office/officeart/2005/8/layout/hList9"/>
    <dgm:cxn modelId="{4F0043A5-EFAF-4770-BC5E-089F71272064}" type="presParOf" srcId="{91AE385D-2E7A-47EB-92D0-2B431F8E904C}" destId="{AF3ED7DF-2208-46AF-A1FA-A5F449BCEA2B}" srcOrd="2" destOrd="0" presId="urn:microsoft.com/office/officeart/2005/8/layout/hList9"/>
    <dgm:cxn modelId="{3E13B64D-2019-4A78-BD2A-91BD12A3C36D}" type="presParOf" srcId="{91AE385D-2E7A-47EB-92D0-2B431F8E904C}" destId="{A7259D2B-682C-4690-A578-A421487D6A8C}" srcOrd="3" destOrd="0" presId="urn:microsoft.com/office/officeart/2005/8/layout/hList9"/>
    <dgm:cxn modelId="{7F6DF323-843D-49F3-ABCC-40C81C027E31}" type="presParOf" srcId="{91AE385D-2E7A-47EB-92D0-2B431F8E904C}" destId="{15FE8389-F8B6-4EA3-A57E-FF9DB06E4B65}" srcOrd="4" destOrd="0" presId="urn:microsoft.com/office/officeart/2005/8/layout/hList9"/>
    <dgm:cxn modelId="{F651E87F-3974-4174-BE4E-0C1C4319F4CD}" type="presParOf" srcId="{91AE385D-2E7A-47EB-92D0-2B431F8E904C}" destId="{912FA784-4886-4CC8-B59A-6E9B41B7E99B}" srcOrd="5" destOrd="0" presId="urn:microsoft.com/office/officeart/2005/8/layout/hList9"/>
    <dgm:cxn modelId="{84A14CF7-B231-4707-9777-5616D870B190}" type="presParOf" srcId="{91AE385D-2E7A-47EB-92D0-2B431F8E904C}" destId="{1D87439D-8CE3-413B-84DA-883EE3CA9434}" srcOrd="6" destOrd="0" presId="urn:microsoft.com/office/officeart/2005/8/layout/hList9"/>
    <dgm:cxn modelId="{C02CDD05-85AC-42E7-B833-1C5EEDA9DF86}" type="presParOf" srcId="{1D87439D-8CE3-413B-84DA-883EE3CA9434}" destId="{690EEB72-57E4-4086-B367-7345C1C1441A}" srcOrd="0" destOrd="0" presId="urn:microsoft.com/office/officeart/2005/8/layout/hList9"/>
    <dgm:cxn modelId="{153B70FA-C812-4C26-86AA-34F3DEC8B938}" type="presParOf" srcId="{1D87439D-8CE3-413B-84DA-883EE3CA9434}" destId="{5BDF7D9A-4076-4108-986C-8A383C4C7A7C}" srcOrd="1" destOrd="0" presId="urn:microsoft.com/office/officeart/2005/8/layout/hList9"/>
    <dgm:cxn modelId="{A5610ED3-30BE-4CF7-92DC-9AEDEA6EE477}" type="presParOf" srcId="{5BDF7D9A-4076-4108-986C-8A383C4C7A7C}" destId="{D25BB58F-CF33-46CE-9878-C731A44FB820}" srcOrd="0" destOrd="0" presId="urn:microsoft.com/office/officeart/2005/8/layout/hList9"/>
    <dgm:cxn modelId="{0D3DCA29-4D85-4E62-B4D8-43543DEA96ED}" type="presParOf" srcId="{5BDF7D9A-4076-4108-986C-8A383C4C7A7C}" destId="{2951832D-1ECE-4132-861D-9593DB608B7C}" srcOrd="1" destOrd="0" presId="urn:microsoft.com/office/officeart/2005/8/layout/hList9"/>
    <dgm:cxn modelId="{9B001E3F-3F11-4352-99F7-91EED62206FC}" type="presParOf" srcId="{91AE385D-2E7A-47EB-92D0-2B431F8E904C}" destId="{8282AA85-9318-4853-B0D1-12D9871C147C}" srcOrd="7" destOrd="0" presId="urn:microsoft.com/office/officeart/2005/8/layout/hList9"/>
    <dgm:cxn modelId="{0F32246E-AFE1-4A9E-A1E2-EEBB2FC401D2}" type="presParOf" srcId="{91AE385D-2E7A-47EB-92D0-2B431F8E904C}" destId="{188430F5-155F-47C7-A2C0-B613F877395A}" srcOrd="8" destOrd="0" presId="urn:microsoft.com/office/officeart/2005/8/layout/hList9"/>
    <dgm:cxn modelId="{39C50256-0133-45E6-8703-1C962C79EF9B}" type="presParOf" srcId="{91AE385D-2E7A-47EB-92D0-2B431F8E904C}" destId="{E83AE1E5-98F5-4B96-A299-4177682BFB59}" srcOrd="9" destOrd="0" presId="urn:microsoft.com/office/officeart/2005/8/layout/hList9"/>
    <dgm:cxn modelId="{5E9F18AD-5926-4FA0-BD06-9F7E4D313226}" type="presParOf" srcId="{91AE385D-2E7A-47EB-92D0-2B431F8E904C}" destId="{1AB27534-089A-4444-B95B-E13A09A66A47}" srcOrd="10" destOrd="0" presId="urn:microsoft.com/office/officeart/2005/8/layout/hList9"/>
    <dgm:cxn modelId="{4B23775F-7992-4661-B377-3A1E1F74E1E2}" type="presParOf" srcId="{91AE385D-2E7A-47EB-92D0-2B431F8E904C}" destId="{F3861825-6C8F-48E8-A33D-EF567683E6E8}" srcOrd="11" destOrd="0" presId="urn:microsoft.com/office/officeart/2005/8/layout/hList9"/>
    <dgm:cxn modelId="{B3213601-E24B-4F4F-8BAC-B84C311C7238}" type="presParOf" srcId="{F3861825-6C8F-48E8-A33D-EF567683E6E8}" destId="{A9DD8A80-5FF0-47DB-9C3D-25A3E23D721D}" srcOrd="0" destOrd="0" presId="urn:microsoft.com/office/officeart/2005/8/layout/hList9"/>
    <dgm:cxn modelId="{5CB33823-B6F7-4825-AFC6-3F9A8F1CB582}" type="presParOf" srcId="{F3861825-6C8F-48E8-A33D-EF567683E6E8}" destId="{7DAC5B84-8317-4B61-A3DB-8485158C8573}" srcOrd="1" destOrd="0" presId="urn:microsoft.com/office/officeart/2005/8/layout/hList9"/>
    <dgm:cxn modelId="{7CD3622E-5294-45C2-B97A-CC8EB0D45FAB}" type="presParOf" srcId="{7DAC5B84-8317-4B61-A3DB-8485158C8573}" destId="{6D6BB217-0C5F-4611-AC8B-B98E48C8D57B}" srcOrd="0" destOrd="0" presId="urn:microsoft.com/office/officeart/2005/8/layout/hList9"/>
    <dgm:cxn modelId="{E36DEA16-C1A2-4297-A18D-AD01273D053D}" type="presParOf" srcId="{7DAC5B84-8317-4B61-A3DB-8485158C8573}" destId="{5C16EE6E-4E8D-4AC3-9505-0DF6A1C13269}" srcOrd="1" destOrd="0" presId="urn:microsoft.com/office/officeart/2005/8/layout/hList9"/>
    <dgm:cxn modelId="{CFD0E5A2-9927-4426-B18F-987BA31D57BB}" type="presParOf" srcId="{91AE385D-2E7A-47EB-92D0-2B431F8E904C}" destId="{49C173F0-A336-41AF-8076-4A1C8333FA27}" srcOrd="12" destOrd="0" presId="urn:microsoft.com/office/officeart/2005/8/layout/hList9"/>
    <dgm:cxn modelId="{2C1B88F2-6659-4718-8161-CA034F206695}" type="presParOf" srcId="{91AE385D-2E7A-47EB-92D0-2B431F8E904C}" destId="{E94358F1-D67C-4AEE-98EC-DB7FE487F1D8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49720E6-37D3-4D53-8B22-BAC1C61C757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F7939D39-05A0-44C6-B234-1635EE322D50}">
      <dgm:prSet phldrT="[Texto]" custT="1"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sz="1800" b="1" dirty="0">
              <a:solidFill>
                <a:schemeClr val="bg1"/>
              </a:solidFill>
              <a:latin typeface="Lucida Sans Unicode" pitchFamily="34" charset="0"/>
            </a:rPr>
            <a:t>Informe  Anual sobre AIR/LC/FT/FPADM. Articulo 91</a:t>
          </a:r>
          <a:endParaRPr lang="es-VE" sz="1800" b="1" dirty="0">
            <a:solidFill>
              <a:schemeClr val="bg1"/>
            </a:solidFill>
          </a:endParaRPr>
        </a:p>
      </dgm:t>
    </dgm:pt>
    <dgm:pt modelId="{F27337E0-77D0-4FB0-A0BB-F1204622DE76}" type="parTrans" cxnId="{ED43C25D-3996-4148-9BE3-DB94DF136A57}">
      <dgm:prSet/>
      <dgm:spPr/>
      <dgm:t>
        <a:bodyPr/>
        <a:lstStyle/>
        <a:p>
          <a:endParaRPr lang="es-VE"/>
        </a:p>
      </dgm:t>
    </dgm:pt>
    <dgm:pt modelId="{5E727073-B84C-40A0-9224-72322E737A9E}" type="sibTrans" cxnId="{ED43C25D-3996-4148-9BE3-DB94DF136A57}">
      <dgm:prSet/>
      <dgm:spPr/>
      <dgm:t>
        <a:bodyPr/>
        <a:lstStyle/>
        <a:p>
          <a:endParaRPr lang="es-VE"/>
        </a:p>
      </dgm:t>
    </dgm:pt>
    <dgm:pt modelId="{CDCFFAB7-6E58-42BC-9677-B4D6D0BC22CF}">
      <dgm:prSet phldrT="[Texto]" custT="1"/>
      <dgm:spPr>
        <a:noFill/>
        <a:ln>
          <a:solidFill>
            <a:srgbClr val="FF8100">
              <a:alpha val="90000"/>
            </a:srgbClr>
          </a:solidFill>
        </a:ln>
      </dgm:spPr>
      <dgm:t>
        <a:bodyPr/>
        <a:lstStyle/>
        <a:p>
          <a:pPr algn="just"/>
          <a:r>
            <a:rPr lang="es-VE" sz="1800" b="1" dirty="0">
              <a:solidFill>
                <a:srgbClr val="005B9D"/>
              </a:solidFill>
              <a:latin typeface="+mn-lt"/>
            </a:rPr>
            <a:t>Se deberá presentar Informe Anual de AIR LC/FT/FPADM con enfoque basado en riesgos, que contenga deficiencias o debilidades del SIAR LC/FT/FPADM e incumplimientos de la norma. El Informe deberá ser remitido a SUDEASEG dentro de los 60 días posteriores al cierre del ejercicio fiscal.</a:t>
          </a:r>
        </a:p>
      </dgm:t>
    </dgm:pt>
    <dgm:pt modelId="{A21EF0BB-65F3-42F2-89DD-7CEF9DE295AE}" type="parTrans" cxnId="{1376C516-CAC2-4978-ACB7-1CA9B17A4375}">
      <dgm:prSet/>
      <dgm:spPr/>
      <dgm:t>
        <a:bodyPr/>
        <a:lstStyle/>
        <a:p>
          <a:endParaRPr lang="es-VE"/>
        </a:p>
      </dgm:t>
    </dgm:pt>
    <dgm:pt modelId="{37734D00-C63D-4FAE-BFAA-20633AE818FF}" type="sibTrans" cxnId="{1376C516-CAC2-4978-ACB7-1CA9B17A4375}">
      <dgm:prSet/>
      <dgm:spPr/>
      <dgm:t>
        <a:bodyPr/>
        <a:lstStyle/>
        <a:p>
          <a:endParaRPr lang="es-VE"/>
        </a:p>
      </dgm:t>
    </dgm:pt>
    <dgm:pt modelId="{EAC225B5-33A8-44C2-8BCC-5C96DE50DA2E}" type="pres">
      <dgm:prSet presAssocID="{849720E6-37D3-4D53-8B22-BAC1C61C7578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s-VE"/>
        </a:p>
      </dgm:t>
    </dgm:pt>
    <dgm:pt modelId="{98F75EA5-FF39-4AE9-B591-63C7F5BEBE71}" type="pres">
      <dgm:prSet presAssocID="{F7939D39-05A0-44C6-B234-1635EE322D50}" presName="posSpace" presStyleCnt="0"/>
      <dgm:spPr/>
    </dgm:pt>
    <dgm:pt modelId="{71A1700A-717A-46D1-B8FB-B0DC6DB81E01}" type="pres">
      <dgm:prSet presAssocID="{F7939D39-05A0-44C6-B234-1635EE322D50}" presName="vertFlow" presStyleCnt="0"/>
      <dgm:spPr/>
    </dgm:pt>
    <dgm:pt modelId="{79461A05-E436-4618-9FBF-B7E00FD71A1F}" type="pres">
      <dgm:prSet presAssocID="{F7939D39-05A0-44C6-B234-1635EE322D50}" presName="topSpace" presStyleCnt="0"/>
      <dgm:spPr/>
    </dgm:pt>
    <dgm:pt modelId="{70157E5A-56DB-446E-9931-447629865837}" type="pres">
      <dgm:prSet presAssocID="{F7939D39-05A0-44C6-B234-1635EE322D50}" presName="firstComp" presStyleCnt="0"/>
      <dgm:spPr/>
    </dgm:pt>
    <dgm:pt modelId="{263D9E69-1BCD-4585-AD07-05BD415D96AB}" type="pres">
      <dgm:prSet presAssocID="{F7939D39-05A0-44C6-B234-1635EE322D50}" presName="firstChild" presStyleLbl="bgAccFollowNode1" presStyleIdx="0" presStyleCnt="1" custScaleX="142591" custScaleY="120464"/>
      <dgm:spPr/>
      <dgm:t>
        <a:bodyPr/>
        <a:lstStyle/>
        <a:p>
          <a:endParaRPr lang="es-VE"/>
        </a:p>
      </dgm:t>
    </dgm:pt>
    <dgm:pt modelId="{A043A48D-5F51-4B8E-BE6A-8DB99653E03A}" type="pres">
      <dgm:prSet presAssocID="{F7939D39-05A0-44C6-B234-1635EE322D50}" presName="firstChildTx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3565C908-76B0-47A9-96D9-F2C933C8121F}" type="pres">
      <dgm:prSet presAssocID="{F7939D39-05A0-44C6-B234-1635EE322D50}" presName="negSpace" presStyleCnt="0"/>
      <dgm:spPr/>
    </dgm:pt>
    <dgm:pt modelId="{C3423A00-202F-4A0E-8326-DB998DE9F670}" type="pres">
      <dgm:prSet presAssocID="{F7939D39-05A0-44C6-B234-1635EE322D50}" presName="circle" presStyleLbl="node1" presStyleIdx="0" presStyleCnt="1" custScaleX="93054" custLinFactNeighborX="-55390" custLinFactNeighborY="6769"/>
      <dgm:spPr/>
      <dgm:t>
        <a:bodyPr/>
        <a:lstStyle/>
        <a:p>
          <a:endParaRPr lang="es-VE"/>
        </a:p>
      </dgm:t>
    </dgm:pt>
  </dgm:ptLst>
  <dgm:cxnLst>
    <dgm:cxn modelId="{65578E88-7C71-45F8-AAC5-79358854CFD7}" type="presOf" srcId="{F7939D39-05A0-44C6-B234-1635EE322D50}" destId="{C3423A00-202F-4A0E-8326-DB998DE9F670}" srcOrd="0" destOrd="0" presId="urn:microsoft.com/office/officeart/2005/8/layout/hList9"/>
    <dgm:cxn modelId="{1376C516-CAC2-4978-ACB7-1CA9B17A4375}" srcId="{F7939D39-05A0-44C6-B234-1635EE322D50}" destId="{CDCFFAB7-6E58-42BC-9677-B4D6D0BC22CF}" srcOrd="0" destOrd="0" parTransId="{A21EF0BB-65F3-42F2-89DD-7CEF9DE295AE}" sibTransId="{37734D00-C63D-4FAE-BFAA-20633AE818FF}"/>
    <dgm:cxn modelId="{7D5C647F-69C2-4272-8EDF-9B6AFFFDFBBF}" type="presOf" srcId="{CDCFFAB7-6E58-42BC-9677-B4D6D0BC22CF}" destId="{263D9E69-1BCD-4585-AD07-05BD415D96AB}" srcOrd="0" destOrd="0" presId="urn:microsoft.com/office/officeart/2005/8/layout/hList9"/>
    <dgm:cxn modelId="{50F55E95-A572-4993-BA17-4FF395FDC013}" type="presOf" srcId="{CDCFFAB7-6E58-42BC-9677-B4D6D0BC22CF}" destId="{A043A48D-5F51-4B8E-BE6A-8DB99653E03A}" srcOrd="1" destOrd="0" presId="urn:microsoft.com/office/officeart/2005/8/layout/hList9"/>
    <dgm:cxn modelId="{8D31735C-773A-43C1-96CE-03CDCAAD962A}" type="presOf" srcId="{849720E6-37D3-4D53-8B22-BAC1C61C7578}" destId="{EAC225B5-33A8-44C2-8BCC-5C96DE50DA2E}" srcOrd="0" destOrd="0" presId="urn:microsoft.com/office/officeart/2005/8/layout/hList9"/>
    <dgm:cxn modelId="{ED43C25D-3996-4148-9BE3-DB94DF136A57}" srcId="{849720E6-37D3-4D53-8B22-BAC1C61C7578}" destId="{F7939D39-05A0-44C6-B234-1635EE322D50}" srcOrd="0" destOrd="0" parTransId="{F27337E0-77D0-4FB0-A0BB-F1204622DE76}" sibTransId="{5E727073-B84C-40A0-9224-72322E737A9E}"/>
    <dgm:cxn modelId="{C1E1E558-1E7C-40B5-97A9-8185DA83EB89}" type="presParOf" srcId="{EAC225B5-33A8-44C2-8BCC-5C96DE50DA2E}" destId="{98F75EA5-FF39-4AE9-B591-63C7F5BEBE71}" srcOrd="0" destOrd="0" presId="urn:microsoft.com/office/officeart/2005/8/layout/hList9"/>
    <dgm:cxn modelId="{113C0894-7B8A-452B-A941-B648E1C0DC9F}" type="presParOf" srcId="{EAC225B5-33A8-44C2-8BCC-5C96DE50DA2E}" destId="{71A1700A-717A-46D1-B8FB-B0DC6DB81E01}" srcOrd="1" destOrd="0" presId="urn:microsoft.com/office/officeart/2005/8/layout/hList9"/>
    <dgm:cxn modelId="{323AB8F2-9A36-404C-9C06-75D926E6B603}" type="presParOf" srcId="{71A1700A-717A-46D1-B8FB-B0DC6DB81E01}" destId="{79461A05-E436-4618-9FBF-B7E00FD71A1F}" srcOrd="0" destOrd="0" presId="urn:microsoft.com/office/officeart/2005/8/layout/hList9"/>
    <dgm:cxn modelId="{ED3F7FD6-80F7-431D-87BB-BE42B8AB7BE5}" type="presParOf" srcId="{71A1700A-717A-46D1-B8FB-B0DC6DB81E01}" destId="{70157E5A-56DB-446E-9931-447629865837}" srcOrd="1" destOrd="0" presId="urn:microsoft.com/office/officeart/2005/8/layout/hList9"/>
    <dgm:cxn modelId="{AA148D70-51A2-49BB-88E4-8588DC39A8BB}" type="presParOf" srcId="{70157E5A-56DB-446E-9931-447629865837}" destId="{263D9E69-1BCD-4585-AD07-05BD415D96AB}" srcOrd="0" destOrd="0" presId="urn:microsoft.com/office/officeart/2005/8/layout/hList9"/>
    <dgm:cxn modelId="{1ED0AAA7-C227-4DE4-BD10-F5321BF71EB5}" type="presParOf" srcId="{70157E5A-56DB-446E-9931-447629865837}" destId="{A043A48D-5F51-4B8E-BE6A-8DB99653E03A}" srcOrd="1" destOrd="0" presId="urn:microsoft.com/office/officeart/2005/8/layout/hList9"/>
    <dgm:cxn modelId="{9BB26D32-E5B9-47E5-BC9C-486707EB7C45}" type="presParOf" srcId="{EAC225B5-33A8-44C2-8BCC-5C96DE50DA2E}" destId="{3565C908-76B0-47A9-96D9-F2C933C8121F}" srcOrd="2" destOrd="0" presId="urn:microsoft.com/office/officeart/2005/8/layout/hList9"/>
    <dgm:cxn modelId="{29724FF1-A223-48E8-8C3E-20BAD7424391}" type="presParOf" srcId="{EAC225B5-33A8-44C2-8BCC-5C96DE50DA2E}" destId="{C3423A00-202F-4A0E-8326-DB998DE9F670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ECEF5C3-9782-4D90-8CA9-393A562934F9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327E1BB5-012F-4530-B5F7-761976CF53E1}">
      <dgm:prSet phldrT="[Texto]" custT="1"/>
      <dgm:spPr>
        <a:noFill/>
        <a:ln w="25400">
          <a:solidFill>
            <a:srgbClr val="FF8100">
              <a:alpha val="90000"/>
            </a:srgbClr>
          </a:solidFill>
        </a:ln>
      </dgm:spPr>
      <dgm:t>
        <a:bodyPr/>
        <a:lstStyle/>
        <a:p>
          <a:r>
            <a:rPr lang="es-VE" sz="1600" b="1" dirty="0">
              <a:solidFill>
                <a:schemeClr val="tx1"/>
              </a:solidFill>
              <a:latin typeface="Lucida Sans Unicode" pitchFamily="34" charset="0"/>
            </a:rPr>
            <a:t>Articulo. 112.- </a:t>
          </a:r>
        </a:p>
        <a:p>
          <a:r>
            <a:rPr lang="es-VE" sz="1600" b="1" dirty="0">
              <a:solidFill>
                <a:schemeClr val="tx1"/>
              </a:solidFill>
              <a:latin typeface="Lucida Sans Unicode" pitchFamily="34" charset="0"/>
            </a:rPr>
            <a:t>La Superintendencia de la Actividad Aseguradora a través de la Unidad de Prevención y Control de Legitimación de Capitales deberá ejercer el control, vigilancia previa, supervisión, inspección, verificación y fiscalización de tales operaciones que puedan realizarse a través de la Actividad Aseguradora.</a:t>
          </a:r>
          <a:endParaRPr lang="es-VE" sz="1600" b="1" dirty="0">
            <a:solidFill>
              <a:schemeClr val="tx1"/>
            </a:solidFill>
          </a:endParaRPr>
        </a:p>
      </dgm:t>
    </dgm:pt>
    <dgm:pt modelId="{8ACF9C89-37F6-481D-B278-73653B8C2006}" type="parTrans" cxnId="{271FCF66-FD86-458B-8097-F2593E82B1F9}">
      <dgm:prSet/>
      <dgm:spPr/>
      <dgm:t>
        <a:bodyPr/>
        <a:lstStyle/>
        <a:p>
          <a:endParaRPr lang="es-VE"/>
        </a:p>
      </dgm:t>
    </dgm:pt>
    <dgm:pt modelId="{5028D81A-214C-49A8-98AE-5A3104E0FD43}" type="sibTrans" cxnId="{271FCF66-FD86-458B-8097-F2593E82B1F9}">
      <dgm:prSet/>
      <dgm:spPr/>
      <dgm:t>
        <a:bodyPr/>
        <a:lstStyle/>
        <a:p>
          <a:endParaRPr lang="es-VE"/>
        </a:p>
      </dgm:t>
    </dgm:pt>
    <dgm:pt modelId="{220CF146-3CF4-4DE1-B735-622C821E3C5F}">
      <dgm:prSet/>
      <dgm:spPr>
        <a:solidFill>
          <a:srgbClr val="005B9D"/>
        </a:solidFill>
        <a:ln>
          <a:noFill/>
        </a:ln>
      </dgm:spPr>
      <dgm:t>
        <a:bodyPr/>
        <a:lstStyle/>
        <a:p>
          <a:r>
            <a:rPr lang="es-VE" b="1" dirty="0">
              <a:solidFill>
                <a:schemeClr val="bg1"/>
              </a:solidFill>
              <a:latin typeface="+mn-lt"/>
            </a:rPr>
            <a:t>ATRIBUCIONES DEL ORGANO REGULADOR</a:t>
          </a:r>
        </a:p>
      </dgm:t>
    </dgm:pt>
    <dgm:pt modelId="{B33855BD-BC54-442F-83AC-16AF33921B20}" type="parTrans" cxnId="{DB21C3B5-5CC0-4C04-A593-C73D21C4CCDD}">
      <dgm:prSet/>
      <dgm:spPr/>
      <dgm:t>
        <a:bodyPr/>
        <a:lstStyle/>
        <a:p>
          <a:endParaRPr lang="es-VE"/>
        </a:p>
      </dgm:t>
    </dgm:pt>
    <dgm:pt modelId="{82EAE89E-A0C3-45A4-8B7A-0E7D0BC55473}" type="sibTrans" cxnId="{DB21C3B5-5CC0-4C04-A593-C73D21C4CCDD}">
      <dgm:prSet/>
      <dgm:spPr/>
      <dgm:t>
        <a:bodyPr/>
        <a:lstStyle/>
        <a:p>
          <a:endParaRPr lang="es-VE"/>
        </a:p>
      </dgm:t>
    </dgm:pt>
    <dgm:pt modelId="{CFEC81BC-FFC5-4E20-BB93-559192C25436}" type="pres">
      <dgm:prSet presAssocID="{DECEF5C3-9782-4D90-8CA9-393A562934F9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s-VE"/>
        </a:p>
      </dgm:t>
    </dgm:pt>
    <dgm:pt modelId="{D747D0C6-EBFE-458F-A9E7-051E42485074}" type="pres">
      <dgm:prSet presAssocID="{220CF146-3CF4-4DE1-B735-622C821E3C5F}" presName="posSpace" presStyleCnt="0"/>
      <dgm:spPr/>
    </dgm:pt>
    <dgm:pt modelId="{7DC457CE-3D42-42E8-B403-5E304CF259A6}" type="pres">
      <dgm:prSet presAssocID="{220CF146-3CF4-4DE1-B735-622C821E3C5F}" presName="vertFlow" presStyleCnt="0"/>
      <dgm:spPr/>
    </dgm:pt>
    <dgm:pt modelId="{8AB1F1EF-CAD9-43A3-AE73-5EBBCA4010C3}" type="pres">
      <dgm:prSet presAssocID="{220CF146-3CF4-4DE1-B735-622C821E3C5F}" presName="topSpace" presStyleCnt="0"/>
      <dgm:spPr/>
    </dgm:pt>
    <dgm:pt modelId="{59C4A5AC-7EC6-400E-A531-7F05464BA20E}" type="pres">
      <dgm:prSet presAssocID="{220CF146-3CF4-4DE1-B735-622C821E3C5F}" presName="firstComp" presStyleCnt="0"/>
      <dgm:spPr/>
    </dgm:pt>
    <dgm:pt modelId="{8C37680B-F8D9-4FBD-88B8-235627D7C95D}" type="pres">
      <dgm:prSet presAssocID="{220CF146-3CF4-4DE1-B735-622C821E3C5F}" presName="firstChild" presStyleLbl="bgAccFollowNode1" presStyleIdx="0" presStyleCnt="1" custScaleX="116752" custLinFactNeighborX="-477" custLinFactNeighborY="-6918"/>
      <dgm:spPr/>
      <dgm:t>
        <a:bodyPr/>
        <a:lstStyle/>
        <a:p>
          <a:endParaRPr lang="es-VE"/>
        </a:p>
      </dgm:t>
    </dgm:pt>
    <dgm:pt modelId="{AD0DC111-69CC-47AB-BBF7-C674D384FC59}" type="pres">
      <dgm:prSet presAssocID="{220CF146-3CF4-4DE1-B735-622C821E3C5F}" presName="firstChildTx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VE"/>
        </a:p>
      </dgm:t>
    </dgm:pt>
    <dgm:pt modelId="{57D354FD-4C1C-4205-8501-6246BA7589BD}" type="pres">
      <dgm:prSet presAssocID="{220CF146-3CF4-4DE1-B735-622C821E3C5F}" presName="negSpace" presStyleCnt="0"/>
      <dgm:spPr/>
    </dgm:pt>
    <dgm:pt modelId="{64D02057-8548-486B-B9A4-BDA285C0795B}" type="pres">
      <dgm:prSet presAssocID="{220CF146-3CF4-4DE1-B735-622C821E3C5F}" presName="circle" presStyleLbl="node1" presStyleIdx="0" presStyleCnt="1" custLinFactNeighborX="-24489" custLinFactNeighborY="3522"/>
      <dgm:spPr/>
      <dgm:t>
        <a:bodyPr/>
        <a:lstStyle/>
        <a:p>
          <a:endParaRPr lang="es-VE"/>
        </a:p>
      </dgm:t>
    </dgm:pt>
  </dgm:ptLst>
  <dgm:cxnLst>
    <dgm:cxn modelId="{7257BC0E-AE3E-4D59-81E7-FB8EAEE817A3}" type="presOf" srcId="{327E1BB5-012F-4530-B5F7-761976CF53E1}" destId="{AD0DC111-69CC-47AB-BBF7-C674D384FC59}" srcOrd="1" destOrd="0" presId="urn:microsoft.com/office/officeart/2005/8/layout/hList9"/>
    <dgm:cxn modelId="{6F6694F7-C5B0-421E-BF5D-FDA310C5EF76}" type="presOf" srcId="{DECEF5C3-9782-4D90-8CA9-393A562934F9}" destId="{CFEC81BC-FFC5-4E20-BB93-559192C25436}" srcOrd="0" destOrd="0" presId="urn:microsoft.com/office/officeart/2005/8/layout/hList9"/>
    <dgm:cxn modelId="{DB21C3B5-5CC0-4C04-A593-C73D21C4CCDD}" srcId="{DECEF5C3-9782-4D90-8CA9-393A562934F9}" destId="{220CF146-3CF4-4DE1-B735-622C821E3C5F}" srcOrd="0" destOrd="0" parTransId="{B33855BD-BC54-442F-83AC-16AF33921B20}" sibTransId="{82EAE89E-A0C3-45A4-8B7A-0E7D0BC55473}"/>
    <dgm:cxn modelId="{271FCF66-FD86-458B-8097-F2593E82B1F9}" srcId="{220CF146-3CF4-4DE1-B735-622C821E3C5F}" destId="{327E1BB5-012F-4530-B5F7-761976CF53E1}" srcOrd="0" destOrd="0" parTransId="{8ACF9C89-37F6-481D-B278-73653B8C2006}" sibTransId="{5028D81A-214C-49A8-98AE-5A3104E0FD43}"/>
    <dgm:cxn modelId="{F2314C94-2457-4ABB-A408-056E65348948}" type="presOf" srcId="{327E1BB5-012F-4530-B5F7-761976CF53E1}" destId="{8C37680B-F8D9-4FBD-88B8-235627D7C95D}" srcOrd="0" destOrd="0" presId="urn:microsoft.com/office/officeart/2005/8/layout/hList9"/>
    <dgm:cxn modelId="{6E35328F-E006-4654-AF7D-0AFADEAB9B14}" type="presOf" srcId="{220CF146-3CF4-4DE1-B735-622C821E3C5F}" destId="{64D02057-8548-486B-B9A4-BDA285C0795B}" srcOrd="0" destOrd="0" presId="urn:microsoft.com/office/officeart/2005/8/layout/hList9"/>
    <dgm:cxn modelId="{D833F215-772A-459B-AB0A-99FD77011F7E}" type="presParOf" srcId="{CFEC81BC-FFC5-4E20-BB93-559192C25436}" destId="{D747D0C6-EBFE-458F-A9E7-051E42485074}" srcOrd="0" destOrd="0" presId="urn:microsoft.com/office/officeart/2005/8/layout/hList9"/>
    <dgm:cxn modelId="{8FB3B92B-7D5C-4755-99F1-3BC53CC0DA37}" type="presParOf" srcId="{CFEC81BC-FFC5-4E20-BB93-559192C25436}" destId="{7DC457CE-3D42-42E8-B403-5E304CF259A6}" srcOrd="1" destOrd="0" presId="urn:microsoft.com/office/officeart/2005/8/layout/hList9"/>
    <dgm:cxn modelId="{71FC664F-C738-42C4-B4B8-C579D702C0F4}" type="presParOf" srcId="{7DC457CE-3D42-42E8-B403-5E304CF259A6}" destId="{8AB1F1EF-CAD9-43A3-AE73-5EBBCA4010C3}" srcOrd="0" destOrd="0" presId="urn:microsoft.com/office/officeart/2005/8/layout/hList9"/>
    <dgm:cxn modelId="{6CA381C8-818A-41E0-B357-F88C0F733F61}" type="presParOf" srcId="{7DC457CE-3D42-42E8-B403-5E304CF259A6}" destId="{59C4A5AC-7EC6-400E-A531-7F05464BA20E}" srcOrd="1" destOrd="0" presId="urn:microsoft.com/office/officeart/2005/8/layout/hList9"/>
    <dgm:cxn modelId="{C1A9B269-52D0-4E86-8846-A10E692B1ACC}" type="presParOf" srcId="{59C4A5AC-7EC6-400E-A531-7F05464BA20E}" destId="{8C37680B-F8D9-4FBD-88B8-235627D7C95D}" srcOrd="0" destOrd="0" presId="urn:microsoft.com/office/officeart/2005/8/layout/hList9"/>
    <dgm:cxn modelId="{48969F68-8535-419F-B0C6-37AAE361932E}" type="presParOf" srcId="{59C4A5AC-7EC6-400E-A531-7F05464BA20E}" destId="{AD0DC111-69CC-47AB-BBF7-C674D384FC59}" srcOrd="1" destOrd="0" presId="urn:microsoft.com/office/officeart/2005/8/layout/hList9"/>
    <dgm:cxn modelId="{9C449B39-8F6A-4CD1-B765-32DC3220A310}" type="presParOf" srcId="{CFEC81BC-FFC5-4E20-BB93-559192C25436}" destId="{57D354FD-4C1C-4205-8501-6246BA7589BD}" srcOrd="2" destOrd="0" presId="urn:microsoft.com/office/officeart/2005/8/layout/hList9"/>
    <dgm:cxn modelId="{E33053FF-372C-4B73-B262-21105AEBF57B}" type="presParOf" srcId="{CFEC81BC-FFC5-4E20-BB93-559192C25436}" destId="{64D02057-8548-486B-B9A4-BDA285C0795B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CE4225B-B870-45FD-9E19-B607A54CE1A0}">
      <dsp:nvSpPr>
        <dsp:cNvPr id="0" name=""/>
        <dsp:cNvSpPr/>
      </dsp:nvSpPr>
      <dsp:spPr>
        <a:xfrm>
          <a:off x="0" y="0"/>
          <a:ext cx="3707904" cy="3240000"/>
        </a:xfrm>
        <a:prstGeom prst="rightArrow">
          <a:avLst/>
        </a:prstGeom>
        <a:solidFill>
          <a:srgbClr val="005B9D"/>
        </a:solidFill>
        <a:ln w="25400" cap="flat" cmpd="sng" algn="ctr">
          <a:solidFill>
            <a:srgbClr val="FB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698DA-09A3-4D04-B856-6D9AC65D8196}">
      <dsp:nvSpPr>
        <dsp:cNvPr id="0" name=""/>
        <dsp:cNvSpPr/>
      </dsp:nvSpPr>
      <dsp:spPr>
        <a:xfrm>
          <a:off x="299094" y="841624"/>
          <a:ext cx="3038018" cy="16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3840" rIns="0" bIns="2438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400" kern="1200" dirty="0">
              <a:solidFill>
                <a:schemeClr val="bg1"/>
              </a:solidFill>
              <a:latin typeface="Lucida Sans Unicode" pitchFamily="34" charset="0"/>
            </a:rPr>
            <a:t>Falsedad de los datos aportados</a:t>
          </a:r>
          <a:endParaRPr lang="es-VE" sz="2400" kern="1200" dirty="0">
            <a:solidFill>
              <a:schemeClr val="bg1"/>
            </a:solidFill>
          </a:endParaRPr>
        </a:p>
      </dsp:txBody>
      <dsp:txXfrm>
        <a:off x="299094" y="841624"/>
        <a:ext cx="3038018" cy="162000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C09FD3F-2DAB-0F43-874C-AEFA729351D8}">
      <dsp:nvSpPr>
        <dsp:cNvPr id="0" name=""/>
        <dsp:cNvSpPr/>
      </dsp:nvSpPr>
      <dsp:spPr>
        <a:xfrm>
          <a:off x="4036032" y="1559467"/>
          <a:ext cx="2611104" cy="453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583"/>
              </a:lnTo>
              <a:lnTo>
                <a:pt x="2611104" y="226583"/>
              </a:lnTo>
              <a:lnTo>
                <a:pt x="2611104" y="4531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308E2-961C-554F-B496-513BFF933D00}">
      <dsp:nvSpPr>
        <dsp:cNvPr id="0" name=""/>
        <dsp:cNvSpPr/>
      </dsp:nvSpPr>
      <dsp:spPr>
        <a:xfrm>
          <a:off x="3678419" y="1559467"/>
          <a:ext cx="357613" cy="1381543"/>
        </a:xfrm>
        <a:custGeom>
          <a:avLst/>
          <a:gdLst/>
          <a:ahLst/>
          <a:cxnLst/>
          <a:rect l="0" t="0" r="0" b="0"/>
          <a:pathLst>
            <a:path>
              <a:moveTo>
                <a:pt x="357613" y="0"/>
              </a:moveTo>
              <a:lnTo>
                <a:pt x="357613" y="1154960"/>
              </a:lnTo>
              <a:lnTo>
                <a:pt x="0" y="1154960"/>
              </a:lnTo>
              <a:lnTo>
                <a:pt x="0" y="13815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3B4C5-8620-7746-9D59-CF805623D16F}">
      <dsp:nvSpPr>
        <dsp:cNvPr id="0" name=""/>
        <dsp:cNvSpPr/>
      </dsp:nvSpPr>
      <dsp:spPr>
        <a:xfrm>
          <a:off x="1078968" y="1559467"/>
          <a:ext cx="2957063" cy="886049"/>
        </a:xfrm>
        <a:custGeom>
          <a:avLst/>
          <a:gdLst/>
          <a:ahLst/>
          <a:cxnLst/>
          <a:rect l="0" t="0" r="0" b="0"/>
          <a:pathLst>
            <a:path>
              <a:moveTo>
                <a:pt x="2957063" y="0"/>
              </a:moveTo>
              <a:lnTo>
                <a:pt x="2957063" y="659465"/>
              </a:lnTo>
              <a:lnTo>
                <a:pt x="0" y="659465"/>
              </a:lnTo>
              <a:lnTo>
                <a:pt x="0" y="8860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5A8E2B-32DA-EE4F-8BF3-B8C538D7C10E}">
      <dsp:nvSpPr>
        <dsp:cNvPr id="0" name=""/>
        <dsp:cNvSpPr/>
      </dsp:nvSpPr>
      <dsp:spPr>
        <a:xfrm>
          <a:off x="846482" y="480498"/>
          <a:ext cx="6379100" cy="1078968"/>
        </a:xfrm>
        <a:prstGeom prst="rect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400" b="1" kern="1200" dirty="0">
              <a:solidFill>
                <a:srgbClr val="FBFFFF"/>
              </a:solidFill>
              <a:cs typeface="Arial" charset="0"/>
            </a:rPr>
            <a:t>CONOCIMIENTO DEL CLIENTE DE SU CLIENTE</a:t>
          </a:r>
          <a:endParaRPr lang="es-MX" sz="2400" kern="1200" dirty="0">
            <a:solidFill>
              <a:srgbClr val="FBFFFF"/>
            </a:solidFill>
          </a:endParaRPr>
        </a:p>
      </dsp:txBody>
      <dsp:txXfrm>
        <a:off x="846482" y="480498"/>
        <a:ext cx="6379100" cy="1078968"/>
      </dsp:txXfrm>
    </dsp:sp>
    <dsp:sp modelId="{8AC89979-5885-D841-8659-3EA08095288F}">
      <dsp:nvSpPr>
        <dsp:cNvPr id="0" name=""/>
        <dsp:cNvSpPr/>
      </dsp:nvSpPr>
      <dsp:spPr>
        <a:xfrm>
          <a:off x="0" y="2445516"/>
          <a:ext cx="2157937" cy="1078968"/>
        </a:xfrm>
        <a:prstGeom prst="rect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kern="1200" dirty="0"/>
            <a:t>SUJETOS OBLIGADOS</a:t>
          </a:r>
        </a:p>
      </dsp:txBody>
      <dsp:txXfrm>
        <a:off x="0" y="2445516"/>
        <a:ext cx="2157937" cy="1078968"/>
      </dsp:txXfrm>
    </dsp:sp>
    <dsp:sp modelId="{3CD6E4A6-2D10-F345-B16D-554F0B68D841}">
      <dsp:nvSpPr>
        <dsp:cNvPr id="0" name=""/>
        <dsp:cNvSpPr/>
      </dsp:nvSpPr>
      <dsp:spPr>
        <a:xfrm>
          <a:off x="2599450" y="2941010"/>
          <a:ext cx="2157937" cy="1078968"/>
        </a:xfrm>
        <a:prstGeom prst="rect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kern="1200" dirty="0"/>
            <a:t>SISTEMA DE ADMINISTRACION DE  RIESGOS LC/FT/FPADM</a:t>
          </a:r>
          <a:endParaRPr lang="es-MX" sz="1800" kern="1200" dirty="0"/>
        </a:p>
      </dsp:txBody>
      <dsp:txXfrm>
        <a:off x="2599450" y="2941010"/>
        <a:ext cx="2157937" cy="1078968"/>
      </dsp:txXfrm>
    </dsp:sp>
    <dsp:sp modelId="{7C54D86F-4CB8-7240-B3C1-9CE561CD6CD4}">
      <dsp:nvSpPr>
        <dsp:cNvPr id="0" name=""/>
        <dsp:cNvSpPr/>
      </dsp:nvSpPr>
      <dsp:spPr>
        <a:xfrm>
          <a:off x="5224516" y="2012633"/>
          <a:ext cx="2845240" cy="2580094"/>
        </a:xfrm>
        <a:prstGeom prst="rect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itchFamily="34" charset="0"/>
            <a:buChar char="•"/>
          </a:pPr>
          <a:r>
            <a:rPr lang="es-VE" sz="1800" kern="1200" dirty="0"/>
            <a:t>PRESENCIA FISICA EN EL PAIS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itchFamily="34" charset="0"/>
            <a:buChar char="•"/>
          </a:pPr>
          <a:r>
            <a:rPr lang="es-VE" sz="1800" kern="1200" dirty="0"/>
            <a:t>AUTORIZACION PARA OPERAR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itchFamily="34" charset="0"/>
            <a:buChar char="•"/>
          </a:pPr>
          <a:r>
            <a:rPr lang="es-VE" sz="1800" kern="1200" dirty="0"/>
            <a:t>DETERM INAR LA IDENTIDAD DE LOS ACCIONISTAS</a:t>
          </a:r>
          <a:endParaRPr lang="es-MX" sz="1800" kern="1200" dirty="0"/>
        </a:p>
      </dsp:txBody>
      <dsp:txXfrm>
        <a:off x="5224516" y="2012633"/>
        <a:ext cx="2845240" cy="2580094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F94C476-79DA-404D-915E-C6473ACE4511}">
      <dsp:nvSpPr>
        <dsp:cNvPr id="0" name=""/>
        <dsp:cNvSpPr/>
      </dsp:nvSpPr>
      <dsp:spPr>
        <a:xfrm>
          <a:off x="5508" y="1449988"/>
          <a:ext cx="1289215" cy="1733984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1600" b="1" kern="1200" dirty="0">
              <a:solidFill>
                <a:schemeClr val="bg1"/>
              </a:solidFill>
            </a:rPr>
            <a:t>   QUÉ ES LA</a:t>
          </a:r>
          <a:r>
            <a:rPr lang="es-VE" sz="1600" kern="1200" dirty="0">
              <a:solidFill>
                <a:schemeClr val="bg1"/>
              </a:solidFill>
            </a:rPr>
            <a:t> </a:t>
          </a:r>
          <a:r>
            <a:rPr lang="es-VE" sz="1600" b="1" kern="1200" dirty="0">
              <a:solidFill>
                <a:schemeClr val="bg1"/>
              </a:solidFill>
            </a:rPr>
            <a:t>DEBIDA   DILIGENCIA</a:t>
          </a:r>
          <a:r>
            <a:rPr lang="es-VE" sz="1600" kern="1200" dirty="0">
              <a:solidFill>
                <a:schemeClr val="bg1"/>
              </a:solidFill>
            </a:rPr>
            <a:t>.  Articulo .- 80</a:t>
          </a:r>
          <a:endParaRPr lang="es-MX" sz="1600" kern="1200" dirty="0">
            <a:solidFill>
              <a:schemeClr val="bg1"/>
            </a:solidFill>
          </a:endParaRPr>
        </a:p>
      </dsp:txBody>
      <dsp:txXfrm>
        <a:off x="5508" y="1449988"/>
        <a:ext cx="1289215" cy="1733984"/>
      </dsp:txXfrm>
    </dsp:sp>
    <dsp:sp modelId="{F87F88BA-5969-1742-B930-B3C12BC18A1F}">
      <dsp:nvSpPr>
        <dsp:cNvPr id="0" name=""/>
        <dsp:cNvSpPr/>
      </dsp:nvSpPr>
      <dsp:spPr>
        <a:xfrm>
          <a:off x="1446035" y="2129355"/>
          <a:ext cx="320779" cy="375251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600" kern="1200"/>
        </a:p>
      </dsp:txBody>
      <dsp:txXfrm>
        <a:off x="1446035" y="2129355"/>
        <a:ext cx="320779" cy="375251"/>
      </dsp:txXfrm>
    </dsp:sp>
    <dsp:sp modelId="{72D03197-2FFA-D543-9CEB-7CF6BA8D8806}">
      <dsp:nvSpPr>
        <dsp:cNvPr id="0" name=""/>
        <dsp:cNvSpPr/>
      </dsp:nvSpPr>
      <dsp:spPr>
        <a:xfrm>
          <a:off x="1899968" y="1296145"/>
          <a:ext cx="2001951" cy="2041670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Char char="-"/>
          </a:pPr>
          <a:r>
            <a:rPr lang="es-VE" sz="1600" kern="1200" dirty="0">
              <a:solidFill>
                <a:schemeClr val="bg1"/>
              </a:solidFill>
            </a:rPr>
            <a:t>- Conjunto de Acciones.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Char char="-"/>
          </a:pPr>
          <a:r>
            <a:rPr lang="es-VE" sz="1600" kern="1200" dirty="0">
              <a:solidFill>
                <a:schemeClr val="bg1"/>
              </a:solidFill>
            </a:rPr>
            <a:t>- Actividades.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Char char="-"/>
          </a:pPr>
          <a:r>
            <a:rPr lang="es-VE" sz="1600" kern="1200" dirty="0">
              <a:solidFill>
                <a:schemeClr val="bg1"/>
              </a:solidFill>
            </a:rPr>
            <a:t>- Procedimientos.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Char char="-"/>
          </a:pPr>
          <a:r>
            <a:rPr lang="es-VE" sz="1600" kern="1200" dirty="0">
              <a:solidFill>
                <a:schemeClr val="bg1"/>
              </a:solidFill>
            </a:rPr>
            <a:t>- Políticas.</a:t>
          </a:r>
          <a:endParaRPr lang="es-MX" sz="1600" kern="1200" dirty="0">
            <a:solidFill>
              <a:schemeClr val="bg1"/>
            </a:solidFill>
          </a:endParaRPr>
        </a:p>
      </dsp:txBody>
      <dsp:txXfrm>
        <a:off x="1899968" y="1296145"/>
        <a:ext cx="2001951" cy="2041670"/>
      </dsp:txXfrm>
    </dsp:sp>
    <dsp:sp modelId="{D3691250-D9FD-734B-BAD3-A917353CEBCA}">
      <dsp:nvSpPr>
        <dsp:cNvPr id="0" name=""/>
        <dsp:cNvSpPr/>
      </dsp:nvSpPr>
      <dsp:spPr>
        <a:xfrm>
          <a:off x="3987881" y="2191283"/>
          <a:ext cx="320779" cy="375251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600" kern="1200"/>
        </a:p>
      </dsp:txBody>
      <dsp:txXfrm>
        <a:off x="3987881" y="2191283"/>
        <a:ext cx="320779" cy="375251"/>
      </dsp:txXfrm>
    </dsp:sp>
    <dsp:sp modelId="{149FD14F-EEA1-7340-AC8C-D3AF02EA1FEE}">
      <dsp:nvSpPr>
        <dsp:cNvPr id="0" name=""/>
        <dsp:cNvSpPr/>
      </dsp:nvSpPr>
      <dsp:spPr>
        <a:xfrm>
          <a:off x="4507164" y="319081"/>
          <a:ext cx="4452298" cy="3995799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Para lograr el adecuado conocimiento sobre :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Clientes y relacionados.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Beneficiarios finales y de las actividades que estos realizan.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 Cliente de su cliente.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Proveedores.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Reaseguradores o Retrocesionarios.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Intermediarios y todo  aquellos relacionados o vinculados y asociados, hasta identificar al beneficiario final.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- Empleados. 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4507164" y="319081"/>
        <a:ext cx="4452298" cy="3995799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A4181D3-FA8A-4508-B394-14FA3AD4BFF9}">
      <dsp:nvSpPr>
        <dsp:cNvPr id="0" name=""/>
        <dsp:cNvSpPr/>
      </dsp:nvSpPr>
      <dsp:spPr>
        <a:xfrm>
          <a:off x="64726" y="930560"/>
          <a:ext cx="4204051" cy="18707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b="0" kern="1200" dirty="0">
              <a:latin typeface="+mn-lt"/>
            </a:rPr>
            <a:t>Por su parte, el lavado de dinero se refiere a un proceso que utiliza un criminal para aparentar la legalidad de sus recursos ilícitos.</a:t>
          </a:r>
        </a:p>
      </dsp:txBody>
      <dsp:txXfrm>
        <a:off x="64726" y="930560"/>
        <a:ext cx="4204051" cy="1469910"/>
      </dsp:txXfrm>
    </dsp:sp>
    <dsp:sp modelId="{2E5348C4-DF89-40A9-A0CB-8B68B519A151}">
      <dsp:nvSpPr>
        <dsp:cNvPr id="0" name=""/>
        <dsp:cNvSpPr/>
      </dsp:nvSpPr>
      <dsp:spPr>
        <a:xfrm>
          <a:off x="2167431" y="105770"/>
          <a:ext cx="4296670" cy="4296670"/>
        </a:xfrm>
        <a:prstGeom prst="leftCircularArrow">
          <a:avLst>
            <a:gd name="adj1" fmla="val 2095"/>
            <a:gd name="adj2" fmla="val 251531"/>
            <a:gd name="adj3" fmla="val 1985578"/>
            <a:gd name="adj4" fmla="val 8983026"/>
            <a:gd name="adj5" fmla="val 24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23F7A-CEB0-4978-8BC0-8706B3F5825D}">
      <dsp:nvSpPr>
        <dsp:cNvPr id="0" name=""/>
        <dsp:cNvSpPr/>
      </dsp:nvSpPr>
      <dsp:spPr>
        <a:xfrm>
          <a:off x="1536695" y="2314437"/>
          <a:ext cx="2016183" cy="973837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0" kern="1200" dirty="0">
              <a:solidFill>
                <a:schemeClr val="bg1"/>
              </a:solidFill>
              <a:latin typeface="+mn-lt"/>
            </a:rPr>
            <a:t>Cuál es la diferencia entre lavado de activos </a:t>
          </a:r>
        </a:p>
      </dsp:txBody>
      <dsp:txXfrm>
        <a:off x="1536695" y="2314437"/>
        <a:ext cx="2016183" cy="973837"/>
      </dsp:txXfrm>
    </dsp:sp>
    <dsp:sp modelId="{71F46E37-5C6C-4AA5-9CA9-62B18521A515}">
      <dsp:nvSpPr>
        <dsp:cNvPr id="0" name=""/>
        <dsp:cNvSpPr/>
      </dsp:nvSpPr>
      <dsp:spPr>
        <a:xfrm>
          <a:off x="4697406" y="973577"/>
          <a:ext cx="3810427" cy="18707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b="0" kern="1200" dirty="0">
              <a:latin typeface="+mn-lt"/>
            </a:rPr>
            <a:t>Por un lado, el financiamiento del terrorismo consiste en la colecta de capital para llevar a cabo actividades terroristas</a:t>
          </a:r>
        </a:p>
      </dsp:txBody>
      <dsp:txXfrm>
        <a:off x="4697406" y="1374462"/>
        <a:ext cx="3810427" cy="1469910"/>
      </dsp:txXfrm>
    </dsp:sp>
    <dsp:sp modelId="{E1902CC8-ED98-4CD2-98C9-33C6BCB74102}">
      <dsp:nvSpPr>
        <dsp:cNvPr id="0" name=""/>
        <dsp:cNvSpPr/>
      </dsp:nvSpPr>
      <dsp:spPr>
        <a:xfrm>
          <a:off x="5929355" y="428630"/>
          <a:ext cx="2016183" cy="801769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0" kern="1200" dirty="0">
              <a:solidFill>
                <a:schemeClr val="bg1"/>
              </a:solidFill>
              <a:latin typeface="+mn-lt"/>
            </a:rPr>
            <a:t>Financiación del terrorismo</a:t>
          </a:r>
        </a:p>
      </dsp:txBody>
      <dsp:txXfrm>
        <a:off x="5929355" y="428630"/>
        <a:ext cx="2016183" cy="801769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CE1EAAC-A6C5-45B3-90A7-78B99F4D1968}">
      <dsp:nvSpPr>
        <dsp:cNvPr id="0" name=""/>
        <dsp:cNvSpPr/>
      </dsp:nvSpPr>
      <dsp:spPr>
        <a:xfrm>
          <a:off x="0" y="776752"/>
          <a:ext cx="2271152" cy="2345587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chemeClr val="bg1"/>
              </a:solidFill>
              <a:latin typeface="Lucida Sans Unicode" pitchFamily="34" charset="0"/>
            </a:rPr>
            <a:t>ADMINISTRACION DE RIESGOS RELACIONADOS CON EL FINANCIAMIENTO AL TERRORISMO</a:t>
          </a:r>
          <a:endParaRPr lang="es-VE" sz="1800" b="1" kern="1200" dirty="0">
            <a:solidFill>
              <a:schemeClr val="bg1"/>
            </a:solidFill>
          </a:endParaRPr>
        </a:p>
      </dsp:txBody>
      <dsp:txXfrm>
        <a:off x="0" y="776752"/>
        <a:ext cx="2271152" cy="2345587"/>
      </dsp:txXfrm>
    </dsp:sp>
    <dsp:sp modelId="{6E6FED9F-ACC3-491A-870C-CFEFC0C35747}">
      <dsp:nvSpPr>
        <dsp:cNvPr id="0" name=""/>
        <dsp:cNvSpPr/>
      </dsp:nvSpPr>
      <dsp:spPr>
        <a:xfrm rot="21580269">
          <a:off x="2429599" y="1709791"/>
          <a:ext cx="335919" cy="462727"/>
        </a:xfrm>
        <a:prstGeom prst="rightArrow">
          <a:avLst>
            <a:gd name="adj1" fmla="val 60000"/>
            <a:gd name="adj2" fmla="val 50000"/>
          </a:avLst>
        </a:prstGeom>
        <a:noFill/>
        <a:ln w="38100">
          <a:solidFill>
            <a:srgbClr val="FF81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VE" sz="1900" kern="1200"/>
        </a:p>
      </dsp:txBody>
      <dsp:txXfrm rot="21580269">
        <a:off x="2429599" y="1709791"/>
        <a:ext cx="335919" cy="462727"/>
      </dsp:txXfrm>
    </dsp:sp>
    <dsp:sp modelId="{BA5D546D-CB8D-4E6B-BF19-0446C03F4C80}">
      <dsp:nvSpPr>
        <dsp:cNvPr id="0" name=""/>
        <dsp:cNvSpPr/>
      </dsp:nvSpPr>
      <dsp:spPr>
        <a:xfrm>
          <a:off x="2904951" y="767135"/>
          <a:ext cx="1865836" cy="2333800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000" b="1" kern="1200" dirty="0">
              <a:solidFill>
                <a:schemeClr val="bg1"/>
              </a:solidFill>
              <a:latin typeface="Lucida Sans Unicode" pitchFamily="34" charset="0"/>
            </a:rPr>
            <a:t>Articulo 81.-</a:t>
          </a:r>
          <a:endParaRPr lang="es-VE" sz="2000" b="1" kern="1200" dirty="0">
            <a:solidFill>
              <a:schemeClr val="bg1"/>
            </a:solidFill>
          </a:endParaRPr>
        </a:p>
      </dsp:txBody>
      <dsp:txXfrm>
        <a:off x="2904951" y="767135"/>
        <a:ext cx="1865836" cy="2333800"/>
      </dsp:txXfrm>
    </dsp:sp>
    <dsp:sp modelId="{A55F06EC-8FCA-4A3F-96EE-AE5410CD10D5}">
      <dsp:nvSpPr>
        <dsp:cNvPr id="0" name=""/>
        <dsp:cNvSpPr/>
      </dsp:nvSpPr>
      <dsp:spPr>
        <a:xfrm rot="11035">
          <a:off x="4987899" y="1707102"/>
          <a:ext cx="460279" cy="462727"/>
        </a:xfrm>
        <a:prstGeom prst="rightArrow">
          <a:avLst>
            <a:gd name="adj1" fmla="val 60000"/>
            <a:gd name="adj2" fmla="val 50000"/>
          </a:avLst>
        </a:prstGeom>
        <a:noFill/>
        <a:ln w="38100">
          <a:solidFill>
            <a:srgbClr val="FF81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VE" sz="1900" kern="1200"/>
        </a:p>
      </dsp:txBody>
      <dsp:txXfrm rot="11035">
        <a:off x="4987899" y="1707102"/>
        <a:ext cx="460279" cy="462727"/>
      </dsp:txXfrm>
    </dsp:sp>
    <dsp:sp modelId="{E93C42C9-7DCD-4083-ACBB-83E118615927}">
      <dsp:nvSpPr>
        <dsp:cNvPr id="0" name=""/>
        <dsp:cNvSpPr/>
      </dsp:nvSpPr>
      <dsp:spPr>
        <a:xfrm>
          <a:off x="5639235" y="549342"/>
          <a:ext cx="3004762" cy="2790597"/>
        </a:xfrm>
        <a:prstGeom prst="roundRect">
          <a:avLst>
            <a:gd name="adj" fmla="val 10000"/>
          </a:avLst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1" kern="1200" dirty="0">
              <a:solidFill>
                <a:schemeClr val="bg1"/>
              </a:solidFill>
              <a:latin typeface="Lucida Sans Unicode" pitchFamily="34" charset="0"/>
            </a:rPr>
            <a:t>Se deberán diseñar políticas, normas y procedimientos, bajo un enfoque basado en riesgos, orientados a prevenir que flujos de fondos sean orientados a través de sus operaciones para la FT . </a:t>
          </a:r>
          <a:r>
            <a:rPr lang="es-VE" sz="1400" kern="1200" dirty="0">
              <a:solidFill>
                <a:schemeClr val="bg1"/>
              </a:solidFill>
              <a:latin typeface="Lucida Sans Unicode" pitchFamily="34" charset="0"/>
            </a:rPr>
            <a:t>:</a:t>
          </a:r>
        </a:p>
      </dsp:txBody>
      <dsp:txXfrm>
        <a:off x="5639235" y="549342"/>
        <a:ext cx="3004762" cy="2790597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24FD2F3-A277-AB48-9CFD-03BFD0050E87}">
      <dsp:nvSpPr>
        <dsp:cNvPr id="0" name=""/>
        <dsp:cNvSpPr/>
      </dsp:nvSpPr>
      <dsp:spPr>
        <a:xfrm>
          <a:off x="4883" y="1455546"/>
          <a:ext cx="1044373" cy="1152906"/>
        </a:xfrm>
        <a:prstGeom prst="roundRect">
          <a:avLst>
            <a:gd name="adj" fmla="val 10000"/>
          </a:avLst>
        </a:prstGeom>
        <a:solidFill>
          <a:srgbClr val="005B9D"/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>
              <a:solidFill>
                <a:schemeClr val="bg1"/>
              </a:solidFill>
            </a:rPr>
            <a:t>Articulo 83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4883" y="1455546"/>
        <a:ext cx="1044373" cy="1152906"/>
      </dsp:txXfrm>
    </dsp:sp>
    <dsp:sp modelId="{3400E65A-129D-A74A-86A7-E56BCC2CB196}">
      <dsp:nvSpPr>
        <dsp:cNvPr id="0" name=""/>
        <dsp:cNvSpPr/>
      </dsp:nvSpPr>
      <dsp:spPr>
        <a:xfrm>
          <a:off x="1153694" y="1902497"/>
          <a:ext cx="221407" cy="259004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100" kern="1200"/>
        </a:p>
      </dsp:txBody>
      <dsp:txXfrm>
        <a:off x="1153694" y="1902497"/>
        <a:ext cx="221407" cy="259004"/>
      </dsp:txXfrm>
    </dsp:sp>
    <dsp:sp modelId="{9A4DBA69-3A8A-AC49-A883-C8A0A4C38F0F}">
      <dsp:nvSpPr>
        <dsp:cNvPr id="0" name=""/>
        <dsp:cNvSpPr/>
      </dsp:nvSpPr>
      <dsp:spPr>
        <a:xfrm>
          <a:off x="1467006" y="869916"/>
          <a:ext cx="1603311" cy="2324167"/>
        </a:xfrm>
        <a:prstGeom prst="roundRect">
          <a:avLst>
            <a:gd name="adj" fmla="val 10000"/>
          </a:avLst>
        </a:prstGeom>
        <a:solidFill>
          <a:srgbClr val="005B9D"/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Se deberán diseñar: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Políticas,.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Normas.  Procedimientos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1467006" y="869916"/>
        <a:ext cx="1603311" cy="2324167"/>
      </dsp:txXfrm>
    </dsp:sp>
    <dsp:sp modelId="{E5F77704-A963-B648-AAA3-BAC8032BF555}">
      <dsp:nvSpPr>
        <dsp:cNvPr id="0" name=""/>
        <dsp:cNvSpPr/>
      </dsp:nvSpPr>
      <dsp:spPr>
        <a:xfrm>
          <a:off x="3174755" y="1902497"/>
          <a:ext cx="221407" cy="259004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100" kern="1200"/>
        </a:p>
      </dsp:txBody>
      <dsp:txXfrm>
        <a:off x="3174755" y="1902497"/>
        <a:ext cx="221407" cy="259004"/>
      </dsp:txXfrm>
    </dsp:sp>
    <dsp:sp modelId="{F460CE19-9260-474B-A915-92525A3AAA24}">
      <dsp:nvSpPr>
        <dsp:cNvPr id="0" name=""/>
        <dsp:cNvSpPr/>
      </dsp:nvSpPr>
      <dsp:spPr>
        <a:xfrm>
          <a:off x="3488067" y="1343622"/>
          <a:ext cx="1044373" cy="1376755"/>
        </a:xfrm>
        <a:prstGeom prst="roundRect">
          <a:avLst>
            <a:gd name="adj" fmla="val 10000"/>
          </a:avLst>
        </a:prstGeom>
        <a:solidFill>
          <a:srgbClr val="005B9D"/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>
              <a:solidFill>
                <a:schemeClr val="bg1"/>
              </a:solidFill>
            </a:rPr>
            <a:t>Bajo un enfoque basado en riesgos.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3488067" y="1343622"/>
        <a:ext cx="1044373" cy="1376755"/>
      </dsp:txXfrm>
    </dsp:sp>
    <dsp:sp modelId="{EAFF5B03-7740-A241-906F-574B551EB233}">
      <dsp:nvSpPr>
        <dsp:cNvPr id="0" name=""/>
        <dsp:cNvSpPr/>
      </dsp:nvSpPr>
      <dsp:spPr>
        <a:xfrm>
          <a:off x="4636878" y="1902497"/>
          <a:ext cx="221407" cy="259004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100" kern="1200"/>
        </a:p>
      </dsp:txBody>
      <dsp:txXfrm>
        <a:off x="4636878" y="1902497"/>
        <a:ext cx="221407" cy="259004"/>
      </dsp:txXfrm>
    </dsp:sp>
    <dsp:sp modelId="{7F9789AD-19A8-2B42-970B-11F91CBB01AB}">
      <dsp:nvSpPr>
        <dsp:cNvPr id="0" name=""/>
        <dsp:cNvSpPr/>
      </dsp:nvSpPr>
      <dsp:spPr>
        <a:xfrm>
          <a:off x="4950190" y="674520"/>
          <a:ext cx="1813909" cy="2714958"/>
        </a:xfrm>
        <a:prstGeom prst="roundRect">
          <a:avLst>
            <a:gd name="adj" fmla="val 10000"/>
          </a:avLst>
        </a:prstGeom>
        <a:solidFill>
          <a:srgbClr val="005B9D"/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Orientados a prevenir que flujos de fondos sean orientados a través de sus operaciones para la Financiamiento a la Proliferación de Armas de Destrucción Masiva 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4950190" y="674520"/>
        <a:ext cx="1813909" cy="2714958"/>
      </dsp:txXfrm>
    </dsp:sp>
    <dsp:sp modelId="{4084A173-A775-2349-9CC8-E29AA8A916E5}">
      <dsp:nvSpPr>
        <dsp:cNvPr id="0" name=""/>
        <dsp:cNvSpPr/>
      </dsp:nvSpPr>
      <dsp:spPr>
        <a:xfrm>
          <a:off x="6868537" y="1902497"/>
          <a:ext cx="221407" cy="259004"/>
        </a:xfrm>
        <a:prstGeom prst="rightArrow">
          <a:avLst>
            <a:gd name="adj1" fmla="val 60000"/>
            <a:gd name="adj2" fmla="val 50000"/>
          </a:avLst>
        </a:prstGeom>
        <a:solidFill>
          <a:srgbClr val="FF81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100" kern="1200"/>
        </a:p>
      </dsp:txBody>
      <dsp:txXfrm>
        <a:off x="6868537" y="1902497"/>
        <a:ext cx="221407" cy="259004"/>
      </dsp:txXfrm>
    </dsp:sp>
    <dsp:sp modelId="{B7074E62-AB1C-8144-9C64-E425BE68D89C}">
      <dsp:nvSpPr>
        <dsp:cNvPr id="0" name=""/>
        <dsp:cNvSpPr/>
      </dsp:nvSpPr>
      <dsp:spPr>
        <a:xfrm>
          <a:off x="7181849" y="1396957"/>
          <a:ext cx="1334531" cy="1270084"/>
        </a:xfrm>
        <a:prstGeom prst="roundRect">
          <a:avLst>
            <a:gd name="adj" fmla="val 10000"/>
          </a:avLst>
        </a:prstGeom>
        <a:solidFill>
          <a:srgbClr val="005B9D"/>
        </a:solidFill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RESOLUCION DE NACIONES UNIDA</a:t>
          </a:r>
          <a:endParaRPr lang="es-MX" sz="1600" b="0" kern="1200" dirty="0">
            <a:solidFill>
              <a:schemeClr val="bg1"/>
            </a:solidFill>
          </a:endParaRPr>
        </a:p>
      </dsp:txBody>
      <dsp:txXfrm>
        <a:off x="7181849" y="1396957"/>
        <a:ext cx="1334531" cy="1270084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F2940D1-5B6C-6147-8BEC-2B0FBADEFFAE}">
      <dsp:nvSpPr>
        <dsp:cNvPr id="0" name=""/>
        <dsp:cNvSpPr/>
      </dsp:nvSpPr>
      <dsp:spPr>
        <a:xfrm rot="5400000">
          <a:off x="-273111" y="235023"/>
          <a:ext cx="2100190" cy="1637801"/>
        </a:xfrm>
        <a:prstGeom prst="chevron">
          <a:avLst/>
        </a:prstGeom>
        <a:solidFill>
          <a:srgbClr val="005B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</a:rPr>
            <a:t>AUDITORIAS DE CUMPLIMIEMNTO</a:t>
          </a:r>
        </a:p>
      </dsp:txBody>
      <dsp:txXfrm rot="5400000">
        <a:off x="-273111" y="235023"/>
        <a:ext cx="2100190" cy="1637801"/>
      </dsp:txXfrm>
    </dsp:sp>
    <dsp:sp modelId="{7267A1CC-A93A-1C40-9447-54DCDBF54C14}">
      <dsp:nvSpPr>
        <dsp:cNvPr id="0" name=""/>
        <dsp:cNvSpPr/>
      </dsp:nvSpPr>
      <dsp:spPr>
        <a:xfrm rot="5400000">
          <a:off x="3779135" y="-2263255"/>
          <a:ext cx="1365841" cy="59000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b="0" kern="1200" dirty="0">
              <a:solidFill>
                <a:srgbClr val="005B9D"/>
              </a:solidFill>
              <a:latin typeface="+mn-lt"/>
              <a:cs typeface="+mn-cs"/>
            </a:rPr>
            <a:t>Los sujetos obligados del Grupo A deben realizar auditorías internas y externas para evaluar el cumplimiento de esta normativa y demás normas aplicables relacionadas con el SIAR LC/FT/FPADM</a:t>
          </a:r>
          <a:endParaRPr lang="es-VE" sz="1800" b="0" kern="1200" dirty="0">
            <a:solidFill>
              <a:srgbClr val="005B9D"/>
            </a:solidFill>
          </a:endParaRPr>
        </a:p>
      </dsp:txBody>
      <dsp:txXfrm rot="5400000">
        <a:off x="3779135" y="-2263255"/>
        <a:ext cx="1365841" cy="5900010"/>
      </dsp:txXfrm>
    </dsp:sp>
    <dsp:sp modelId="{DB31112A-90DC-664B-8C21-4D1E65BB8072}">
      <dsp:nvSpPr>
        <dsp:cNvPr id="0" name=""/>
        <dsp:cNvSpPr/>
      </dsp:nvSpPr>
      <dsp:spPr>
        <a:xfrm rot="5400000">
          <a:off x="-356945" y="2132132"/>
          <a:ext cx="2100190" cy="1470133"/>
        </a:xfrm>
        <a:prstGeom prst="chevron">
          <a:avLst/>
        </a:prstGeom>
        <a:solidFill>
          <a:srgbClr val="005B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0" kern="1200" dirty="0">
              <a:solidFill>
                <a:schemeClr val="bg1"/>
              </a:solidFill>
              <a:latin typeface="+mn-lt"/>
              <a:cs typeface="+mn-cs"/>
            </a:rPr>
            <a:t>La Unidad de Auditoría Interna </a:t>
          </a:r>
          <a:endParaRPr lang="es-VE" sz="1600" b="0" kern="1200" dirty="0">
            <a:solidFill>
              <a:schemeClr val="bg1"/>
            </a:solidFill>
          </a:endParaRPr>
        </a:p>
      </dsp:txBody>
      <dsp:txXfrm rot="5400000">
        <a:off x="-356945" y="2132132"/>
        <a:ext cx="2100190" cy="1470133"/>
      </dsp:txXfrm>
    </dsp:sp>
    <dsp:sp modelId="{2308B858-0782-4949-96C2-EBAE97BAAD2F}">
      <dsp:nvSpPr>
        <dsp:cNvPr id="0" name=""/>
        <dsp:cNvSpPr/>
      </dsp:nvSpPr>
      <dsp:spPr>
        <a:xfrm rot="5400000">
          <a:off x="3695659" y="-450339"/>
          <a:ext cx="1365123" cy="59000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b="0" kern="1200" dirty="0">
              <a:solidFill>
                <a:srgbClr val="005B9D"/>
              </a:solidFill>
              <a:latin typeface="+mn-lt"/>
              <a:cs typeface="+mn-cs"/>
            </a:rPr>
            <a:t>Deberá presentar un Informe anual con los resultados de sus auditorías de cumplimiento al SIAR LC/FT/FPADM con sus recomendaciones a la Junta Directiva con copia al Presidente y al Oficial de Cumplimiento.</a:t>
          </a:r>
          <a:endParaRPr lang="es-VE" sz="1800" b="0" kern="1200" dirty="0">
            <a:solidFill>
              <a:srgbClr val="005B9D"/>
            </a:solidFill>
          </a:endParaRPr>
        </a:p>
      </dsp:txBody>
      <dsp:txXfrm rot="5400000">
        <a:off x="3695659" y="-450339"/>
        <a:ext cx="1365123" cy="5900010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BEAB2AC-09F8-4338-BF87-3829B053F058}">
      <dsp:nvSpPr>
        <dsp:cNvPr id="0" name=""/>
        <dsp:cNvSpPr/>
      </dsp:nvSpPr>
      <dsp:spPr>
        <a:xfrm rot="5400000">
          <a:off x="-220154" y="222860"/>
          <a:ext cx="1467694" cy="1027386"/>
        </a:xfrm>
        <a:prstGeom prst="chevron">
          <a:avLst/>
        </a:prstGeom>
        <a:solidFill>
          <a:srgbClr val="005B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000" kern="1200" dirty="0">
              <a:latin typeface="Lucida Sans Unicode" pitchFamily="34" charset="0"/>
            </a:rPr>
            <a:t>Articulo  87</a:t>
          </a:r>
          <a:endParaRPr lang="es-VE" sz="2000" kern="1200" dirty="0"/>
        </a:p>
      </dsp:txBody>
      <dsp:txXfrm rot="5400000">
        <a:off x="-220154" y="222860"/>
        <a:ext cx="1467694" cy="1027386"/>
      </dsp:txXfrm>
    </dsp:sp>
    <dsp:sp modelId="{40E899CE-57DB-4EBA-BFFF-809FB3A2F91C}">
      <dsp:nvSpPr>
        <dsp:cNvPr id="0" name=""/>
        <dsp:cNvSpPr/>
      </dsp:nvSpPr>
      <dsp:spPr>
        <a:xfrm rot="5400000">
          <a:off x="3907488" y="-2877396"/>
          <a:ext cx="954503" cy="6714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kern="1200" dirty="0">
              <a:solidFill>
                <a:srgbClr val="005B9D"/>
              </a:solidFill>
              <a:latin typeface="+mn-lt"/>
            </a:rPr>
            <a:t>Programa Anual de Seguimiento, Evaluación y Control</a:t>
          </a:r>
        </a:p>
      </dsp:txBody>
      <dsp:txXfrm rot="5400000">
        <a:off x="3907488" y="-2877396"/>
        <a:ext cx="954503" cy="6714707"/>
      </dsp:txXfrm>
    </dsp:sp>
    <dsp:sp modelId="{865BA5CA-2316-47D3-A318-9EB1A7DB8A35}">
      <dsp:nvSpPr>
        <dsp:cNvPr id="0" name=""/>
        <dsp:cNvSpPr/>
      </dsp:nvSpPr>
      <dsp:spPr>
        <a:xfrm rot="5400000">
          <a:off x="-220154" y="1494835"/>
          <a:ext cx="1467694" cy="1027386"/>
        </a:xfrm>
        <a:prstGeom prst="chevron">
          <a:avLst/>
        </a:prstGeom>
        <a:solidFill>
          <a:srgbClr val="005B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000" kern="1200" dirty="0">
              <a:latin typeface="Lucida Sans Unicode" pitchFamily="34" charset="0"/>
            </a:rPr>
            <a:t>Articulo 88</a:t>
          </a:r>
          <a:endParaRPr lang="es-VE" sz="2000" kern="1200" dirty="0"/>
        </a:p>
      </dsp:txBody>
      <dsp:txXfrm rot="5400000">
        <a:off x="-220154" y="1494835"/>
        <a:ext cx="1467694" cy="1027386"/>
      </dsp:txXfrm>
    </dsp:sp>
    <dsp:sp modelId="{B1AD7291-A950-4D9B-9EDE-318511E203D2}">
      <dsp:nvSpPr>
        <dsp:cNvPr id="0" name=""/>
        <dsp:cNvSpPr/>
      </dsp:nvSpPr>
      <dsp:spPr>
        <a:xfrm rot="5400000">
          <a:off x="3907739" y="-1605671"/>
          <a:ext cx="954001" cy="6714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kern="1200" dirty="0">
              <a:solidFill>
                <a:srgbClr val="005B9D"/>
              </a:solidFill>
              <a:latin typeface="+mn-lt"/>
            </a:rPr>
            <a:t>Informe de Ejecución de Resultados</a:t>
          </a:r>
        </a:p>
      </dsp:txBody>
      <dsp:txXfrm rot="5400000">
        <a:off x="3907739" y="-1605671"/>
        <a:ext cx="954001" cy="6714707"/>
      </dsp:txXfrm>
    </dsp:sp>
    <dsp:sp modelId="{C5C6E227-917F-4E3B-BFE8-87B82F38772B}">
      <dsp:nvSpPr>
        <dsp:cNvPr id="0" name=""/>
        <dsp:cNvSpPr/>
      </dsp:nvSpPr>
      <dsp:spPr>
        <a:xfrm rot="5400000">
          <a:off x="-220154" y="2766811"/>
          <a:ext cx="1467694" cy="1027386"/>
        </a:xfrm>
        <a:prstGeom prst="chevron">
          <a:avLst/>
        </a:prstGeom>
        <a:solidFill>
          <a:srgbClr val="005B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000" kern="1200" dirty="0">
              <a:latin typeface="Lucida Sans Unicode" pitchFamily="34" charset="0"/>
            </a:rPr>
            <a:t>Articulo 89</a:t>
          </a:r>
          <a:endParaRPr lang="es-VE" sz="2000" kern="1200" dirty="0"/>
        </a:p>
      </dsp:txBody>
      <dsp:txXfrm rot="5400000">
        <a:off x="-220154" y="2766811"/>
        <a:ext cx="1467694" cy="1027386"/>
      </dsp:txXfrm>
    </dsp:sp>
    <dsp:sp modelId="{57ACB8D6-47ED-4706-8261-1CE3CC4A32AF}">
      <dsp:nvSpPr>
        <dsp:cNvPr id="0" name=""/>
        <dsp:cNvSpPr/>
      </dsp:nvSpPr>
      <dsp:spPr>
        <a:xfrm rot="5400000">
          <a:off x="3907739" y="-333696"/>
          <a:ext cx="954001" cy="6714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81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VE" sz="1800" kern="1200" dirty="0">
              <a:solidFill>
                <a:srgbClr val="005B9D"/>
              </a:solidFill>
              <a:latin typeface="+mn-lt"/>
            </a:rPr>
            <a:t>Plan Anual de Seguimiento, Evaluación y Control</a:t>
          </a:r>
        </a:p>
      </dsp:txBody>
      <dsp:txXfrm rot="5400000">
        <a:off x="3907739" y="-333696"/>
        <a:ext cx="954001" cy="6714707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AC9886D-D5A1-433F-BF77-AB6675FA0438}">
      <dsp:nvSpPr>
        <dsp:cNvPr id="0" name=""/>
        <dsp:cNvSpPr/>
      </dsp:nvSpPr>
      <dsp:spPr>
        <a:xfrm>
          <a:off x="940030" y="973810"/>
          <a:ext cx="1761183" cy="1174709"/>
        </a:xfrm>
        <a:prstGeom prst="rect">
          <a:avLst/>
        </a:prstGeom>
        <a:noFill/>
        <a:ln w="12700" cap="flat" cmpd="sng" algn="ctr">
          <a:solidFill>
            <a:srgbClr val="FF810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rgbClr val="005B9D"/>
              </a:solidFill>
              <a:latin typeface="+mn-lt"/>
            </a:rPr>
            <a:t>Auditoria Externa. </a:t>
          </a:r>
        </a:p>
      </dsp:txBody>
      <dsp:txXfrm>
        <a:off x="1221820" y="973810"/>
        <a:ext cx="1479394" cy="1174709"/>
      </dsp:txXfrm>
    </dsp:sp>
    <dsp:sp modelId="{A7259D2B-682C-4690-A578-A421487D6A8C}">
      <dsp:nvSpPr>
        <dsp:cNvPr id="0" name=""/>
        <dsp:cNvSpPr/>
      </dsp:nvSpPr>
      <dsp:spPr>
        <a:xfrm>
          <a:off x="732" y="504161"/>
          <a:ext cx="1174122" cy="1174122"/>
        </a:xfrm>
        <a:prstGeom prst="ellipse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chemeClr val="bg1"/>
              </a:solidFill>
              <a:latin typeface="+mn-lt"/>
            </a:rPr>
            <a:t>Articulo 90</a:t>
          </a:r>
        </a:p>
      </dsp:txBody>
      <dsp:txXfrm>
        <a:off x="732" y="504161"/>
        <a:ext cx="1174122" cy="1174122"/>
      </dsp:txXfrm>
    </dsp:sp>
    <dsp:sp modelId="{D25BB58F-CF33-46CE-9878-C731A44FB820}">
      <dsp:nvSpPr>
        <dsp:cNvPr id="0" name=""/>
        <dsp:cNvSpPr/>
      </dsp:nvSpPr>
      <dsp:spPr>
        <a:xfrm>
          <a:off x="3875337" y="973810"/>
          <a:ext cx="1761183" cy="1522423"/>
        </a:xfrm>
        <a:prstGeom prst="rect">
          <a:avLst/>
        </a:prstGeom>
        <a:noFill/>
        <a:ln w="12700" cap="flat" cmpd="sng" algn="ctr">
          <a:solidFill>
            <a:srgbClr val="FF810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rgbClr val="005B9D"/>
              </a:solidFill>
              <a:latin typeface="+mn-lt"/>
            </a:rPr>
            <a:t>Informe  Anual sobre AIR/LC/FT/FPADM</a:t>
          </a:r>
        </a:p>
      </dsp:txBody>
      <dsp:txXfrm>
        <a:off x="4157126" y="973810"/>
        <a:ext cx="1479394" cy="1522423"/>
      </dsp:txXfrm>
    </dsp:sp>
    <dsp:sp modelId="{188430F5-155F-47C7-A2C0-B613F877395A}">
      <dsp:nvSpPr>
        <dsp:cNvPr id="0" name=""/>
        <dsp:cNvSpPr/>
      </dsp:nvSpPr>
      <dsp:spPr>
        <a:xfrm>
          <a:off x="2936039" y="504161"/>
          <a:ext cx="1174122" cy="1174122"/>
        </a:xfrm>
        <a:prstGeom prst="ellipse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chemeClr val="bg1"/>
              </a:solidFill>
              <a:latin typeface="+mn-lt"/>
            </a:rPr>
            <a:t>Articulo91</a:t>
          </a:r>
        </a:p>
      </dsp:txBody>
      <dsp:txXfrm>
        <a:off x="2936039" y="504161"/>
        <a:ext cx="1174122" cy="1174122"/>
      </dsp:txXfrm>
    </dsp:sp>
    <dsp:sp modelId="{6D6BB217-0C5F-4611-AC8B-B98E48C8D57B}">
      <dsp:nvSpPr>
        <dsp:cNvPr id="0" name=""/>
        <dsp:cNvSpPr/>
      </dsp:nvSpPr>
      <dsp:spPr>
        <a:xfrm>
          <a:off x="6810643" y="973810"/>
          <a:ext cx="1761183" cy="1174709"/>
        </a:xfrm>
        <a:prstGeom prst="rect">
          <a:avLst/>
        </a:prstGeom>
        <a:noFill/>
        <a:ln w="12700" cap="flat" cmpd="sng" algn="ctr">
          <a:solidFill>
            <a:srgbClr val="FF810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rgbClr val="005B9D"/>
              </a:solidFill>
              <a:latin typeface="+mn-lt"/>
            </a:rPr>
            <a:t>Contenido del Informe</a:t>
          </a:r>
        </a:p>
      </dsp:txBody>
      <dsp:txXfrm>
        <a:off x="7092433" y="973810"/>
        <a:ext cx="1479394" cy="1174709"/>
      </dsp:txXfrm>
    </dsp:sp>
    <dsp:sp modelId="{E94358F1-D67C-4AEE-98EC-DB7FE487F1D8}">
      <dsp:nvSpPr>
        <dsp:cNvPr id="0" name=""/>
        <dsp:cNvSpPr/>
      </dsp:nvSpPr>
      <dsp:spPr>
        <a:xfrm>
          <a:off x="5871345" y="504161"/>
          <a:ext cx="1174122" cy="1174122"/>
        </a:xfrm>
        <a:prstGeom prst="ellipse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chemeClr val="bg1"/>
              </a:solidFill>
              <a:latin typeface="+mn-lt"/>
            </a:rPr>
            <a:t>Articulo 92</a:t>
          </a:r>
        </a:p>
      </dsp:txBody>
      <dsp:txXfrm>
        <a:off x="5871345" y="504161"/>
        <a:ext cx="1174122" cy="1174122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63D9E69-1BCD-4585-AD07-05BD415D96AB}">
      <dsp:nvSpPr>
        <dsp:cNvPr id="0" name=""/>
        <dsp:cNvSpPr/>
      </dsp:nvSpPr>
      <dsp:spPr>
        <a:xfrm>
          <a:off x="2108869" y="836806"/>
          <a:ext cx="6377995" cy="2520479"/>
        </a:xfrm>
        <a:prstGeom prst="rect">
          <a:avLst/>
        </a:prstGeom>
        <a:noFill/>
        <a:ln w="12700" cap="flat" cmpd="sng" algn="ctr">
          <a:solidFill>
            <a:srgbClr val="FF810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rgbClr val="005B9D"/>
              </a:solidFill>
              <a:latin typeface="+mn-lt"/>
            </a:rPr>
            <a:t>Se deberá presentar Informe Anual de AIR LC/FT/FPADM con enfoque basado en riesgos, que contenga deficiencias o debilidades del SIAR LC/FT/FPADM e incumplimientos de la norma. El Informe deberá ser remitido a SUDEASEG dentro de los 60 días posteriores al cierre del ejercicio fiscal.</a:t>
          </a:r>
        </a:p>
      </dsp:txBody>
      <dsp:txXfrm>
        <a:off x="3129348" y="836806"/>
        <a:ext cx="5357516" cy="2520479"/>
      </dsp:txXfrm>
    </dsp:sp>
    <dsp:sp modelId="{C3423A00-202F-4A0E-8326-DB998DE9F670}">
      <dsp:nvSpPr>
        <dsp:cNvPr id="0" name=""/>
        <dsp:cNvSpPr/>
      </dsp:nvSpPr>
      <dsp:spPr>
        <a:xfrm>
          <a:off x="1012752" y="141858"/>
          <a:ext cx="1946004" cy="2091263"/>
        </a:xfrm>
        <a:prstGeom prst="ellipse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800" b="1" kern="1200" dirty="0">
              <a:solidFill>
                <a:schemeClr val="bg1"/>
              </a:solidFill>
              <a:latin typeface="Lucida Sans Unicode" pitchFamily="34" charset="0"/>
            </a:rPr>
            <a:t>Informe  Anual sobre AIR/LC/FT/FPADM. Articulo 91</a:t>
          </a:r>
          <a:endParaRPr lang="es-VE" sz="1800" b="1" kern="1200" dirty="0">
            <a:solidFill>
              <a:schemeClr val="bg1"/>
            </a:solidFill>
          </a:endParaRPr>
        </a:p>
      </dsp:txBody>
      <dsp:txXfrm>
        <a:off x="1012752" y="141858"/>
        <a:ext cx="1946004" cy="2091263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C37680B-F8D9-4FBD-88B8-235627D7C95D}">
      <dsp:nvSpPr>
        <dsp:cNvPr id="0" name=""/>
        <dsp:cNvSpPr/>
      </dsp:nvSpPr>
      <dsp:spPr>
        <a:xfrm>
          <a:off x="2564229" y="960425"/>
          <a:ext cx="5930201" cy="2901794"/>
        </a:xfrm>
        <a:prstGeom prst="rect">
          <a:avLst/>
        </a:prstGeom>
        <a:noFill/>
        <a:ln w="25400" cap="flat" cmpd="sng" algn="ctr">
          <a:solidFill>
            <a:srgbClr val="FF810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1" kern="1200" dirty="0">
              <a:solidFill>
                <a:schemeClr val="tx1"/>
              </a:solidFill>
              <a:latin typeface="Lucida Sans Unicode" pitchFamily="34" charset="0"/>
            </a:rPr>
            <a:t>Articulo. 112.-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1600" b="1" kern="1200" dirty="0">
              <a:solidFill>
                <a:schemeClr val="tx1"/>
              </a:solidFill>
              <a:latin typeface="Lucida Sans Unicode" pitchFamily="34" charset="0"/>
            </a:rPr>
            <a:t>La Superintendencia de la Actividad Aseguradora a través de la Unidad de Prevención y Control de Legitimación de Capitales deberá ejercer el control, vigilancia previa, supervisión, inspección, verificación y fiscalización de tales operaciones que puedan realizarse a través de la Actividad Aseguradora.</a:t>
          </a:r>
          <a:endParaRPr lang="es-VE" sz="1600" b="1" kern="1200" dirty="0">
            <a:solidFill>
              <a:schemeClr val="tx1"/>
            </a:solidFill>
          </a:endParaRPr>
        </a:p>
      </dsp:txBody>
      <dsp:txXfrm>
        <a:off x="3513061" y="960425"/>
        <a:ext cx="4981369" cy="2901794"/>
      </dsp:txXfrm>
    </dsp:sp>
    <dsp:sp modelId="{64D02057-8548-486B-B9A4-BDA285C0795B}">
      <dsp:nvSpPr>
        <dsp:cNvPr id="0" name=""/>
        <dsp:cNvSpPr/>
      </dsp:nvSpPr>
      <dsp:spPr>
        <a:xfrm>
          <a:off x="214257" y="103184"/>
          <a:ext cx="2900344" cy="2900344"/>
        </a:xfrm>
        <a:prstGeom prst="ellipse">
          <a:avLst/>
        </a:prstGeom>
        <a:solidFill>
          <a:srgbClr val="005B9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VE" sz="2600" b="1" kern="1200" dirty="0">
              <a:solidFill>
                <a:schemeClr val="bg1"/>
              </a:solidFill>
              <a:latin typeface="+mn-lt"/>
            </a:rPr>
            <a:t>ATRIBUCIONES DEL ORGANO REGULADOR</a:t>
          </a:r>
        </a:p>
      </dsp:txBody>
      <dsp:txXfrm>
        <a:off x="214257" y="103184"/>
        <a:ext cx="2900344" cy="2900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xmlns="" id="{FEDDE2A3-C5D5-BB9E-A5C2-2634343CB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xmlns="" id="{EDC0CF83-8C17-0B95-F748-91F6AAB7DB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D774C8A-2EEB-ED48-BF04-43989D96CE99}" type="datetimeFigureOut">
              <a:rPr lang="es-VE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xmlns="" id="{B9F8D19F-0AEB-8896-1E57-9CC5B5370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 dirty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xmlns="" id="{B2EB1F04-AA04-332A-C01E-B50E6BEB0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xmlns="" id="{82A1E993-5C33-17FB-6AA2-B4F2300C5C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xmlns="" id="{104A64CD-51D6-3462-39EE-7C7D0DB83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1F0D977-C18C-F94C-9C16-4C63E06B62E6}" type="slidenum">
              <a:rPr lang="es-VE" altLang="es-VE"/>
              <a:pPr/>
              <a:t>‹Nº›</a:t>
            </a:fld>
            <a:endParaRPr lang="es-VE" alt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Marcador de imagen de diapositiva">
            <a:extLst>
              <a:ext uri="{FF2B5EF4-FFF2-40B4-BE49-F238E27FC236}">
                <a16:creationId xmlns:a16="http://schemas.microsoft.com/office/drawing/2014/main" xmlns="" id="{46281F3F-88CC-7CF2-9CCA-BBF905824A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2 Marcador de notas">
            <a:extLst>
              <a:ext uri="{FF2B5EF4-FFF2-40B4-BE49-F238E27FC236}">
                <a16:creationId xmlns:a16="http://schemas.microsoft.com/office/drawing/2014/main" xmlns="" id="{1DAB2B9E-A186-B628-51A0-EE6B5E5B56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5300" name="3 Marcador de número de diapositiva">
            <a:extLst>
              <a:ext uri="{FF2B5EF4-FFF2-40B4-BE49-F238E27FC236}">
                <a16:creationId xmlns:a16="http://schemas.microsoft.com/office/drawing/2014/main" xmlns="" id="{F29D0B95-8C7D-461B-D771-CEDCFA5C6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BAC0D8E-54E5-6240-A954-54E1004F352E}" type="slidenum">
              <a:rPr lang="es-VE" altLang="es-VE">
                <a:latin typeface="Calibri" panose="020F0502020204030204" pitchFamily="34" charset="0"/>
              </a:rPr>
              <a:pPr eaLnBrk="1" hangingPunct="1"/>
              <a:t>1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1 Marcador de imagen de diapositiva">
            <a:extLst>
              <a:ext uri="{FF2B5EF4-FFF2-40B4-BE49-F238E27FC236}">
                <a16:creationId xmlns:a16="http://schemas.microsoft.com/office/drawing/2014/main" xmlns="" id="{84580DF2-DFE9-9BA1-BF02-C3200FAAA2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2 Marcador de notas">
            <a:extLst>
              <a:ext uri="{FF2B5EF4-FFF2-40B4-BE49-F238E27FC236}">
                <a16:creationId xmlns:a16="http://schemas.microsoft.com/office/drawing/2014/main" xmlns="" id="{4742DABA-2748-4921-A90C-A80900CEF2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xmlns="" id="{24CDFF05-3609-4F8F-8190-8533B37D3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17A1C1-BCA4-DD4A-979E-0AB9DCF9092D}" type="slidenum">
              <a:rPr lang="es-VE" altLang="es-VE">
                <a:latin typeface="Calibri" panose="020F0502020204030204" pitchFamily="34" charset="0"/>
              </a:rPr>
              <a:pPr eaLnBrk="1" hangingPunct="1"/>
              <a:t>2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Marcador de imagen de diapositiva">
            <a:extLst>
              <a:ext uri="{FF2B5EF4-FFF2-40B4-BE49-F238E27FC236}">
                <a16:creationId xmlns:a16="http://schemas.microsoft.com/office/drawing/2014/main" xmlns="" id="{29B0B394-3186-FF51-0AE5-8FE6DD697C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2 Marcador de notas">
            <a:extLst>
              <a:ext uri="{FF2B5EF4-FFF2-40B4-BE49-F238E27FC236}">
                <a16:creationId xmlns:a16="http://schemas.microsoft.com/office/drawing/2014/main" xmlns="" id="{7F6B978A-054C-6009-D808-B96A37A4E4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xmlns="" id="{18AA0D75-27A6-B57B-8252-A75C6854E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3AC6369-AC10-FE4F-A19F-43B03B6FC31E}" type="slidenum">
              <a:rPr lang="es-VE" altLang="es-VE">
                <a:latin typeface="Calibri" panose="020F0502020204030204" pitchFamily="34" charset="0"/>
              </a:rPr>
              <a:pPr eaLnBrk="1" hangingPunct="1"/>
              <a:t>3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1 Marcador de imagen de diapositiva">
            <a:extLst>
              <a:ext uri="{FF2B5EF4-FFF2-40B4-BE49-F238E27FC236}">
                <a16:creationId xmlns:a16="http://schemas.microsoft.com/office/drawing/2014/main" xmlns="" id="{1AA188BA-9013-49B5-C071-CD1B44D0D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2 Marcador de notas">
            <a:extLst>
              <a:ext uri="{FF2B5EF4-FFF2-40B4-BE49-F238E27FC236}">
                <a16:creationId xmlns:a16="http://schemas.microsoft.com/office/drawing/2014/main" xmlns="" id="{0B4102CA-5500-6DA1-47EE-0C85434A6D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xmlns="" id="{49648C3F-C679-C408-883D-94614F5D3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ECB7E4B-C4C0-5241-B362-05497F80F8C7}" type="slidenum">
              <a:rPr lang="es-VE" altLang="es-VE">
                <a:latin typeface="Calibri" panose="020F0502020204030204" pitchFamily="34" charset="0"/>
              </a:rPr>
              <a:pPr eaLnBrk="1" hangingPunct="1"/>
              <a:t>4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Marcador de imagen de diapositiva">
            <a:extLst>
              <a:ext uri="{FF2B5EF4-FFF2-40B4-BE49-F238E27FC236}">
                <a16:creationId xmlns:a16="http://schemas.microsoft.com/office/drawing/2014/main" xmlns="" id="{30CC148B-0463-86FD-0D30-C13614D235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2 Marcador de notas">
            <a:extLst>
              <a:ext uri="{FF2B5EF4-FFF2-40B4-BE49-F238E27FC236}">
                <a16:creationId xmlns:a16="http://schemas.microsoft.com/office/drawing/2014/main" xmlns="" id="{9918919C-433D-F620-FF19-3699273848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7348" name="3 Marcador de número de diapositiva">
            <a:extLst>
              <a:ext uri="{FF2B5EF4-FFF2-40B4-BE49-F238E27FC236}">
                <a16:creationId xmlns:a16="http://schemas.microsoft.com/office/drawing/2014/main" xmlns="" id="{DA0A3299-325E-23B7-55D3-A018E6626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CD5484-8F26-CE4B-9B3E-07BB09BBF8DD}" type="slidenum">
              <a:rPr lang="es-VE" altLang="es-VE">
                <a:latin typeface="Calibri" panose="020F0502020204030204" pitchFamily="34" charset="0"/>
              </a:rPr>
              <a:pPr eaLnBrk="1" hangingPunct="1"/>
              <a:t>5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1 Marcador de imagen de diapositiva">
            <a:extLst>
              <a:ext uri="{FF2B5EF4-FFF2-40B4-BE49-F238E27FC236}">
                <a16:creationId xmlns:a16="http://schemas.microsoft.com/office/drawing/2014/main" xmlns="" id="{23EBC425-1D87-86E9-051A-A8863329B6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2 Marcador de notas">
            <a:extLst>
              <a:ext uri="{FF2B5EF4-FFF2-40B4-BE49-F238E27FC236}">
                <a16:creationId xmlns:a16="http://schemas.microsoft.com/office/drawing/2014/main" xmlns="" id="{72984E40-86AE-1618-1700-EC52EC706D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xmlns="" id="{7B8A0F62-4586-9476-A5AE-6B5DBB2A3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F6CCFB-F351-F445-ABFA-362E08F4805A}" type="slidenum">
              <a:rPr lang="es-VE" altLang="es-VE">
                <a:latin typeface="Calibri" panose="020F0502020204030204" pitchFamily="34" charset="0"/>
              </a:rPr>
              <a:pPr eaLnBrk="1" hangingPunct="1"/>
              <a:t>6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>
            <a:extLst>
              <a:ext uri="{FF2B5EF4-FFF2-40B4-BE49-F238E27FC236}">
                <a16:creationId xmlns:a16="http://schemas.microsoft.com/office/drawing/2014/main" xmlns="" id="{57FC2FBD-9A54-9ADC-D74B-12FF6389F5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>
            <a:extLst>
              <a:ext uri="{FF2B5EF4-FFF2-40B4-BE49-F238E27FC236}">
                <a16:creationId xmlns:a16="http://schemas.microsoft.com/office/drawing/2014/main" xmlns="" id="{42698698-21D6-1257-E647-A5A0F3FF56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xmlns="" id="{4A42C446-6699-E807-4DE1-DF44D2F1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ABC4F2-6A80-B140-BA4E-2526836C9C06}" type="slidenum">
              <a:rPr lang="es-VE" altLang="es-VE">
                <a:latin typeface="Calibri" panose="020F0502020204030204" pitchFamily="34" charset="0"/>
              </a:rPr>
              <a:pPr eaLnBrk="1" hangingPunct="1"/>
              <a:t>7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Marcador de imagen de diapositiva">
            <a:extLst>
              <a:ext uri="{FF2B5EF4-FFF2-40B4-BE49-F238E27FC236}">
                <a16:creationId xmlns:a16="http://schemas.microsoft.com/office/drawing/2014/main" xmlns="" id="{F7355F21-191B-95EA-CD7E-EACA0239DB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2 Marcador de notas">
            <a:extLst>
              <a:ext uri="{FF2B5EF4-FFF2-40B4-BE49-F238E27FC236}">
                <a16:creationId xmlns:a16="http://schemas.microsoft.com/office/drawing/2014/main" xmlns="" id="{9921B4FD-4CB0-F853-89F4-C9D200CAB5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59396" name="3 Marcador de número de diapositiva">
            <a:extLst>
              <a:ext uri="{FF2B5EF4-FFF2-40B4-BE49-F238E27FC236}">
                <a16:creationId xmlns:a16="http://schemas.microsoft.com/office/drawing/2014/main" xmlns="" id="{A9625EAA-ABA2-AA73-7CEC-EE3948C1E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80FC3A-EFFE-F949-93B6-0EA37AECF53A}" type="slidenum">
              <a:rPr lang="es-VE" altLang="es-VE">
                <a:latin typeface="Calibri" panose="020F0502020204030204" pitchFamily="34" charset="0"/>
              </a:rPr>
              <a:pPr eaLnBrk="1" hangingPunct="1"/>
              <a:t>8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Marcador de imagen de diapositiva">
            <a:extLst>
              <a:ext uri="{FF2B5EF4-FFF2-40B4-BE49-F238E27FC236}">
                <a16:creationId xmlns:a16="http://schemas.microsoft.com/office/drawing/2014/main" xmlns="" id="{1EF0D6A1-1A2C-9336-B789-3D97ED8DB1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2 Marcador de notas">
            <a:extLst>
              <a:ext uri="{FF2B5EF4-FFF2-40B4-BE49-F238E27FC236}">
                <a16:creationId xmlns:a16="http://schemas.microsoft.com/office/drawing/2014/main" xmlns="" id="{A3C08E4F-0315-F81F-CC61-FAE12B57E8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0420" name="3 Marcador de número de diapositiva">
            <a:extLst>
              <a:ext uri="{FF2B5EF4-FFF2-40B4-BE49-F238E27FC236}">
                <a16:creationId xmlns:a16="http://schemas.microsoft.com/office/drawing/2014/main" xmlns="" id="{6F711ACF-A5DD-5BAD-06EF-9FF482265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4543DD-25C1-1E46-AA52-1B59EED43E5C}" type="slidenum">
              <a:rPr lang="es-VE" altLang="es-VE">
                <a:latin typeface="Calibri" panose="020F0502020204030204" pitchFamily="34" charset="0"/>
              </a:rPr>
              <a:pPr eaLnBrk="1" hangingPunct="1"/>
              <a:t>9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Marcador de imagen de diapositiva">
            <a:extLst>
              <a:ext uri="{FF2B5EF4-FFF2-40B4-BE49-F238E27FC236}">
                <a16:creationId xmlns:a16="http://schemas.microsoft.com/office/drawing/2014/main" xmlns="" id="{BF9CA3DB-AA32-F363-3F28-613797C759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2 Marcador de notas">
            <a:extLst>
              <a:ext uri="{FF2B5EF4-FFF2-40B4-BE49-F238E27FC236}">
                <a16:creationId xmlns:a16="http://schemas.microsoft.com/office/drawing/2014/main" xmlns="" id="{5466CF64-EF58-D35F-111E-2561415236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1444" name="3 Marcador de número de diapositiva">
            <a:extLst>
              <a:ext uri="{FF2B5EF4-FFF2-40B4-BE49-F238E27FC236}">
                <a16:creationId xmlns:a16="http://schemas.microsoft.com/office/drawing/2014/main" xmlns="" id="{916A4A58-3BAD-0850-48D7-FC63768BE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F15E3E-0641-2F44-9184-939C13EB9A40}" type="slidenum">
              <a:rPr lang="es-VE" altLang="es-VE">
                <a:latin typeface="Calibri" panose="020F0502020204030204" pitchFamily="34" charset="0"/>
              </a:rPr>
              <a:pPr eaLnBrk="1" hangingPunct="1"/>
              <a:t>10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1 Marcador de imagen de diapositiva">
            <a:extLst>
              <a:ext uri="{FF2B5EF4-FFF2-40B4-BE49-F238E27FC236}">
                <a16:creationId xmlns:a16="http://schemas.microsoft.com/office/drawing/2014/main" xmlns="" id="{D785F583-33AB-8F81-8592-435CE1928E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2 Marcador de notas">
            <a:extLst>
              <a:ext uri="{FF2B5EF4-FFF2-40B4-BE49-F238E27FC236}">
                <a16:creationId xmlns:a16="http://schemas.microsoft.com/office/drawing/2014/main" xmlns="" id="{331778CA-C64C-89B7-9B74-7DA332C64C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2468" name="3 Marcador de número de diapositiva">
            <a:extLst>
              <a:ext uri="{FF2B5EF4-FFF2-40B4-BE49-F238E27FC236}">
                <a16:creationId xmlns:a16="http://schemas.microsoft.com/office/drawing/2014/main" xmlns="" id="{3C96894E-BBB4-A5E4-1430-5B9FFFF01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81D112-C2E2-FC48-8237-70BD45F19B2D}" type="slidenum">
              <a:rPr lang="es-VE" altLang="es-VE">
                <a:latin typeface="Calibri" panose="020F0502020204030204" pitchFamily="34" charset="0"/>
              </a:rPr>
              <a:pPr eaLnBrk="1" hangingPunct="1"/>
              <a:t>11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1 Marcador de imagen de diapositiva">
            <a:extLst>
              <a:ext uri="{FF2B5EF4-FFF2-40B4-BE49-F238E27FC236}">
                <a16:creationId xmlns:a16="http://schemas.microsoft.com/office/drawing/2014/main" xmlns="" id="{1A5FE631-5D01-E5CE-DAAD-E641F81FCA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2 Marcador de notas">
            <a:extLst>
              <a:ext uri="{FF2B5EF4-FFF2-40B4-BE49-F238E27FC236}">
                <a16:creationId xmlns:a16="http://schemas.microsoft.com/office/drawing/2014/main" xmlns="" id="{865BFFEE-6E32-A1ED-9778-B6675E683F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1444" name="3 Marcador de número de diapositiva">
            <a:extLst>
              <a:ext uri="{FF2B5EF4-FFF2-40B4-BE49-F238E27FC236}">
                <a16:creationId xmlns:a16="http://schemas.microsoft.com/office/drawing/2014/main" xmlns="" id="{B1AD1109-E7E4-262C-C4EC-FB76C06CF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2E56E7-A978-254C-9842-5BAC25AB3C66}" type="slidenum">
              <a:rPr lang="es-VE" altLang="es-VE">
                <a:latin typeface="Calibri" panose="020F0502020204030204" pitchFamily="34" charset="0"/>
              </a:rPr>
              <a:pPr eaLnBrk="1" hangingPunct="1"/>
              <a:t>12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1 Marcador de imagen de diapositiva">
            <a:extLst>
              <a:ext uri="{FF2B5EF4-FFF2-40B4-BE49-F238E27FC236}">
                <a16:creationId xmlns:a16="http://schemas.microsoft.com/office/drawing/2014/main" xmlns="" id="{15248D82-72BD-5CBD-5DC7-E4F5CAED76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2 Marcador de notas">
            <a:extLst>
              <a:ext uri="{FF2B5EF4-FFF2-40B4-BE49-F238E27FC236}">
                <a16:creationId xmlns:a16="http://schemas.microsoft.com/office/drawing/2014/main" xmlns="" id="{99825718-A2A7-B5E7-9733-296E042013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3492" name="3 Marcador de número de diapositiva">
            <a:extLst>
              <a:ext uri="{FF2B5EF4-FFF2-40B4-BE49-F238E27FC236}">
                <a16:creationId xmlns:a16="http://schemas.microsoft.com/office/drawing/2014/main" xmlns="" id="{AE8E9317-72D8-235D-84E8-B92FE275B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BCCDC18-D19D-9E46-A370-960DB94AE0EC}" type="slidenum">
              <a:rPr lang="es-VE" altLang="es-VE">
                <a:latin typeface="Calibri" panose="020F0502020204030204" pitchFamily="34" charset="0"/>
              </a:rPr>
              <a:pPr eaLnBrk="1" hangingPunct="1"/>
              <a:t>13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1 Marcador de imagen de diapositiva">
            <a:extLst>
              <a:ext uri="{FF2B5EF4-FFF2-40B4-BE49-F238E27FC236}">
                <a16:creationId xmlns:a16="http://schemas.microsoft.com/office/drawing/2014/main" xmlns="" id="{2A8AD0A6-5AEA-F00D-83E3-C51724B687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2 Marcador de notas">
            <a:extLst>
              <a:ext uri="{FF2B5EF4-FFF2-40B4-BE49-F238E27FC236}">
                <a16:creationId xmlns:a16="http://schemas.microsoft.com/office/drawing/2014/main" xmlns="" id="{867E9970-744F-39EB-7ED3-7ADCFF2BD0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3492" name="3 Marcador de número de diapositiva">
            <a:extLst>
              <a:ext uri="{FF2B5EF4-FFF2-40B4-BE49-F238E27FC236}">
                <a16:creationId xmlns:a16="http://schemas.microsoft.com/office/drawing/2014/main" xmlns="" id="{1B3C9BF2-AFDD-7E58-E772-EF9269A54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577EA0B-7683-9F4A-B866-734CC41FB8EB}" type="slidenum">
              <a:rPr lang="es-VE" altLang="es-VE">
                <a:latin typeface="Calibri" panose="020F0502020204030204" pitchFamily="34" charset="0"/>
              </a:rPr>
              <a:pPr eaLnBrk="1" hangingPunct="1"/>
              <a:t>14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1 Marcador de imagen de diapositiva">
            <a:extLst>
              <a:ext uri="{FF2B5EF4-FFF2-40B4-BE49-F238E27FC236}">
                <a16:creationId xmlns:a16="http://schemas.microsoft.com/office/drawing/2014/main" xmlns="" id="{1E4CC1D7-0879-744F-CDDD-9ADED97B4B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2 Marcador de notas">
            <a:extLst>
              <a:ext uri="{FF2B5EF4-FFF2-40B4-BE49-F238E27FC236}">
                <a16:creationId xmlns:a16="http://schemas.microsoft.com/office/drawing/2014/main" xmlns="" id="{C2CB7961-733A-FFA6-2875-3139218F3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6564" name="3 Marcador de número de diapositiva">
            <a:extLst>
              <a:ext uri="{FF2B5EF4-FFF2-40B4-BE49-F238E27FC236}">
                <a16:creationId xmlns:a16="http://schemas.microsoft.com/office/drawing/2014/main" xmlns="" id="{2AAE9188-F365-76A4-43F0-8ABA34539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CB5ABE-06BB-FB44-864B-6F7C73F18483}" type="slidenum">
              <a:rPr lang="es-VE" altLang="es-VE">
                <a:latin typeface="Calibri" panose="020F0502020204030204" pitchFamily="34" charset="0"/>
              </a:rPr>
              <a:pPr eaLnBrk="1" hangingPunct="1"/>
              <a:t>15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Marcador de imagen de diapositiva">
            <a:extLst>
              <a:ext uri="{FF2B5EF4-FFF2-40B4-BE49-F238E27FC236}">
                <a16:creationId xmlns:a16="http://schemas.microsoft.com/office/drawing/2014/main" xmlns="" id="{FF6F5B6C-C2D1-158D-4929-73E9F5E3AA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2 Marcador de notas">
            <a:extLst>
              <a:ext uri="{FF2B5EF4-FFF2-40B4-BE49-F238E27FC236}">
                <a16:creationId xmlns:a16="http://schemas.microsoft.com/office/drawing/2014/main" xmlns="" id="{036B119E-FDC0-6BC7-E753-7EF6C5EE84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7588" name="3 Marcador de número de diapositiva">
            <a:extLst>
              <a:ext uri="{FF2B5EF4-FFF2-40B4-BE49-F238E27FC236}">
                <a16:creationId xmlns:a16="http://schemas.microsoft.com/office/drawing/2014/main" xmlns="" id="{092825C5-F6DD-9E60-BB6A-E44B9C5CF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6D443C-29D0-2840-9EC5-BD179310BC35}" type="slidenum">
              <a:rPr lang="es-VE" altLang="es-VE">
                <a:latin typeface="Calibri" panose="020F0502020204030204" pitchFamily="34" charset="0"/>
              </a:rPr>
              <a:pPr eaLnBrk="1" hangingPunct="1"/>
              <a:t>16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1 Marcador de imagen de diapositiva">
            <a:extLst>
              <a:ext uri="{FF2B5EF4-FFF2-40B4-BE49-F238E27FC236}">
                <a16:creationId xmlns:a16="http://schemas.microsoft.com/office/drawing/2014/main" xmlns="" id="{2924C66D-A651-016B-DD2C-DA484EFAF7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2 Marcador de notas">
            <a:extLst>
              <a:ext uri="{FF2B5EF4-FFF2-40B4-BE49-F238E27FC236}">
                <a16:creationId xmlns:a16="http://schemas.microsoft.com/office/drawing/2014/main" xmlns="" id="{AB893004-BEB6-5F30-D05A-AAC775E947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8612" name="3 Marcador de número de diapositiva">
            <a:extLst>
              <a:ext uri="{FF2B5EF4-FFF2-40B4-BE49-F238E27FC236}">
                <a16:creationId xmlns:a16="http://schemas.microsoft.com/office/drawing/2014/main" xmlns="" id="{DBA1690F-95A1-7432-99AC-05EDD7CC1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F0EC54-3AD8-4446-8069-6C19CC41B3F1}" type="slidenum">
              <a:rPr lang="es-VE" altLang="es-VE">
                <a:latin typeface="Calibri" panose="020F0502020204030204" pitchFamily="34" charset="0"/>
              </a:rPr>
              <a:pPr eaLnBrk="1" hangingPunct="1"/>
              <a:t>17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1 Marcador de imagen de diapositiva">
            <a:extLst>
              <a:ext uri="{FF2B5EF4-FFF2-40B4-BE49-F238E27FC236}">
                <a16:creationId xmlns:a16="http://schemas.microsoft.com/office/drawing/2014/main" xmlns="" id="{0BB046F1-20F2-CA27-1BCA-8E3B60748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2 Marcador de notas">
            <a:extLst>
              <a:ext uri="{FF2B5EF4-FFF2-40B4-BE49-F238E27FC236}">
                <a16:creationId xmlns:a16="http://schemas.microsoft.com/office/drawing/2014/main" xmlns="" id="{85DA3FF6-0257-FD73-F841-463DBDBE51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69636" name="3 Marcador de número de diapositiva">
            <a:extLst>
              <a:ext uri="{FF2B5EF4-FFF2-40B4-BE49-F238E27FC236}">
                <a16:creationId xmlns:a16="http://schemas.microsoft.com/office/drawing/2014/main" xmlns="" id="{232C67B3-C3B9-B1A5-CC19-531D3A855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F17992-955E-B244-9B40-C7BEA3458567}" type="slidenum">
              <a:rPr lang="es-VE" altLang="es-VE">
                <a:latin typeface="Calibri" panose="020F0502020204030204" pitchFamily="34" charset="0"/>
              </a:rPr>
              <a:pPr eaLnBrk="1" hangingPunct="1"/>
              <a:t>18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1 Marcador de imagen de diapositiva">
            <a:extLst>
              <a:ext uri="{FF2B5EF4-FFF2-40B4-BE49-F238E27FC236}">
                <a16:creationId xmlns:a16="http://schemas.microsoft.com/office/drawing/2014/main" xmlns="" id="{4EF7D3E5-9E19-EFE0-8A94-139D9E7E0F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2 Marcador de notas">
            <a:extLst>
              <a:ext uri="{FF2B5EF4-FFF2-40B4-BE49-F238E27FC236}">
                <a16:creationId xmlns:a16="http://schemas.microsoft.com/office/drawing/2014/main" xmlns="" id="{D7A7A23E-8E7B-A7BC-0102-474214B937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0660" name="3 Marcador de número de diapositiva">
            <a:extLst>
              <a:ext uri="{FF2B5EF4-FFF2-40B4-BE49-F238E27FC236}">
                <a16:creationId xmlns:a16="http://schemas.microsoft.com/office/drawing/2014/main" xmlns="" id="{F303EF29-DE4D-E480-9948-51E591DDE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E63183-9D86-AF40-ABC9-342231C3795E}" type="slidenum">
              <a:rPr lang="es-VE" altLang="es-VE">
                <a:latin typeface="Calibri" panose="020F0502020204030204" pitchFamily="34" charset="0"/>
              </a:rPr>
              <a:pPr eaLnBrk="1" hangingPunct="1"/>
              <a:t>19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1 Marcador de imagen de diapositiva">
            <a:extLst>
              <a:ext uri="{FF2B5EF4-FFF2-40B4-BE49-F238E27FC236}">
                <a16:creationId xmlns:a16="http://schemas.microsoft.com/office/drawing/2014/main" xmlns="" id="{B9147CFA-BD73-DDFF-84E2-1D45B77567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2 Marcador de notas">
            <a:extLst>
              <a:ext uri="{FF2B5EF4-FFF2-40B4-BE49-F238E27FC236}">
                <a16:creationId xmlns:a16="http://schemas.microsoft.com/office/drawing/2014/main" xmlns="" id="{14D1289A-0166-1DB9-79C9-74A2E76810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1684" name="3 Marcador de número de diapositiva">
            <a:extLst>
              <a:ext uri="{FF2B5EF4-FFF2-40B4-BE49-F238E27FC236}">
                <a16:creationId xmlns:a16="http://schemas.microsoft.com/office/drawing/2014/main" xmlns="" id="{F0954247-F662-7C53-33DC-795E9597A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8723D8-3E4C-C643-9E3C-7764E73CD5D3}" type="slidenum">
              <a:rPr lang="es-VE" altLang="es-VE">
                <a:latin typeface="Calibri" panose="020F0502020204030204" pitchFamily="34" charset="0"/>
              </a:rPr>
              <a:pPr eaLnBrk="1" hangingPunct="1"/>
              <a:t>20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1 Marcador de imagen de diapositiva">
            <a:extLst>
              <a:ext uri="{FF2B5EF4-FFF2-40B4-BE49-F238E27FC236}">
                <a16:creationId xmlns:a16="http://schemas.microsoft.com/office/drawing/2014/main" xmlns="" id="{951963D6-8A37-C7A3-6EFF-3283C62301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2 Marcador de notas">
            <a:extLst>
              <a:ext uri="{FF2B5EF4-FFF2-40B4-BE49-F238E27FC236}">
                <a16:creationId xmlns:a16="http://schemas.microsoft.com/office/drawing/2014/main" xmlns="" id="{E77AC07A-E6BC-86F9-C127-91360F00E3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2708" name="3 Marcador de número de diapositiva">
            <a:extLst>
              <a:ext uri="{FF2B5EF4-FFF2-40B4-BE49-F238E27FC236}">
                <a16:creationId xmlns:a16="http://schemas.microsoft.com/office/drawing/2014/main" xmlns="" id="{2E4FD5E6-9511-B9A0-26D5-928700BF0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FE671D-46B6-6B44-A5B9-26EDDB68E98E}" type="slidenum">
              <a:rPr lang="es-VE" altLang="es-VE">
                <a:latin typeface="Calibri" panose="020F0502020204030204" pitchFamily="34" charset="0"/>
              </a:rPr>
              <a:pPr eaLnBrk="1" hangingPunct="1"/>
              <a:t>21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xmlns="" id="{EF642C86-487D-ACCA-8BCF-345AA9C5FD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xmlns="" id="{7053E5B2-A370-5D65-2F33-8BCCDEBF23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3732" name="3 Marcador de número de diapositiva">
            <a:extLst>
              <a:ext uri="{FF2B5EF4-FFF2-40B4-BE49-F238E27FC236}">
                <a16:creationId xmlns:a16="http://schemas.microsoft.com/office/drawing/2014/main" xmlns="" id="{19A29F5A-CBCB-689B-5BEF-12A2D9111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15CC89-E6DE-F449-885A-C451591F306F}" type="slidenum">
              <a:rPr lang="es-VE" altLang="es-VE">
                <a:latin typeface="Calibri" panose="020F0502020204030204" pitchFamily="34" charset="0"/>
              </a:rPr>
              <a:pPr eaLnBrk="1" hangingPunct="1"/>
              <a:t>22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1 Marcador de imagen de diapositiva">
            <a:extLst>
              <a:ext uri="{FF2B5EF4-FFF2-40B4-BE49-F238E27FC236}">
                <a16:creationId xmlns:a16="http://schemas.microsoft.com/office/drawing/2014/main" xmlns="" id="{4D17FD51-3F28-889F-A865-26C37C6C7D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2 Marcador de notas">
            <a:extLst>
              <a:ext uri="{FF2B5EF4-FFF2-40B4-BE49-F238E27FC236}">
                <a16:creationId xmlns:a16="http://schemas.microsoft.com/office/drawing/2014/main" xmlns="" id="{D3B2C1FB-235E-147C-0C40-5413FDEFF2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xmlns="" id="{E2AE38B3-2433-BB53-E80E-0D5BC0D67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B4B8A6-DCC3-3C46-9116-D5F055C56E2E}" type="slidenum">
              <a:rPr lang="es-VE" altLang="es-VE">
                <a:latin typeface="Calibri" panose="020F0502020204030204" pitchFamily="34" charset="0"/>
              </a:rPr>
              <a:pPr eaLnBrk="1" hangingPunct="1"/>
              <a:t>23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1 Marcador de imagen de diapositiva">
            <a:extLst>
              <a:ext uri="{FF2B5EF4-FFF2-40B4-BE49-F238E27FC236}">
                <a16:creationId xmlns:a16="http://schemas.microsoft.com/office/drawing/2014/main" xmlns="" id="{25C17253-EBA1-24FB-84FE-E7B6943429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2 Marcador de notas">
            <a:extLst>
              <a:ext uri="{FF2B5EF4-FFF2-40B4-BE49-F238E27FC236}">
                <a16:creationId xmlns:a16="http://schemas.microsoft.com/office/drawing/2014/main" xmlns="" id="{2FE4B375-EF68-65F4-76DD-91F2CEA71D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6804" name="3 Marcador de número de diapositiva">
            <a:extLst>
              <a:ext uri="{FF2B5EF4-FFF2-40B4-BE49-F238E27FC236}">
                <a16:creationId xmlns:a16="http://schemas.microsoft.com/office/drawing/2014/main" xmlns="" id="{2C2A9FB5-C558-427D-7DA9-A6C87A052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6ED974F-C19A-594F-9715-FBBBAB1B408D}" type="slidenum">
              <a:rPr lang="es-VE" altLang="es-VE">
                <a:latin typeface="Calibri" panose="020F0502020204030204" pitchFamily="34" charset="0"/>
              </a:rPr>
              <a:pPr eaLnBrk="1" hangingPunct="1"/>
              <a:t>24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Marcador de imagen de diapositiva">
            <a:extLst>
              <a:ext uri="{FF2B5EF4-FFF2-40B4-BE49-F238E27FC236}">
                <a16:creationId xmlns:a16="http://schemas.microsoft.com/office/drawing/2014/main" xmlns="" id="{054499BF-3184-B4BA-10AC-3F99431E07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2 Marcador de notas">
            <a:extLst>
              <a:ext uri="{FF2B5EF4-FFF2-40B4-BE49-F238E27FC236}">
                <a16:creationId xmlns:a16="http://schemas.microsoft.com/office/drawing/2014/main" xmlns="" id="{1FA351A7-E695-59CF-4E8C-B34558F1C8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7828" name="3 Marcador de número de diapositiva">
            <a:extLst>
              <a:ext uri="{FF2B5EF4-FFF2-40B4-BE49-F238E27FC236}">
                <a16:creationId xmlns:a16="http://schemas.microsoft.com/office/drawing/2014/main" xmlns="" id="{2661630D-5E5E-1A34-1111-8EE37856B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258677-B757-854F-B5D4-72155E9C57BF}" type="slidenum">
              <a:rPr lang="es-VE" altLang="es-VE">
                <a:latin typeface="Calibri" panose="020F0502020204030204" pitchFamily="34" charset="0"/>
              </a:rPr>
              <a:pPr eaLnBrk="1" hangingPunct="1"/>
              <a:t>25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1 Marcador de imagen de diapositiva">
            <a:extLst>
              <a:ext uri="{FF2B5EF4-FFF2-40B4-BE49-F238E27FC236}">
                <a16:creationId xmlns:a16="http://schemas.microsoft.com/office/drawing/2014/main" xmlns="" id="{AD0F255B-ACAE-C0BD-3E23-F79A1C2E7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2 Marcador de notas">
            <a:extLst>
              <a:ext uri="{FF2B5EF4-FFF2-40B4-BE49-F238E27FC236}">
                <a16:creationId xmlns:a16="http://schemas.microsoft.com/office/drawing/2014/main" xmlns="" id="{FC96AC81-CB19-0076-07DE-3A8B3BCE5D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8852" name="3 Marcador de número de diapositiva">
            <a:extLst>
              <a:ext uri="{FF2B5EF4-FFF2-40B4-BE49-F238E27FC236}">
                <a16:creationId xmlns:a16="http://schemas.microsoft.com/office/drawing/2014/main" xmlns="" id="{E0B07F9A-F943-E203-8700-6D9234935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9FC57B-B617-5241-9412-47618C793B83}" type="slidenum">
              <a:rPr lang="es-VE" altLang="es-VE">
                <a:latin typeface="Calibri" panose="020F0502020204030204" pitchFamily="34" charset="0"/>
              </a:rPr>
              <a:pPr eaLnBrk="1" hangingPunct="1"/>
              <a:t>26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1 Marcador de imagen de diapositiva">
            <a:extLst>
              <a:ext uri="{FF2B5EF4-FFF2-40B4-BE49-F238E27FC236}">
                <a16:creationId xmlns:a16="http://schemas.microsoft.com/office/drawing/2014/main" xmlns="" id="{772379DB-5DAB-42FF-FAD2-50456FC327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2 Marcador de notas">
            <a:extLst>
              <a:ext uri="{FF2B5EF4-FFF2-40B4-BE49-F238E27FC236}">
                <a16:creationId xmlns:a16="http://schemas.microsoft.com/office/drawing/2014/main" xmlns="" id="{A8FF0473-69C7-BCC9-E835-E660B6BFE6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79876" name="3 Marcador de número de diapositiva">
            <a:extLst>
              <a:ext uri="{FF2B5EF4-FFF2-40B4-BE49-F238E27FC236}">
                <a16:creationId xmlns:a16="http://schemas.microsoft.com/office/drawing/2014/main" xmlns="" id="{5C723C65-A3BD-E414-487A-08B192C6D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92FE77-1E0A-664C-BABD-875E7147ED60}" type="slidenum">
              <a:rPr lang="es-VE" altLang="es-VE">
                <a:latin typeface="Calibri" panose="020F0502020204030204" pitchFamily="34" charset="0"/>
              </a:rPr>
              <a:pPr eaLnBrk="1" hangingPunct="1"/>
              <a:t>27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1 Marcador de imagen de diapositiva">
            <a:extLst>
              <a:ext uri="{FF2B5EF4-FFF2-40B4-BE49-F238E27FC236}">
                <a16:creationId xmlns:a16="http://schemas.microsoft.com/office/drawing/2014/main" xmlns="" id="{DE9E2703-8690-B9C1-CB63-D3E75B97FB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2 Marcador de notas">
            <a:extLst>
              <a:ext uri="{FF2B5EF4-FFF2-40B4-BE49-F238E27FC236}">
                <a16:creationId xmlns:a16="http://schemas.microsoft.com/office/drawing/2014/main" xmlns="" id="{739F22D0-871D-8865-0442-862A055000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0900" name="3 Marcador de número de diapositiva">
            <a:extLst>
              <a:ext uri="{FF2B5EF4-FFF2-40B4-BE49-F238E27FC236}">
                <a16:creationId xmlns:a16="http://schemas.microsoft.com/office/drawing/2014/main" xmlns="" id="{B85D25C9-CE38-C1FD-A5A1-166CA9290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4D2DE2-D1FB-BF45-AE06-D7173B563287}" type="slidenum">
              <a:rPr lang="es-VE" altLang="es-VE">
                <a:latin typeface="Calibri" panose="020F0502020204030204" pitchFamily="34" charset="0"/>
              </a:rPr>
              <a:pPr eaLnBrk="1" hangingPunct="1"/>
              <a:t>28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1 Marcador de imagen de diapositiva">
            <a:extLst>
              <a:ext uri="{FF2B5EF4-FFF2-40B4-BE49-F238E27FC236}">
                <a16:creationId xmlns:a16="http://schemas.microsoft.com/office/drawing/2014/main" xmlns="" id="{41EEDE3D-2A00-6B74-E6CF-18E4F52AF4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2 Marcador de notas">
            <a:extLst>
              <a:ext uri="{FF2B5EF4-FFF2-40B4-BE49-F238E27FC236}">
                <a16:creationId xmlns:a16="http://schemas.microsoft.com/office/drawing/2014/main" xmlns="" id="{30FA9982-EC80-6F9C-6097-8C2C1A9298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1924" name="3 Marcador de número de diapositiva">
            <a:extLst>
              <a:ext uri="{FF2B5EF4-FFF2-40B4-BE49-F238E27FC236}">
                <a16:creationId xmlns:a16="http://schemas.microsoft.com/office/drawing/2014/main" xmlns="" id="{2F71F970-9348-D460-A580-A32DEE42C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D4F838-1738-374C-8F5B-53E52C19589F}" type="slidenum">
              <a:rPr lang="es-VE" altLang="es-VE">
                <a:latin typeface="Calibri" panose="020F0502020204030204" pitchFamily="34" charset="0"/>
              </a:rPr>
              <a:pPr eaLnBrk="1" hangingPunct="1"/>
              <a:t>29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Marcador de imagen de diapositiva">
            <a:extLst>
              <a:ext uri="{FF2B5EF4-FFF2-40B4-BE49-F238E27FC236}">
                <a16:creationId xmlns:a16="http://schemas.microsoft.com/office/drawing/2014/main" xmlns="" id="{44EE5B7D-44E0-07F4-26BF-89B7DADDF0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2 Marcador de notas">
            <a:extLst>
              <a:ext uri="{FF2B5EF4-FFF2-40B4-BE49-F238E27FC236}">
                <a16:creationId xmlns:a16="http://schemas.microsoft.com/office/drawing/2014/main" xmlns="" id="{7A1F9468-BA78-B7F5-C559-6039340C7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2948" name="3 Marcador de número de diapositiva">
            <a:extLst>
              <a:ext uri="{FF2B5EF4-FFF2-40B4-BE49-F238E27FC236}">
                <a16:creationId xmlns:a16="http://schemas.microsoft.com/office/drawing/2014/main" xmlns="" id="{FA49CF4A-501D-375B-D678-7C59125BD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9D0F94-D1EC-4B40-BB91-D01EC47E2B0C}" type="slidenum">
              <a:rPr lang="es-VE" altLang="es-VE">
                <a:latin typeface="Calibri" panose="020F0502020204030204" pitchFamily="34" charset="0"/>
              </a:rPr>
              <a:pPr eaLnBrk="1" hangingPunct="1"/>
              <a:t>30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1 Marcador de imagen de diapositiva">
            <a:extLst>
              <a:ext uri="{FF2B5EF4-FFF2-40B4-BE49-F238E27FC236}">
                <a16:creationId xmlns:a16="http://schemas.microsoft.com/office/drawing/2014/main" xmlns="" id="{7C587521-D3EC-F745-083D-1D2F952E3B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2 Marcador de notas">
            <a:extLst>
              <a:ext uri="{FF2B5EF4-FFF2-40B4-BE49-F238E27FC236}">
                <a16:creationId xmlns:a16="http://schemas.microsoft.com/office/drawing/2014/main" xmlns="" id="{566C9F7E-E4A5-B7DD-A8EB-1E6CA19183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3972" name="3 Marcador de número de diapositiva">
            <a:extLst>
              <a:ext uri="{FF2B5EF4-FFF2-40B4-BE49-F238E27FC236}">
                <a16:creationId xmlns:a16="http://schemas.microsoft.com/office/drawing/2014/main" xmlns="" id="{B61E553C-4604-3200-F839-D2ECB1A95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F19241-3399-B54A-9353-8991FD87B2A3}" type="slidenum">
              <a:rPr lang="es-VE" altLang="es-VE">
                <a:latin typeface="Calibri" panose="020F0502020204030204" pitchFamily="34" charset="0"/>
              </a:rPr>
              <a:pPr eaLnBrk="1" hangingPunct="1"/>
              <a:t>31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1 Marcador de imagen de diapositiva">
            <a:extLst>
              <a:ext uri="{FF2B5EF4-FFF2-40B4-BE49-F238E27FC236}">
                <a16:creationId xmlns:a16="http://schemas.microsoft.com/office/drawing/2014/main" xmlns="" id="{088D2AB5-66CC-3BFB-D802-6D37C8D72E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2 Marcador de notas">
            <a:extLst>
              <a:ext uri="{FF2B5EF4-FFF2-40B4-BE49-F238E27FC236}">
                <a16:creationId xmlns:a16="http://schemas.microsoft.com/office/drawing/2014/main" xmlns="" id="{D2AB202F-43AC-44D5-212A-A57CF84169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4996" name="3 Marcador de número de diapositiva">
            <a:extLst>
              <a:ext uri="{FF2B5EF4-FFF2-40B4-BE49-F238E27FC236}">
                <a16:creationId xmlns:a16="http://schemas.microsoft.com/office/drawing/2014/main" xmlns="" id="{0DC5127D-242D-CD1A-FE5D-F8CA929F9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7A3783-69F6-3E4C-8BE8-CBD6AE0036A6}" type="slidenum">
              <a:rPr lang="es-VE" altLang="es-VE">
                <a:latin typeface="Calibri" panose="020F0502020204030204" pitchFamily="34" charset="0"/>
              </a:rPr>
              <a:pPr eaLnBrk="1" hangingPunct="1"/>
              <a:t>32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1 Marcador de imagen de diapositiva">
            <a:extLst>
              <a:ext uri="{FF2B5EF4-FFF2-40B4-BE49-F238E27FC236}">
                <a16:creationId xmlns:a16="http://schemas.microsoft.com/office/drawing/2014/main" xmlns="" id="{BB0446D5-DA81-9C19-7551-709142642A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2 Marcador de notas">
            <a:extLst>
              <a:ext uri="{FF2B5EF4-FFF2-40B4-BE49-F238E27FC236}">
                <a16:creationId xmlns:a16="http://schemas.microsoft.com/office/drawing/2014/main" xmlns="" id="{39729A2D-A0B3-40AB-3ECC-2F4BEC2F7B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6020" name="3 Marcador de número de diapositiva">
            <a:extLst>
              <a:ext uri="{FF2B5EF4-FFF2-40B4-BE49-F238E27FC236}">
                <a16:creationId xmlns:a16="http://schemas.microsoft.com/office/drawing/2014/main" xmlns="" id="{5AC62EA0-0BE3-39C4-4718-BB6D3D27B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BB4C11-78C4-D241-8931-FFB04F044B15}" type="slidenum">
              <a:rPr lang="es-VE" altLang="es-VE">
                <a:latin typeface="Calibri" panose="020F0502020204030204" pitchFamily="34" charset="0"/>
              </a:rPr>
              <a:pPr eaLnBrk="1" hangingPunct="1"/>
              <a:t>33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1 Marcador de imagen de diapositiva">
            <a:extLst>
              <a:ext uri="{FF2B5EF4-FFF2-40B4-BE49-F238E27FC236}">
                <a16:creationId xmlns:a16="http://schemas.microsoft.com/office/drawing/2014/main" xmlns="" id="{EEFD86A2-DB19-B488-F2E4-05D36FF372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2 Marcador de notas">
            <a:extLst>
              <a:ext uri="{FF2B5EF4-FFF2-40B4-BE49-F238E27FC236}">
                <a16:creationId xmlns:a16="http://schemas.microsoft.com/office/drawing/2014/main" xmlns="" id="{69845083-92BD-7A69-CEF9-A26C2E5023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8068" name="3 Marcador de número de diapositiva">
            <a:extLst>
              <a:ext uri="{FF2B5EF4-FFF2-40B4-BE49-F238E27FC236}">
                <a16:creationId xmlns:a16="http://schemas.microsoft.com/office/drawing/2014/main" xmlns="" id="{6D6019A2-70CE-4370-1551-0B00044BF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39E6FDC-8740-064D-932E-4507AEDB752B}" type="slidenum">
              <a:rPr lang="es-VE" altLang="es-VE">
                <a:latin typeface="Calibri" panose="020F0502020204030204" pitchFamily="34" charset="0"/>
              </a:rPr>
              <a:pPr eaLnBrk="1" hangingPunct="1"/>
              <a:t>34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1 Marcador de imagen de diapositiva">
            <a:extLst>
              <a:ext uri="{FF2B5EF4-FFF2-40B4-BE49-F238E27FC236}">
                <a16:creationId xmlns:a16="http://schemas.microsoft.com/office/drawing/2014/main" xmlns="" id="{BAF07B70-501C-CF53-F8F3-474DE4321D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2 Marcador de notas">
            <a:extLst>
              <a:ext uri="{FF2B5EF4-FFF2-40B4-BE49-F238E27FC236}">
                <a16:creationId xmlns:a16="http://schemas.microsoft.com/office/drawing/2014/main" xmlns="" id="{92DA5296-75AA-FDFE-466E-C3288C620F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89092" name="3 Marcador de número de diapositiva">
            <a:extLst>
              <a:ext uri="{FF2B5EF4-FFF2-40B4-BE49-F238E27FC236}">
                <a16:creationId xmlns:a16="http://schemas.microsoft.com/office/drawing/2014/main" xmlns="" id="{3F7D389A-75CB-D155-4D9D-D7FDF5315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ADE9F0-5487-BB4B-A722-20B4599B05DB}" type="slidenum">
              <a:rPr lang="es-VE" altLang="es-VE">
                <a:latin typeface="Calibri" panose="020F0502020204030204" pitchFamily="34" charset="0"/>
              </a:rPr>
              <a:pPr eaLnBrk="1" hangingPunct="1"/>
              <a:t>35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1 Marcador de imagen de diapositiva">
            <a:extLst>
              <a:ext uri="{FF2B5EF4-FFF2-40B4-BE49-F238E27FC236}">
                <a16:creationId xmlns:a16="http://schemas.microsoft.com/office/drawing/2014/main" xmlns="" id="{BE9E5989-EA89-E197-0AE8-C27DD2D923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2 Marcador de notas">
            <a:extLst>
              <a:ext uri="{FF2B5EF4-FFF2-40B4-BE49-F238E27FC236}">
                <a16:creationId xmlns:a16="http://schemas.microsoft.com/office/drawing/2014/main" xmlns="" id="{1C8E7247-900A-7EFF-15C3-73ADDB5B55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0116" name="3 Marcador de número de diapositiva">
            <a:extLst>
              <a:ext uri="{FF2B5EF4-FFF2-40B4-BE49-F238E27FC236}">
                <a16:creationId xmlns:a16="http://schemas.microsoft.com/office/drawing/2014/main" xmlns="" id="{3B9ED16C-9911-EAC9-5F10-E75F722A3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34D1649-4952-2244-AE26-559F7E59243D}" type="slidenum">
              <a:rPr lang="es-VE" altLang="es-VE">
                <a:latin typeface="Calibri" panose="020F0502020204030204" pitchFamily="34" charset="0"/>
              </a:rPr>
              <a:pPr eaLnBrk="1" hangingPunct="1"/>
              <a:t>36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1 Marcador de imagen de diapositiva">
            <a:extLst>
              <a:ext uri="{FF2B5EF4-FFF2-40B4-BE49-F238E27FC236}">
                <a16:creationId xmlns:a16="http://schemas.microsoft.com/office/drawing/2014/main" xmlns="" id="{E57E9FB8-FA3E-A9C0-9095-32564110B2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2 Marcador de notas">
            <a:extLst>
              <a:ext uri="{FF2B5EF4-FFF2-40B4-BE49-F238E27FC236}">
                <a16:creationId xmlns:a16="http://schemas.microsoft.com/office/drawing/2014/main" xmlns="" id="{1571EA56-B97E-C890-C66A-B12B2906CC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3188" name="3 Marcador de número de diapositiva">
            <a:extLst>
              <a:ext uri="{FF2B5EF4-FFF2-40B4-BE49-F238E27FC236}">
                <a16:creationId xmlns:a16="http://schemas.microsoft.com/office/drawing/2014/main" xmlns="" id="{30BB8A8F-CFB2-9202-495A-FD2673322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AD1878-DFCF-2343-B480-810B5411ABB6}" type="slidenum">
              <a:rPr lang="es-VE" altLang="es-VE">
                <a:latin typeface="Calibri" panose="020F0502020204030204" pitchFamily="34" charset="0"/>
              </a:rPr>
              <a:pPr eaLnBrk="1" hangingPunct="1"/>
              <a:t>37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1 Marcador de imagen de diapositiva">
            <a:extLst>
              <a:ext uri="{FF2B5EF4-FFF2-40B4-BE49-F238E27FC236}">
                <a16:creationId xmlns:a16="http://schemas.microsoft.com/office/drawing/2014/main" xmlns="" id="{0CA0AD97-E5EC-E79F-F0A8-B01A76C73E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2 Marcador de notas">
            <a:extLst>
              <a:ext uri="{FF2B5EF4-FFF2-40B4-BE49-F238E27FC236}">
                <a16:creationId xmlns:a16="http://schemas.microsoft.com/office/drawing/2014/main" xmlns="" id="{50A1FD45-F5E6-7D69-5142-59E62B2A38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4212" name="3 Marcador de número de diapositiva">
            <a:extLst>
              <a:ext uri="{FF2B5EF4-FFF2-40B4-BE49-F238E27FC236}">
                <a16:creationId xmlns:a16="http://schemas.microsoft.com/office/drawing/2014/main" xmlns="" id="{19B3E7E2-6388-6FE6-372E-83080351D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AC903A-88C2-A045-B85C-E9CE4DF6F38B}" type="slidenum">
              <a:rPr lang="es-VE" altLang="es-VE">
                <a:latin typeface="Calibri" panose="020F0502020204030204" pitchFamily="34" charset="0"/>
              </a:rPr>
              <a:pPr eaLnBrk="1" hangingPunct="1"/>
              <a:t>38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1 Marcador de imagen de diapositiva">
            <a:extLst>
              <a:ext uri="{FF2B5EF4-FFF2-40B4-BE49-F238E27FC236}">
                <a16:creationId xmlns:a16="http://schemas.microsoft.com/office/drawing/2014/main" xmlns="" id="{8AD3B227-CF5B-2991-E5B9-A5FCD19D42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2 Marcador de notas">
            <a:extLst>
              <a:ext uri="{FF2B5EF4-FFF2-40B4-BE49-F238E27FC236}">
                <a16:creationId xmlns:a16="http://schemas.microsoft.com/office/drawing/2014/main" xmlns="" id="{7FDEEE8A-952E-AEA1-30A7-258F774BAF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6260" name="3 Marcador de número de diapositiva">
            <a:extLst>
              <a:ext uri="{FF2B5EF4-FFF2-40B4-BE49-F238E27FC236}">
                <a16:creationId xmlns:a16="http://schemas.microsoft.com/office/drawing/2014/main" xmlns="" id="{01077D89-7E69-75B6-8DFC-3CF030EDE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A5D779-0935-6B42-8AEA-DC47BE47EFF9}" type="slidenum">
              <a:rPr lang="es-VE" altLang="es-VE">
                <a:latin typeface="Calibri" panose="020F0502020204030204" pitchFamily="34" charset="0"/>
              </a:rPr>
              <a:pPr eaLnBrk="1" hangingPunct="1"/>
              <a:t>39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1 Marcador de imagen de diapositiva">
            <a:extLst>
              <a:ext uri="{FF2B5EF4-FFF2-40B4-BE49-F238E27FC236}">
                <a16:creationId xmlns:a16="http://schemas.microsoft.com/office/drawing/2014/main" xmlns="" id="{FDDE6525-2D2D-D29A-50A1-C732A2FE74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2 Marcador de notas">
            <a:extLst>
              <a:ext uri="{FF2B5EF4-FFF2-40B4-BE49-F238E27FC236}">
                <a16:creationId xmlns:a16="http://schemas.microsoft.com/office/drawing/2014/main" xmlns="" id="{77EFB86D-CC37-0A88-BCCD-7E5973239F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7284" name="3 Marcador de número de diapositiva">
            <a:extLst>
              <a:ext uri="{FF2B5EF4-FFF2-40B4-BE49-F238E27FC236}">
                <a16:creationId xmlns:a16="http://schemas.microsoft.com/office/drawing/2014/main" xmlns="" id="{E03BE0FF-6F00-15F5-33AE-2E44BE2F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0FAF11-7FF8-C048-B269-7679EE76A497}" type="slidenum">
              <a:rPr lang="es-VE" altLang="es-VE">
                <a:latin typeface="Calibri" panose="020F0502020204030204" pitchFamily="34" charset="0"/>
              </a:rPr>
              <a:pPr eaLnBrk="1" hangingPunct="1"/>
              <a:t>40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1 Marcador de imagen de diapositiva">
            <a:extLst>
              <a:ext uri="{FF2B5EF4-FFF2-40B4-BE49-F238E27FC236}">
                <a16:creationId xmlns:a16="http://schemas.microsoft.com/office/drawing/2014/main" xmlns="" id="{89F55357-FB38-92ED-FBCF-13475F9A16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2 Marcador de notas">
            <a:extLst>
              <a:ext uri="{FF2B5EF4-FFF2-40B4-BE49-F238E27FC236}">
                <a16:creationId xmlns:a16="http://schemas.microsoft.com/office/drawing/2014/main" xmlns="" id="{72EF1405-4F0D-DD6B-BA39-9FE2250A8A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8308" name="3 Marcador de número de diapositiva">
            <a:extLst>
              <a:ext uri="{FF2B5EF4-FFF2-40B4-BE49-F238E27FC236}">
                <a16:creationId xmlns:a16="http://schemas.microsoft.com/office/drawing/2014/main" xmlns="" id="{CE4BE894-DB0F-E6DE-F17A-E70973D4D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13509C-2048-3C4E-A693-68519866806E}" type="slidenum">
              <a:rPr lang="es-VE" altLang="es-VE">
                <a:latin typeface="Calibri" panose="020F0502020204030204" pitchFamily="34" charset="0"/>
              </a:rPr>
              <a:pPr eaLnBrk="1" hangingPunct="1"/>
              <a:t>41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1 Marcador de imagen de diapositiva">
            <a:extLst>
              <a:ext uri="{FF2B5EF4-FFF2-40B4-BE49-F238E27FC236}">
                <a16:creationId xmlns:a16="http://schemas.microsoft.com/office/drawing/2014/main" xmlns="" id="{703A07CF-5652-56E0-F43F-6E915A3B9A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2 Marcador de notas">
            <a:extLst>
              <a:ext uri="{FF2B5EF4-FFF2-40B4-BE49-F238E27FC236}">
                <a16:creationId xmlns:a16="http://schemas.microsoft.com/office/drawing/2014/main" xmlns="" id="{E95FD9A6-EFEE-39AD-E32E-D788F27B7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/>
          </a:p>
        </p:txBody>
      </p:sp>
      <p:sp>
        <p:nvSpPr>
          <p:cNvPr id="99332" name="3 Marcador de número de diapositiva">
            <a:extLst>
              <a:ext uri="{FF2B5EF4-FFF2-40B4-BE49-F238E27FC236}">
                <a16:creationId xmlns:a16="http://schemas.microsoft.com/office/drawing/2014/main" xmlns="" id="{2155F645-E0E9-2270-A5DC-4FD946E5D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12EF08-488B-E74E-BF0A-10F6571712F1}" type="slidenum">
              <a:rPr lang="es-VE" altLang="es-VE">
                <a:latin typeface="Calibri" panose="020F0502020204030204" pitchFamily="34" charset="0"/>
              </a:rPr>
              <a:pPr eaLnBrk="1" hangingPunct="1"/>
              <a:t>42</a:t>
            </a:fld>
            <a:endParaRPr lang="es-VE" altLang="es-V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EE12104-20DA-05B8-407B-1BD346167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F163B45-B681-3F6F-67F7-7BDCB3887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9B42077-E71F-EECC-0F1A-D0B94E83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1C923C-C793-1B43-B88D-A854AD25A0A6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0F52EDE8-63CC-E276-1A31-1EF945EB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CC1E6C6B-8506-2554-E400-BF3F29F2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2C25-566C-EC42-8C0C-F4C8D16CEB07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243182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049858E-3DA8-19FE-CA15-B9ABFB5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8757B9BA-D8A4-8D4B-49D4-FA8B5F39A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7903F39-DB43-EB3F-AB52-A7A796AA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4544FA-3E2E-3A43-BF4E-870E7055F183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6BBC387-1A06-3DCB-62CB-31A09F2F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254708C-4E85-0DDE-7C3C-E8DC931F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23AC7-5955-9B40-87C8-C7DF94948FCA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356096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44C126-BA27-B2A1-18B1-D78553FB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B99081D-B15B-27AD-1147-849085533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1B18E64A-8611-7576-EEFA-F819695B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50F217-A6F2-DE44-8FD2-97E88842D98A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85C6D8A-B4A5-77CC-2149-544E5B32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02F107D-5A4D-C8BD-720C-BFB592DD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019DD-0182-D042-B88A-1A3496580888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101419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45FAEE-1974-28EA-4322-85F03684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229B877-4A22-0FB9-4723-59D02703E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E94D0D32-D2DF-C36B-AD1F-4F00C6B80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9C75B6E7-754C-1AA5-C707-CA95D609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575BB-D3D0-CF46-90A5-14D1B7E43464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B78FC5C-E289-A198-E113-3DFC4544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84D49A57-04E2-0843-4FA5-BC63FA2F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7719-F4CC-5144-AA42-A59B682D9EC3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35726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D4F8B54-7487-498B-08B1-A9F7C3A6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65E8DA89-DB87-791B-7DFB-776B4C6F8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41C502A7-121B-A79A-E05D-2C50AA055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C1945597-AB7E-6443-868F-CA48AA41A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F1807428-E4F0-3838-EC16-10340B157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AAC20B8C-3295-29A4-C641-7768B421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DA005A-7333-6C48-9A42-FF1B805906D7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3B608B71-041F-BDDD-3669-31CBA9287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7CA437EB-2646-A6A1-229C-F6CB3B8B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29EF0-3132-7040-B7AC-BA0F11EC4827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155721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A0292BD-DDA3-C00B-0B04-8FDE81A8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5B61AE77-6983-804E-B490-A0B928B4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730EC4-9774-1B42-A554-6BCD7CAEA628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8912ABC8-BD8F-77CE-6683-230BC6A9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90387717-222D-B263-D9BD-E0177848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D8796-070B-E74E-977A-ED5305C4AD61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370044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0DF20DD5-F9E3-1BDD-93E9-E49026FE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080737-4ABF-3A46-AC64-1268C902C05F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63F01B87-0BB6-8285-2544-1483DD17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386F0086-E115-D13F-8FE2-565424F0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C22-0DEF-A448-9B5B-A1482CBB2203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40722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5E82521-CCC8-3AFC-B81E-3172ED25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C4AEBA1F-915B-9FDA-781D-29B598EA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90A3E79-AD0E-A76D-7E97-737FD6B35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6E2A7931-D2CE-F02B-0188-AB2F1CB5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69C90A-561C-D142-BCB4-F322BA6F5EE3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AA42FFB7-7346-C1C1-2384-19BD1A6A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FF305443-163F-A41E-AF59-62389C86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8B7A1-DECB-A045-8906-85108E8BB37C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108386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4ECCE6A-538C-D7E5-56B2-FA93F80A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F366D8AD-6D05-AEEC-32EA-93ACAF0B1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41CFC213-CC5C-580F-8640-76F7CC98B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44B96481-030D-7069-A7D0-4F436ACE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A3B369-9422-2F42-A14E-E457DD015B17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EB94E785-A55C-0853-485B-0527B89F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768BAC42-5306-29B8-59B8-BF498A50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B0C5-89F2-ED43-A245-4D1D89D58F85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182416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588FB3C-1DD1-97D7-F3D3-82DE3159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380300DA-8D9F-BFD7-D93F-0B9C95D11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24A6390-A069-7AC2-E8EE-DA084DCE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D3273E-603A-CB45-BD03-8D6AC9444026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A4A5FFDF-4808-8459-79A4-5D3383DC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97470D75-5DB2-94DF-5B67-A7FDE4CF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F8BE-3433-3F4F-9E3C-27CDD823069A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278414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F8FFD3D8-520A-09D3-81F8-06C36F901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B22C14C5-ED69-1B4B-906B-4CF7FE71D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F75F89A-6CBB-9242-F216-95FF3B09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75BB90-C6C4-4F48-8259-4FB3BFE90DD1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4A7D410-8108-358C-82E2-4F28D0C7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B77523B-0D23-D852-558C-DB6A06C8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86167-AD53-8A48-9015-D09B8FE27D8A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26275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43000">
              <a:schemeClr val="accent2">
                <a:lumMod val="0"/>
                <a:lumOff val="100000"/>
              </a:schemeClr>
            </a:gs>
            <a:gs pos="100000">
              <a:srgbClr val="72CFFA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7018514E-DEE6-5DF2-43CC-4FA13C3D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5A612245-5EC6-48D0-A51F-310FC041B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3E79396-08C5-D630-7F18-F78091B9C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730EC4-9774-1B42-A554-6BCD7CAEA628}" type="datetimeFigureOut">
              <a:rPr lang="es-VE" smtClean="0"/>
              <a:pPr>
                <a:defRPr/>
              </a:pPr>
              <a:t>16/03/2023</a:t>
            </a:fld>
            <a:endParaRPr lang="es-V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449D00CB-3B3F-CAF3-3B67-EBFA0F1E9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32453EB-4ED4-428F-95EE-D23503EC7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D8796-070B-E74E-977A-ED5305C4AD61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xmlns="" val="112003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pn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8.png"/><Relationship Id="rId9" Type="http://schemas.microsoft.com/office/2007/relationships/diagramDrawing" Target="../diagrams/drawing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4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8.png"/><Relationship Id="rId9" Type="http://schemas.microsoft.com/office/2007/relationships/diagramDrawing" Target="../diagrams/drawing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C11169E4-B574-977D-4E61-3BD63EA6F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9219" name="7 Rectángulo">
            <a:extLst>
              <a:ext uri="{FF2B5EF4-FFF2-40B4-BE49-F238E27FC236}">
                <a16:creationId xmlns:a16="http://schemas.microsoft.com/office/drawing/2014/main" xmlns="" id="{E5393A96-7784-3CFA-ED8C-2684A031F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6000768"/>
            <a:ext cx="56435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 dirty="0">
                <a:latin typeface="Calibri" panose="020F0502020204030204" pitchFamily="34" charset="0"/>
                <a:cs typeface="Calibri" panose="020F0502020204030204" pitchFamily="34" charset="0"/>
              </a:rPr>
              <a:t>18 años ofreciendo bienestar y servicios </a:t>
            </a:r>
          </a:p>
          <a:p>
            <a:pPr algn="r" eaLnBrk="1" hangingPunct="1"/>
            <a:r>
              <a:rPr lang="es-VE" altLang="es-VE" b="1" dirty="0">
                <a:latin typeface="Calibri" panose="020F0502020204030204" pitchFamily="34" charset="0"/>
                <a:cs typeface="Calibri" panose="020F0502020204030204" pitchFamily="34" charset="0"/>
              </a:rPr>
              <a:t>Porque su salud no es un gasto, es una sana inversión </a:t>
            </a:r>
          </a:p>
        </p:txBody>
      </p:sp>
      <p:sp>
        <p:nvSpPr>
          <p:cNvPr id="9220" name="AutoShape 2" descr="Debida Diligencia y Políticas Conozca a su Cliente y para evitar el  Blanqueo de Capitales: Cuánto es suficiente?”">
            <a:extLst>
              <a:ext uri="{FF2B5EF4-FFF2-40B4-BE49-F238E27FC236}">
                <a16:creationId xmlns:a16="http://schemas.microsoft.com/office/drawing/2014/main" xmlns="" id="{96C973DC-EDEB-0607-4542-5B6B30AE73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9" name="5 Título">
            <a:extLst>
              <a:ext uri="{FF2B5EF4-FFF2-40B4-BE49-F238E27FC236}">
                <a16:creationId xmlns:a16="http://schemas.microsoft.com/office/drawing/2014/main" xmlns="" id="{B2F8E501-3501-F5F4-2E2D-23EC68D3C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56" y="1785926"/>
            <a:ext cx="7929618" cy="1643074"/>
          </a:xfrm>
        </p:spPr>
        <p:txBody>
          <a:bodyPr>
            <a:no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s-VE" sz="1700" dirty="0"/>
              <a:t/>
            </a:r>
            <a:br>
              <a:rPr lang="es-VE" sz="1700" dirty="0"/>
            </a:br>
            <a:r>
              <a:rPr lang="es-VE" sz="1700" dirty="0"/>
              <a:t/>
            </a:r>
            <a:br>
              <a:rPr lang="es-VE" sz="1700" dirty="0"/>
            </a:br>
            <a:r>
              <a:rPr lang="es-VE" sz="1600" dirty="0"/>
              <a:t/>
            </a:r>
            <a:br>
              <a:rPr lang="es-VE" sz="1600" dirty="0"/>
            </a:br>
            <a:endParaRPr lang="es-VE" sz="1600" dirty="0"/>
          </a:p>
        </p:txBody>
      </p:sp>
      <p:sp>
        <p:nvSpPr>
          <p:cNvPr id="9224" name="Marcador de contenido 2">
            <a:extLst>
              <a:ext uri="{FF2B5EF4-FFF2-40B4-BE49-F238E27FC236}">
                <a16:creationId xmlns:a16="http://schemas.microsoft.com/office/drawing/2014/main" xmlns="" id="{794D5AC0-6105-70EF-BADB-EA639E6B6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312" y="2237408"/>
            <a:ext cx="4965290" cy="2912220"/>
          </a:xfrm>
        </p:spPr>
        <p:txBody>
          <a:bodyPr>
            <a:normAutofit fontScale="92500"/>
          </a:bodyPr>
          <a:lstStyle/>
          <a:p>
            <a:pPr marR="0" algn="just" eaLnBrk="1" hangingPunct="1"/>
            <a:endParaRPr lang="es-VE" altLang="es-VE" sz="1400" b="1" dirty="0"/>
          </a:p>
          <a:p>
            <a:pPr marR="0" algn="l" eaLnBrk="1" hangingPunct="1"/>
            <a:r>
              <a:rPr lang="es-VE" altLang="es-VE" sz="2800" b="1" dirty="0">
                <a:solidFill>
                  <a:srgbClr val="005B9D"/>
                </a:solidFill>
              </a:rPr>
              <a:t>UNIDAD DE ADMINISTRACCION DE RIESGOS PARA LA PREVENCION DE LEGITIMACION DE CAPITALES, FINANCIAMIENTO AL TERRORISMO Y FINANCIAMIENTO A LA PROLIFERACION DE ARMAS DE DESTRUCCION MASIVA.</a:t>
            </a:r>
          </a:p>
        </p:txBody>
      </p:sp>
      <p:sp>
        <p:nvSpPr>
          <p:cNvPr id="922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07E92B0E-0611-B486-E2AB-1357B58167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4" name="Rectángulo 15">
            <a:extLst>
              <a:ext uri="{FF2B5EF4-FFF2-40B4-BE49-F238E27FC236}">
                <a16:creationId xmlns:a16="http://schemas.microsoft.com/office/drawing/2014/main" xmlns="" id="{96AC2CD0-40AC-9ABA-17F6-DAB2A09BC61A}"/>
              </a:ext>
            </a:extLst>
          </p:cNvPr>
          <p:cNvSpPr/>
          <p:nvPr/>
        </p:nvSpPr>
        <p:spPr>
          <a:xfrm>
            <a:off x="5724128" y="4398962"/>
            <a:ext cx="3286125" cy="1173162"/>
          </a:xfrm>
          <a:prstGeom prst="rect">
            <a:avLst/>
          </a:prstGeom>
          <a:solidFill>
            <a:srgbClr val="72CFF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VE" sz="2400" b="1" dirty="0">
                <a:solidFill>
                  <a:srgbClr val="FB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José Gregorio Rosales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VE" sz="2400" b="1" dirty="0">
                <a:solidFill>
                  <a:srgbClr val="FB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Oficial de Cumplimiento</a:t>
            </a:r>
          </a:p>
        </p:txBody>
      </p:sp>
      <p:pic>
        <p:nvPicPr>
          <p:cNvPr id="9227" name="8 Imagen" descr="C:\Users\contablidad\Downloads\9be860_prevencion-de-legitimacion-de-capitales_w688.jpg">
            <a:extLst>
              <a:ext uri="{FF2B5EF4-FFF2-40B4-BE49-F238E27FC236}">
                <a16:creationId xmlns:a16="http://schemas.microsoft.com/office/drawing/2014/main" xmlns="" id="{1A6CE49E-3ECF-2AA7-212A-8EB561AB1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57625" y="-75195"/>
            <a:ext cx="52863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3">
            <a:extLst>
              <a:ext uri="{FF2B5EF4-FFF2-40B4-BE49-F238E27FC236}">
                <a16:creationId xmlns:a16="http://schemas.microsoft.com/office/drawing/2014/main" xmlns="" id="{A0BC85B4-95BA-F7A7-EF1B-4BE29C3CC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22017" y="2096698"/>
            <a:ext cx="1207601" cy="1127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9">
            <a:extLst>
              <a:ext uri="{FF2B5EF4-FFF2-40B4-BE49-F238E27FC236}">
                <a16:creationId xmlns:a16="http://schemas.microsoft.com/office/drawing/2014/main" xmlns="" id="{9045C04A-285B-8CB4-0DDA-0183FC76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929618" y="2067930"/>
            <a:ext cx="1214437" cy="11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xmlns="" id="{B375F3BC-6BCC-C13B-E53F-32AC05D4F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11354" y="2201882"/>
            <a:ext cx="1142976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perspectiveHeroicExtremeRightFacing"/>
            <a:lightRig rig="threePt" dir="t"/>
          </a:scene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550F80E7-BE42-CF0B-4F68-37EF0052C6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1956113" cy="1949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8DBE086B-38EA-6D73-9777-E0F0A3F7B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0245" name="7 Rectángulo">
            <a:extLst>
              <a:ext uri="{FF2B5EF4-FFF2-40B4-BE49-F238E27FC236}">
                <a16:creationId xmlns:a16="http://schemas.microsoft.com/office/drawing/2014/main" xmlns="" id="{7DC684E3-1608-6B8A-ECE9-ADD761130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 dirty="0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 dirty="0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10247" name="Picture 3">
            <a:extLst>
              <a:ext uri="{FF2B5EF4-FFF2-40B4-BE49-F238E27FC236}">
                <a16:creationId xmlns:a16="http://schemas.microsoft.com/office/drawing/2014/main" xmlns="" id="{B67316CA-BD76-4981-A98B-FD8EB9499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87399" y="4032330"/>
            <a:ext cx="3941202" cy="177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9">
            <a:extLst>
              <a:ext uri="{FF2B5EF4-FFF2-40B4-BE49-F238E27FC236}">
                <a16:creationId xmlns:a16="http://schemas.microsoft.com/office/drawing/2014/main" xmlns="" id="{66B21F80-9312-68CC-B7D6-C5FBFA792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9884" y="3204866"/>
            <a:ext cx="4428475" cy="196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Rectángulo">
            <a:extLst>
              <a:ext uri="{FF2B5EF4-FFF2-40B4-BE49-F238E27FC236}">
                <a16:creationId xmlns:a16="http://schemas.microsoft.com/office/drawing/2014/main" xmlns="" id="{4DAAE390-ACB7-7727-D6E9-67A31E453B3F}"/>
              </a:ext>
            </a:extLst>
          </p:cNvPr>
          <p:cNvSpPr/>
          <p:nvPr/>
        </p:nvSpPr>
        <p:spPr>
          <a:xfrm>
            <a:off x="642938" y="1571625"/>
            <a:ext cx="8072437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CLIENTE  PERSONA  EXPUESTA POLITICAMENTE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61DD8539-DCC9-2BAF-4263-C3A34C508A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A595B7C-BE25-CE47-5704-ED3CB60ECA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71688" y="214313"/>
            <a:ext cx="11430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A79C5AB1-310A-CCBA-5B76-BD41EEF86C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1269" name="7 Rectángulo">
            <a:extLst>
              <a:ext uri="{FF2B5EF4-FFF2-40B4-BE49-F238E27FC236}">
                <a16:creationId xmlns:a16="http://schemas.microsoft.com/office/drawing/2014/main" xmlns="" id="{48FB1E46-3E5C-F001-EEEE-9EFA61E5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2115F39F-9E5D-0DE1-8EEB-90B0BFF132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9A12CE02-7B40-88F9-9DA4-1AC39A89D5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4A59E2A0-F72A-1252-2DA3-085109991423}"/>
              </a:ext>
            </a:extLst>
          </p:cNvPr>
          <p:cNvSpPr txBox="1">
            <a:spLocks/>
          </p:cNvSpPr>
          <p:nvPr/>
        </p:nvSpPr>
        <p:spPr>
          <a:xfrm>
            <a:off x="136498" y="2034081"/>
            <a:ext cx="3257822" cy="1785793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¿QUIEN ES UNA PERSONA EXPUESTA POLITICAMENTE?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AEE6D60-E13F-3792-DA08-33C90E5B2B7C}"/>
              </a:ext>
            </a:extLst>
          </p:cNvPr>
          <p:cNvSpPr txBox="1"/>
          <p:nvPr/>
        </p:nvSpPr>
        <p:spPr>
          <a:xfrm>
            <a:off x="5046819" y="3310084"/>
            <a:ext cx="3888146" cy="189505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lvl="0"/>
            <a:r>
              <a:rPr lang="es-VE" sz="18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Persona Expuesta Políticamente (PEP):</a:t>
            </a:r>
          </a:p>
          <a:p>
            <a:pPr lvl="0"/>
            <a:r>
              <a:rPr lang="es-VE" sz="18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Se refiere a un individuo que es, o fue, figura política de alto nivel o sus familiares más cercanos y su círculo de colaboradores inmediatos</a:t>
            </a:r>
            <a:r>
              <a:rPr lang="es-VE" sz="18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.</a:t>
            </a:r>
            <a:endParaRPr lang="es-MX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xmlns="" id="{A3B0E5DE-2246-08AC-B4DD-6284DED35FBA}"/>
              </a:ext>
            </a:extLst>
          </p:cNvPr>
          <p:cNvCxnSpPr>
            <a:cxnSpLocks/>
          </p:cNvCxnSpPr>
          <p:nvPr/>
        </p:nvCxnSpPr>
        <p:spPr>
          <a:xfrm>
            <a:off x="3512113" y="2941678"/>
            <a:ext cx="1440160" cy="1321338"/>
          </a:xfrm>
          <a:prstGeom prst="bentConnector3">
            <a:avLst/>
          </a:prstGeom>
          <a:ln w="12382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>
            <a:extLst>
              <a:ext uri="{FF2B5EF4-FFF2-40B4-BE49-F238E27FC236}">
                <a16:creationId xmlns:a16="http://schemas.microsoft.com/office/drawing/2014/main" xmlns="" id="{790E2AF6-02AD-C198-9AF5-C2696EA55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47635" y="1651832"/>
            <a:ext cx="3387330" cy="152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>
            <a:extLst>
              <a:ext uri="{FF2B5EF4-FFF2-40B4-BE49-F238E27FC236}">
                <a16:creationId xmlns:a16="http://schemas.microsoft.com/office/drawing/2014/main" xmlns="" id="{277E6D7B-CC0F-4539-EC0B-F8F8BB682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498" y="3967307"/>
            <a:ext cx="3045572" cy="135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F0BD4EDE-0BB4-8D9B-D494-5B063C921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2293" name="7 Rectángulo">
            <a:extLst>
              <a:ext uri="{FF2B5EF4-FFF2-40B4-BE49-F238E27FC236}">
                <a16:creationId xmlns:a16="http://schemas.microsoft.com/office/drawing/2014/main" xmlns="" id="{A0FB554F-5EA2-E22B-FC75-6BDD6C84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graphicFrame>
        <p:nvGraphicFramePr>
          <p:cNvPr id="11" name="10 Diagrama">
            <a:extLst>
              <a:ext uri="{FF2B5EF4-FFF2-40B4-BE49-F238E27FC236}">
                <a16:creationId xmlns:a16="http://schemas.microsoft.com/office/drawing/2014/main" xmlns="" id="{40EFCB2C-5942-558D-4A4A-70DA6F87A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119200959"/>
              </p:ext>
            </p:extLst>
          </p:nvPr>
        </p:nvGraphicFramePr>
        <p:xfrm>
          <a:off x="-1163928" y="3284984"/>
          <a:ext cx="4283968" cy="388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6E8D0A92-77BB-6833-8A75-38EA57EE88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25F251F-5E71-9A5A-9F8E-A57DC341F7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EA31B7C-E43A-81A9-11BB-617D5DD3FDD7}"/>
              </a:ext>
            </a:extLst>
          </p:cNvPr>
          <p:cNvSpPr txBox="1">
            <a:spLocks/>
          </p:cNvSpPr>
          <p:nvPr/>
        </p:nvSpPr>
        <p:spPr>
          <a:xfrm>
            <a:off x="306531" y="1843472"/>
            <a:ext cx="2964465" cy="14110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¿QUIEN ES UNA PERSONA EXPUESTA POLITICAMENTE?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1792A71F-0127-72A7-F4DF-AB317B39AE3F}"/>
              </a:ext>
            </a:extLst>
          </p:cNvPr>
          <p:cNvSpPr txBox="1">
            <a:spLocks/>
          </p:cNvSpPr>
          <p:nvPr/>
        </p:nvSpPr>
        <p:spPr>
          <a:xfrm>
            <a:off x="3120040" y="1362650"/>
            <a:ext cx="5900307" cy="4515387"/>
          </a:xfrm>
          <a:prstGeom prst="rect">
            <a:avLst/>
          </a:prstGeom>
          <a:solidFill>
            <a:srgbClr val="005B9D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800" dirty="0">
                <a:solidFill>
                  <a:schemeClr val="bg1"/>
                </a:solidFill>
              </a:rPr>
              <a:t>Es una persona natural que es o fue figura política que ha desempeñado funciones publicas destacadas en la Republica Bolivariana de Venezuela o en un Gobierno extranjero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VE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1800" dirty="0">
                <a:solidFill>
                  <a:schemeClr val="bg1"/>
                </a:solidFill>
              </a:rPr>
              <a:t>Funcionario de alto Nivel de Confianza de Órganos Ejecutivos, Legislativo Judicial y Militar.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VE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1800" dirty="0">
                <a:solidFill>
                  <a:schemeClr val="bg1"/>
                </a:solidFill>
              </a:rPr>
              <a:t>Líder Político, o Miembro importante de un Partido Político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VE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1800" dirty="0">
                <a:solidFill>
                  <a:schemeClr val="bg1"/>
                </a:solidFill>
              </a:rPr>
              <a:t>Ejecutivo de Empresas  Estatales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VE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1800" dirty="0">
                <a:solidFill>
                  <a:schemeClr val="bg1"/>
                </a:solidFill>
              </a:rPr>
              <a:t>Familiar cercano, Padres, Hijos, Hermanos y cónyuge de la Persona  Expuesta Políticamente</a:t>
            </a:r>
            <a:r>
              <a:rPr lang="es-VE" sz="24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62CF52B0-185F-77A5-7BB3-99448E2EB3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3317" name="7 Rectángulo">
            <a:extLst>
              <a:ext uri="{FF2B5EF4-FFF2-40B4-BE49-F238E27FC236}">
                <a16:creationId xmlns:a16="http://schemas.microsoft.com/office/drawing/2014/main" xmlns="" id="{D61E574B-8E52-7144-1216-85A70846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graphicFrame>
        <p:nvGraphicFramePr>
          <p:cNvPr id="10" name="9 Diagrama">
            <a:extLst>
              <a:ext uri="{FF2B5EF4-FFF2-40B4-BE49-F238E27FC236}">
                <a16:creationId xmlns:a16="http://schemas.microsoft.com/office/drawing/2014/main" xmlns="" id="{4EA52C0E-70A7-5BA7-C54A-AC1E2A7C93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599906591"/>
              </p:ext>
            </p:extLst>
          </p:nvPr>
        </p:nvGraphicFramePr>
        <p:xfrm>
          <a:off x="218877" y="2162864"/>
          <a:ext cx="3707904" cy="3303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11 Rectángulo">
            <a:extLst>
              <a:ext uri="{FF2B5EF4-FFF2-40B4-BE49-F238E27FC236}">
                <a16:creationId xmlns:a16="http://schemas.microsoft.com/office/drawing/2014/main" xmlns="" id="{564C9FB9-AD73-DB01-A3F2-A5060B2C819A}"/>
              </a:ext>
            </a:extLst>
          </p:cNvPr>
          <p:cNvSpPr/>
          <p:nvPr/>
        </p:nvSpPr>
        <p:spPr>
          <a:xfrm>
            <a:off x="3995936" y="2492896"/>
            <a:ext cx="4929187" cy="26431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s-VE" dirty="0">
                <a:solidFill>
                  <a:srgbClr val="005B9D"/>
                </a:solidFill>
              </a:rPr>
              <a:t>Articulo.-65</a:t>
            </a:r>
          </a:p>
          <a:p>
            <a:pPr>
              <a:defRPr/>
            </a:pPr>
            <a:r>
              <a:rPr lang="es-VE" dirty="0">
                <a:solidFill>
                  <a:srgbClr val="005B9D"/>
                </a:solidFill>
              </a:rPr>
              <a:t>Se deberá contar con políticas específicas dirigidas a la identificación y control de las  Personas Expuestas Políticamente (PEP), Organizaciones sin Fines de Lucro (OSFL), Operadores de activos virtuales y a otros considerados de alto riesgo.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0384C60B-14A8-87DF-0EFC-FC65B8F0D9A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8254B190-D578-9BE4-362C-203ACE68DBA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FF867176-1633-9749-EEE7-3E37999DA581}"/>
              </a:ext>
            </a:extLst>
          </p:cNvPr>
          <p:cNvSpPr/>
          <p:nvPr/>
        </p:nvSpPr>
        <p:spPr>
          <a:xfrm>
            <a:off x="642938" y="1463228"/>
            <a:ext cx="807243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VE"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CLIENTE  PERSONA  EXPUESTA POLITICAMENTE</a:t>
            </a:r>
            <a:endParaRPr lang="es-VE" sz="20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4FB5F34-4D16-AF40-033B-5FDA134BDB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4341" name="7 Rectángulo">
            <a:extLst>
              <a:ext uri="{FF2B5EF4-FFF2-40B4-BE49-F238E27FC236}">
                <a16:creationId xmlns:a16="http://schemas.microsoft.com/office/drawing/2014/main" xmlns="" id="{CB11DC73-D576-F24D-0F38-42A8EA8E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14344" name="Picture 2">
            <a:extLst>
              <a:ext uri="{FF2B5EF4-FFF2-40B4-BE49-F238E27FC236}">
                <a16:creationId xmlns:a16="http://schemas.microsoft.com/office/drawing/2014/main" xmlns="" id="{1B89D0DE-E2D1-B982-18E2-0436AF31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5011" y="2564484"/>
            <a:ext cx="5133975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2C5A6383-266A-76F1-96B5-0AAEAC7AFE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8291C90-ECD7-BC08-08EF-B690FAF4D7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6" name="10 Rectángulo">
            <a:extLst>
              <a:ext uri="{FF2B5EF4-FFF2-40B4-BE49-F238E27FC236}">
                <a16:creationId xmlns:a16="http://schemas.microsoft.com/office/drawing/2014/main" xmlns="" id="{BEA85EAF-B534-ABFB-FD86-F5593BC23A0D}"/>
              </a:ext>
            </a:extLst>
          </p:cNvPr>
          <p:cNvSpPr/>
          <p:nvPr/>
        </p:nvSpPr>
        <p:spPr>
          <a:xfrm>
            <a:off x="535781" y="1694588"/>
            <a:ext cx="8072437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  <a:cs typeface="Arial" charset="0"/>
              </a:rPr>
              <a:t> CONOCIMIENTO DEL CLIENTE DE SU CLIENTE</a:t>
            </a:r>
            <a:endParaRPr lang="es-VE" sz="3200" b="1" dirty="0">
              <a:solidFill>
                <a:srgbClr val="005B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22E04A47-DBD5-AE38-7062-ED2BC17CFD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5365" name="7 Rectángulo">
            <a:extLst>
              <a:ext uri="{FF2B5EF4-FFF2-40B4-BE49-F238E27FC236}">
                <a16:creationId xmlns:a16="http://schemas.microsoft.com/office/drawing/2014/main" xmlns="" id="{328E13C1-5AFF-0536-119F-9710ACBD1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0CF9E7B-8B21-E79F-0348-939C74227E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BB147824-9A84-F47E-41C8-C8B0B2F511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879A6DBA-4F1E-E64E-1FE5-FC1033C93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748733273"/>
              </p:ext>
            </p:extLst>
          </p:nvPr>
        </p:nvGraphicFramePr>
        <p:xfrm>
          <a:off x="535967" y="1105112"/>
          <a:ext cx="8072065" cy="507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A7B420ED-ED04-6FE3-C4DF-F1EB358A7D96}"/>
              </a:ext>
            </a:extLst>
          </p:cNvPr>
          <p:cNvSpPr/>
          <p:nvPr/>
        </p:nvSpPr>
        <p:spPr>
          <a:xfrm>
            <a:off x="1835696" y="1484784"/>
            <a:ext cx="5472608" cy="4104456"/>
          </a:xfrm>
          <a:prstGeom prst="rect">
            <a:avLst/>
          </a:prstGeom>
          <a:solidFill>
            <a:srgbClr val="FF8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638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F84D78E8-3364-CB44-4B7A-25ED8E3A6E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6389" name="7 Rectángulo">
            <a:extLst>
              <a:ext uri="{FF2B5EF4-FFF2-40B4-BE49-F238E27FC236}">
                <a16:creationId xmlns:a16="http://schemas.microsoft.com/office/drawing/2014/main" xmlns="" id="{CC704204-A21F-0277-827F-73D5C5C52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869E6F01-868A-95C0-E844-F6D1FB7CE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16393" name="Picture 9">
            <a:extLst>
              <a:ext uri="{FF2B5EF4-FFF2-40B4-BE49-F238E27FC236}">
                <a16:creationId xmlns:a16="http://schemas.microsoft.com/office/drawing/2014/main" xmlns="" id="{7591856D-963B-35A0-A628-ECCA8098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29813" y="1694537"/>
            <a:ext cx="4884373" cy="36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1C798841-565A-A39B-F3A4-6BFED00B44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1879152-7A1F-8F9D-34AA-8074D9DCDA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17D29CBA-42B8-A34F-6B54-C2A7D45C42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7413" name="7 Rectángulo">
            <a:extLst>
              <a:ext uri="{FF2B5EF4-FFF2-40B4-BE49-F238E27FC236}">
                <a16:creationId xmlns:a16="http://schemas.microsoft.com/office/drawing/2014/main" xmlns="" id="{AB5A53DE-786D-F813-0AD7-A78B5963C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06E70BE1-12FB-B9D3-C900-616918BF5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sp>
        <p:nvSpPr>
          <p:cNvPr id="11" name="10 Rectángulo">
            <a:extLst>
              <a:ext uri="{FF2B5EF4-FFF2-40B4-BE49-F238E27FC236}">
                <a16:creationId xmlns:a16="http://schemas.microsoft.com/office/drawing/2014/main" xmlns="" id="{E9A26286-2B4F-F7C9-1D02-F82D45347655}"/>
              </a:ext>
            </a:extLst>
          </p:cNvPr>
          <p:cNvSpPr/>
          <p:nvPr/>
        </p:nvSpPr>
        <p:spPr>
          <a:xfrm>
            <a:off x="1157285" y="2615276"/>
            <a:ext cx="6886525" cy="2786062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s-VE" sz="2000" b="1" dirty="0">
                <a:solidFill>
                  <a:schemeClr val="bg1"/>
                </a:solidFill>
              </a:rPr>
              <a:t>Política conozca a su empleado:  Articulo 67.-</a:t>
            </a:r>
          </a:p>
          <a:p>
            <a:pPr algn="just">
              <a:defRPr/>
            </a:pPr>
            <a:endParaRPr lang="es-VE" sz="2000" b="1" dirty="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lang="es-VE" sz="2000" b="1" dirty="0">
                <a:solidFill>
                  <a:schemeClr val="bg1"/>
                </a:solidFill>
              </a:rPr>
              <a:t> Conjunto de procedimientos y políticas tendientes a procurar un alto nivel de integridad personal del propietario, directivo, administrador o empleado de las entidades de Seguros, Medicina prepagada, así como de controles y mecanismos para evaluar sus antecedentes personales, laborales y patrimoniales</a:t>
            </a:r>
            <a:endParaRPr lang="es-VE" sz="2000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C9349481-86B9-A338-006D-005F36F7E8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3091A21F-EF6D-8C7D-D4EB-4704010656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6EBA6E95-1C4C-95B7-57A1-640605531E01}"/>
              </a:ext>
            </a:extLst>
          </p:cNvPr>
          <p:cNvSpPr/>
          <p:nvPr/>
        </p:nvSpPr>
        <p:spPr>
          <a:xfrm>
            <a:off x="535781" y="1694588"/>
            <a:ext cx="8072437" cy="58477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POLITICA CONOZCA  A  SU EMPLEADO</a:t>
            </a:r>
            <a:endParaRPr lang="es-VE" sz="32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AEB8990B-0EBE-D417-C1C6-732CA467D87C}"/>
              </a:ext>
            </a:extLst>
          </p:cNvPr>
          <p:cNvSpPr/>
          <p:nvPr/>
        </p:nvSpPr>
        <p:spPr>
          <a:xfrm>
            <a:off x="1157285" y="2615276"/>
            <a:ext cx="6886525" cy="2786062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Registro Individual.- Articulo 67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Actualización de Datos.- Articulo 68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Conducta y Comportamiento.- Articulo 69</a:t>
            </a:r>
          </a:p>
        </p:txBody>
      </p:sp>
      <p:sp>
        <p:nvSpPr>
          <p:cNvPr id="1843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83965672-D4A6-4046-1F75-B6E5BE73A3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8437" name="7 Rectángulo">
            <a:extLst>
              <a:ext uri="{FF2B5EF4-FFF2-40B4-BE49-F238E27FC236}">
                <a16:creationId xmlns:a16="http://schemas.microsoft.com/office/drawing/2014/main" xmlns="" id="{A396E631-59EA-C69E-07B5-0410217B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767E1C0A-106B-04EF-37C2-4299F3295F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8044A69D-B30B-138A-E98A-3EC8BAE8B8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030B2C49-98E5-103E-BCF4-D41EFB954A81}"/>
              </a:ext>
            </a:extLst>
          </p:cNvPr>
          <p:cNvSpPr/>
          <p:nvPr/>
        </p:nvSpPr>
        <p:spPr>
          <a:xfrm>
            <a:off x="535781" y="1694588"/>
            <a:ext cx="8072437" cy="58477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POLITICA CONOZCA  A  SU EMPLEADO</a:t>
            </a:r>
            <a:endParaRPr lang="es-VE" sz="32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1C4A112-CC29-F642-13E0-2BAF5A767B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19461" name="7 Rectángulo">
            <a:extLst>
              <a:ext uri="{FF2B5EF4-FFF2-40B4-BE49-F238E27FC236}">
                <a16:creationId xmlns:a16="http://schemas.microsoft.com/office/drawing/2014/main" xmlns="" id="{6C39CBA6-23A1-B887-8AED-42B65A18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8A1D4ED4-3122-CF21-1AEF-CB71DC25F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19465" name="Picture 9">
            <a:extLst>
              <a:ext uri="{FF2B5EF4-FFF2-40B4-BE49-F238E27FC236}">
                <a16:creationId xmlns:a16="http://schemas.microsoft.com/office/drawing/2014/main" xmlns="" id="{F2691746-6B93-2ED6-9F9B-D4BE9EE9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43472"/>
            <a:ext cx="3491880" cy="372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0158E3DE-B8F5-A181-8672-003C7F0D8D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1EB49C97-C196-BD28-2E86-D143D888CC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465C2D37-2AC5-3619-8983-534CC3981AF7}"/>
              </a:ext>
            </a:extLst>
          </p:cNvPr>
          <p:cNvSpPr txBox="1">
            <a:spLocks/>
          </p:cNvSpPr>
          <p:nvPr/>
        </p:nvSpPr>
        <p:spPr>
          <a:xfrm>
            <a:off x="4105465" y="2476785"/>
            <a:ext cx="4572000" cy="2333057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CAPITULO III</a:t>
            </a:r>
            <a:br>
              <a:rPr lang="es-VE" sz="3200" b="1" dirty="0">
                <a:solidFill>
                  <a:srgbClr val="005B9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VE" sz="3200" b="1" dirty="0">
                <a:solidFill>
                  <a:srgbClr val="005B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POLITICA CONOZCA A SU INTERMEDIARIO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71688" y="214313"/>
            <a:ext cx="11430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F7691352-68CF-0CAE-C1B1-0AD03C9739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0485" name="7 Rectángulo">
            <a:extLst>
              <a:ext uri="{FF2B5EF4-FFF2-40B4-BE49-F238E27FC236}">
                <a16:creationId xmlns:a16="http://schemas.microsoft.com/office/drawing/2014/main" xmlns="" id="{0C8B9CEE-8A6C-4E79-3F47-070833AE7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E81926F5-D610-F72E-F976-A5089B4A8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571744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4B8C8F14-3378-C8BD-1C34-FAAF66C4DE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79CD5FAE-F013-51B2-3FFC-1C3ACE5F38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68BB766B-2C7B-A631-0C1A-70B2CA3069AF}"/>
              </a:ext>
            </a:extLst>
          </p:cNvPr>
          <p:cNvSpPr/>
          <p:nvPr/>
        </p:nvSpPr>
        <p:spPr>
          <a:xfrm>
            <a:off x="535781" y="1694588"/>
            <a:ext cx="8072437" cy="58477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POLITICA CONOZCA A SU INTERMEDIARIO</a:t>
            </a:r>
            <a:endParaRPr lang="es-VE" sz="3200" dirty="0">
              <a:solidFill>
                <a:srgbClr val="005B9D"/>
              </a:solidFill>
            </a:endParaRPr>
          </a:p>
        </p:txBody>
      </p:sp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D74C69F2-38A9-4F1D-825F-9D5691755E77}"/>
              </a:ext>
            </a:extLst>
          </p:cNvPr>
          <p:cNvSpPr/>
          <p:nvPr/>
        </p:nvSpPr>
        <p:spPr>
          <a:xfrm>
            <a:off x="1157285" y="2615276"/>
            <a:ext cx="6886525" cy="2786062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Char char="•"/>
              <a:defRPr/>
            </a:pPr>
            <a:r>
              <a:rPr lang="es-VE" sz="2400" b="1" dirty="0"/>
              <a:t>Registro Individual. Articulo 70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/>
              <a:t>Expediente Persona  Natural. Articulo 71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/>
              <a:t>Expediente Persona Jurídica. Articulo 72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/>
              <a:t>Conducta y Comportamiento. Articulo 73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27A57C92-55BD-4678-338A-0E5F954DE8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1509" name="7 Rectángulo">
            <a:extLst>
              <a:ext uri="{FF2B5EF4-FFF2-40B4-BE49-F238E27FC236}">
                <a16:creationId xmlns:a16="http://schemas.microsoft.com/office/drawing/2014/main" xmlns="" id="{4A88C257-C091-4E73-170E-60958DA3C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1512" name="Picture 9">
            <a:extLst>
              <a:ext uri="{FF2B5EF4-FFF2-40B4-BE49-F238E27FC236}">
                <a16:creationId xmlns:a16="http://schemas.microsoft.com/office/drawing/2014/main" xmlns="" id="{5E49BD07-0B53-7E7C-44B5-47CDA5014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01837"/>
            <a:ext cx="2488902" cy="291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C29D2168-E78E-BC03-5143-0219D91A9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456E686-8A26-FD8E-C1A3-3F1C28348D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830F956-03DE-24EF-66F0-9BF9E5D9B7FB}"/>
              </a:ext>
            </a:extLst>
          </p:cNvPr>
          <p:cNvSpPr txBox="1">
            <a:spLocks/>
          </p:cNvSpPr>
          <p:nvPr/>
        </p:nvSpPr>
        <p:spPr>
          <a:xfrm>
            <a:off x="3932641" y="2262471"/>
            <a:ext cx="4572000" cy="2333057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CAPITULO III</a:t>
            </a:r>
            <a:br>
              <a:rPr lang="es-VE" sz="3200" b="1" dirty="0">
                <a:solidFill>
                  <a:srgbClr val="005B9D"/>
                </a:solidFill>
              </a:rPr>
            </a:br>
            <a:r>
              <a:rPr lang="es-VE" sz="3200" b="1" dirty="0">
                <a:solidFill>
                  <a:srgbClr val="005B9D"/>
                </a:solidFill>
              </a:rPr>
              <a:t>POLITICA CONOZCA A SU  REASEGURADOR O RETROCESIONARIO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71688" y="214313"/>
            <a:ext cx="11430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BCD7EA25-24E2-2A14-9FA9-F2B9ADF9D5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2533" name="7 Rectángulo">
            <a:extLst>
              <a:ext uri="{FF2B5EF4-FFF2-40B4-BE49-F238E27FC236}">
                <a16:creationId xmlns:a16="http://schemas.microsoft.com/office/drawing/2014/main" xmlns="" id="{3AB5E8F2-93E0-1EC2-0ABF-F09929A9D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63C20922-BE3C-3866-BCBE-B88F81CA22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1AF0F16-0D1F-5593-D258-54E5B50EEC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58F6F91A-C87F-47D8-F5BE-2D3D1EDB59FF}"/>
              </a:ext>
            </a:extLst>
          </p:cNvPr>
          <p:cNvSpPr/>
          <p:nvPr/>
        </p:nvSpPr>
        <p:spPr>
          <a:xfrm>
            <a:off x="383380" y="1824940"/>
            <a:ext cx="837723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s-VE" sz="2400" b="1" dirty="0">
                <a:solidFill>
                  <a:srgbClr val="005B9D"/>
                </a:solidFill>
              </a:rPr>
              <a:t>POLITICA CONOZCA A SU  REASEGURADOR O RETROCESIONARIO</a:t>
            </a:r>
          </a:p>
        </p:txBody>
      </p:sp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859AF34F-E13B-506D-744A-21EE5ED0B1B9}"/>
              </a:ext>
            </a:extLst>
          </p:cNvPr>
          <p:cNvSpPr/>
          <p:nvPr/>
        </p:nvSpPr>
        <p:spPr>
          <a:xfrm>
            <a:off x="1157285" y="2615276"/>
            <a:ext cx="6886525" cy="2786062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Registro Individual. Articulo 75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Expediente. Articulo 76</a:t>
            </a:r>
          </a:p>
          <a:p>
            <a:pPr algn="ctr">
              <a:buFont typeface="Arial" charset="0"/>
              <a:buChar char="•"/>
              <a:defRPr/>
            </a:pPr>
            <a:endParaRPr lang="es-VE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C98BA607-8085-7836-C869-071EBEAE76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3557" name="7 Rectángulo">
            <a:extLst>
              <a:ext uri="{FF2B5EF4-FFF2-40B4-BE49-F238E27FC236}">
                <a16:creationId xmlns:a16="http://schemas.microsoft.com/office/drawing/2014/main" xmlns="" id="{8E11AD25-B44F-4712-45A5-12B77FF91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B13DF05F-D4E0-0AD9-E10B-FDB9725DE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3560" name="Picture 9">
            <a:extLst>
              <a:ext uri="{FF2B5EF4-FFF2-40B4-BE49-F238E27FC236}">
                <a16:creationId xmlns:a16="http://schemas.microsoft.com/office/drawing/2014/main" xmlns="" id="{DBAEE5C2-2C92-4BF2-7EC9-192F6855F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0375" y="2371726"/>
            <a:ext cx="28575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C784CD09-95EA-796E-35F6-14638DFB18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8E1776C0-622F-EA96-E2EC-2C49F07EC3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EA9BBDAD-0B2F-3566-117D-A65B3E37372A}"/>
              </a:ext>
            </a:extLst>
          </p:cNvPr>
          <p:cNvSpPr txBox="1">
            <a:spLocks/>
          </p:cNvSpPr>
          <p:nvPr/>
        </p:nvSpPr>
        <p:spPr>
          <a:xfrm>
            <a:off x="3779912" y="2828846"/>
            <a:ext cx="4772024" cy="1814600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POLITICA CONOZCA A SU PROVEEDOR DE SERVICIOS</a:t>
            </a:r>
            <a:endParaRPr lang="es-VE" sz="32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BE5A42BF-0416-5F09-9567-DFE453E1C8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4581" name="7 Rectángulo">
            <a:extLst>
              <a:ext uri="{FF2B5EF4-FFF2-40B4-BE49-F238E27FC236}">
                <a16:creationId xmlns:a16="http://schemas.microsoft.com/office/drawing/2014/main" xmlns="" id="{F42A17AB-7016-CF52-1053-E8C39CA8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FCC4084C-6189-12FE-11FE-51105317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AFC9F013-478E-065F-5814-99648951D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F9CEF5A-6A4E-26B2-D908-AD1F9AFD09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70A341DF-6133-BC3C-DC36-6BDBEB6F8F70}"/>
              </a:ext>
            </a:extLst>
          </p:cNvPr>
          <p:cNvSpPr/>
          <p:nvPr/>
        </p:nvSpPr>
        <p:spPr>
          <a:xfrm>
            <a:off x="383380" y="1824940"/>
            <a:ext cx="837723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s-VE" sz="2400" b="1" dirty="0">
                <a:solidFill>
                  <a:srgbClr val="005B9D"/>
                </a:solidFill>
              </a:rPr>
              <a:t>POLITICA CONOZCA A SU PROVEEDOR DE SERVICIOS</a:t>
            </a:r>
            <a:endParaRPr lang="es-VE" sz="2400" dirty="0">
              <a:solidFill>
                <a:srgbClr val="005B9D"/>
              </a:solidFill>
            </a:endParaRPr>
          </a:p>
        </p:txBody>
      </p:sp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04317148-5168-FCEE-3EB2-85649C526A70}"/>
              </a:ext>
            </a:extLst>
          </p:cNvPr>
          <p:cNvSpPr/>
          <p:nvPr/>
        </p:nvSpPr>
        <p:spPr>
          <a:xfrm>
            <a:off x="1157285" y="2615276"/>
            <a:ext cx="6886525" cy="2786062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Registro Individual. Articulo .-77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Expediente. Articulo .-78</a:t>
            </a:r>
          </a:p>
          <a:p>
            <a:pPr algn="ctr">
              <a:buFont typeface="Arial" charset="0"/>
              <a:buChar char="•"/>
              <a:defRPr/>
            </a:pPr>
            <a:r>
              <a:rPr lang="es-VE" sz="2400" b="1" dirty="0">
                <a:solidFill>
                  <a:schemeClr val="bg1"/>
                </a:solidFill>
              </a:rPr>
              <a:t>Verificación. Articulo .- 79</a:t>
            </a:r>
          </a:p>
          <a:p>
            <a:pPr algn="ctr">
              <a:buFont typeface="Arial" charset="0"/>
              <a:buChar char="•"/>
              <a:defRPr/>
            </a:pPr>
            <a:endParaRPr lang="es-VE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DE6E72BB-EEA9-F763-EF50-837F244A72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5605" name="7 Rectángulo">
            <a:extLst>
              <a:ext uri="{FF2B5EF4-FFF2-40B4-BE49-F238E27FC236}">
                <a16:creationId xmlns:a16="http://schemas.microsoft.com/office/drawing/2014/main" xmlns="" id="{4E864875-8562-3F2B-A01C-3F6986C0D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5AE38E41-F4CD-B1C0-E599-0626F6C54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5609" name="Picture 9">
            <a:extLst>
              <a:ext uri="{FF2B5EF4-FFF2-40B4-BE49-F238E27FC236}">
                <a16:creationId xmlns:a16="http://schemas.microsoft.com/office/drawing/2014/main" xmlns="" id="{EE974528-CCE3-54AE-CA09-CEAD91EC5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566" y="1650127"/>
            <a:ext cx="4500563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0D91BF1-32B2-B671-B6D7-0F5EFD1B71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6672C11-DA31-6713-E58A-573FB82A06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1C42B110-50D2-8C1A-C48F-0C31E645545C}"/>
              </a:ext>
            </a:extLst>
          </p:cNvPr>
          <p:cNvSpPr txBox="1">
            <a:spLocks/>
          </p:cNvSpPr>
          <p:nvPr/>
        </p:nvSpPr>
        <p:spPr>
          <a:xfrm>
            <a:off x="3419872" y="4149079"/>
            <a:ext cx="5274813" cy="1487421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CAPITULO VI  </a:t>
            </a:r>
          </a:p>
          <a:p>
            <a:pPr algn="ctr">
              <a:defRPr/>
            </a:pPr>
            <a:r>
              <a:rPr lang="es-VE" sz="3200" b="1" dirty="0">
                <a:solidFill>
                  <a:srgbClr val="005B9D"/>
                </a:solidFill>
              </a:rPr>
              <a:t>DEBIDA DELIGENCIA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71688" y="214313"/>
            <a:ext cx="11430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0087299C-5E44-AA50-A70A-190D4CA10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6629" name="7 Rectángulo">
            <a:extLst>
              <a:ext uri="{FF2B5EF4-FFF2-40B4-BE49-F238E27FC236}">
                <a16:creationId xmlns:a16="http://schemas.microsoft.com/office/drawing/2014/main" xmlns="" id="{BDECDD61-F2EE-85DB-50B0-3D5604A93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05757BD8-D575-D430-B283-643AE2C41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BE74D44E-44DA-4570-80DD-D2B55A2B93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F90AFCF-121B-142B-BB3E-C3F7A7D062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18FDC000-639F-B8D2-10CB-65CD5681E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193947969"/>
              </p:ext>
            </p:extLst>
          </p:nvPr>
        </p:nvGraphicFramePr>
        <p:xfrm>
          <a:off x="78432" y="1196752"/>
          <a:ext cx="8964971" cy="4633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B553F9CE-4C67-B96C-511D-209EC77CF1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7653" name="7 Rectángulo">
            <a:extLst>
              <a:ext uri="{FF2B5EF4-FFF2-40B4-BE49-F238E27FC236}">
                <a16:creationId xmlns:a16="http://schemas.microsoft.com/office/drawing/2014/main" xmlns="" id="{4570C3DB-15A0-91B8-2508-7136B3DA9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CD7F6FF0-9FD6-94EE-9C39-EF64598C9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7659" name="Picture 11">
            <a:extLst>
              <a:ext uri="{FF2B5EF4-FFF2-40B4-BE49-F238E27FC236}">
                <a16:creationId xmlns:a16="http://schemas.microsoft.com/office/drawing/2014/main" xmlns="" id="{A2213E5F-0AA4-AFB0-29F6-C40E22706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182" y="1843472"/>
            <a:ext cx="2904315" cy="191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Picture 10">
            <a:extLst>
              <a:ext uri="{FF2B5EF4-FFF2-40B4-BE49-F238E27FC236}">
                <a16:creationId xmlns:a16="http://schemas.microsoft.com/office/drawing/2014/main" xmlns="" id="{DEF8BF45-3C4B-2461-0859-058DBBDAA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9651" y="3917952"/>
            <a:ext cx="18573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89311C7-881D-FE79-F19C-7D32D10ED8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5A7517C-D08C-DC07-3F6D-793AC7BF7D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DED1B2A-5B84-105C-357D-CCFC5C91E911}"/>
              </a:ext>
            </a:extLst>
          </p:cNvPr>
          <p:cNvSpPr txBox="1">
            <a:spLocks/>
          </p:cNvSpPr>
          <p:nvPr/>
        </p:nvSpPr>
        <p:spPr>
          <a:xfrm>
            <a:off x="3415132" y="2071512"/>
            <a:ext cx="5274813" cy="3143604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CAPITULO VII        ADMINISTRACION DE RIESGOS RELACIONADOS CON EL FINANCIAMIENTO AL TERRORISMO 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71688" y="214313"/>
            <a:ext cx="11430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3AA8D94B-1A93-23E4-4030-860ABFEF7E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8677" name="7 Rectángulo">
            <a:extLst>
              <a:ext uri="{FF2B5EF4-FFF2-40B4-BE49-F238E27FC236}">
                <a16:creationId xmlns:a16="http://schemas.microsoft.com/office/drawing/2014/main" xmlns="" id="{AF776849-6279-5793-7E3B-BAC6EC262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18648895-97B2-88F0-0D67-A167CDD57B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D3F5E202-6E47-5786-1F7D-456F14EBC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6" name="10 Rectángulo">
            <a:extLst>
              <a:ext uri="{FF2B5EF4-FFF2-40B4-BE49-F238E27FC236}">
                <a16:creationId xmlns:a16="http://schemas.microsoft.com/office/drawing/2014/main" xmlns="" id="{AC988E16-EC6B-60A1-E88E-4EA84C8E481C}"/>
              </a:ext>
            </a:extLst>
          </p:cNvPr>
          <p:cNvSpPr/>
          <p:nvPr/>
        </p:nvSpPr>
        <p:spPr>
          <a:xfrm>
            <a:off x="383381" y="1492756"/>
            <a:ext cx="837723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es-VE" altLang="es-VE" sz="2400" b="1" dirty="0">
                <a:solidFill>
                  <a:srgbClr val="005B9D"/>
                </a:solidFill>
              </a:rPr>
              <a:t>ADMINISTRACION DE RIESGOS RELACIONADOS CON EL FINANCIAMIENTO AL TERRORISMO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3FA192E7-2AE0-5378-DD4A-EC44F54BD14A}"/>
              </a:ext>
            </a:extLst>
          </p:cNvPr>
          <p:cNvSpPr txBox="1"/>
          <p:nvPr/>
        </p:nvSpPr>
        <p:spPr>
          <a:xfrm>
            <a:off x="369481" y="2536867"/>
            <a:ext cx="3893235" cy="646331"/>
          </a:xfrm>
          <a:prstGeom prst="rect">
            <a:avLst/>
          </a:prstGeom>
          <a:noFill/>
          <a:ln w="254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800" b="1" dirty="0">
                <a:solidFill>
                  <a:srgbClr val="005B9D"/>
                </a:solidFill>
                <a:latin typeface="Lucida Sans Unicode" pitchFamily="34" charset="0"/>
              </a:rPr>
              <a:t>Qué es el delito de terrorismo en Venezuela</a:t>
            </a:r>
            <a:endParaRPr lang="es-VE" sz="1800" b="1" dirty="0">
              <a:solidFill>
                <a:srgbClr val="005B9D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4A344005-C6EB-343F-7FF4-22C5A58CE2CE}"/>
              </a:ext>
            </a:extLst>
          </p:cNvPr>
          <p:cNvSpPr txBox="1"/>
          <p:nvPr/>
        </p:nvSpPr>
        <p:spPr>
          <a:xfrm>
            <a:off x="4788024" y="2536867"/>
            <a:ext cx="3563888" cy="646331"/>
          </a:xfrm>
          <a:prstGeom prst="rect">
            <a:avLst/>
          </a:prstGeom>
          <a:noFill/>
          <a:ln w="254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marL="0" lvl="0" indent="0" algn="ctr">
              <a:lnSpc>
                <a:spcPct val="100000"/>
              </a:lnSpc>
            </a:pPr>
            <a:r>
              <a:rPr lang="es-VE" sz="1800" b="1" dirty="0">
                <a:solidFill>
                  <a:srgbClr val="005B9D"/>
                </a:solidFill>
              </a:rPr>
              <a:t>FINANCIAMIENTO AL TERRORISMO GAFILAT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05B9F36B-4FF3-520D-7F72-1B83C64390AF}"/>
              </a:ext>
            </a:extLst>
          </p:cNvPr>
          <p:cNvSpPr txBox="1"/>
          <p:nvPr/>
        </p:nvSpPr>
        <p:spPr>
          <a:xfrm>
            <a:off x="369480" y="3226412"/>
            <a:ext cx="3893235" cy="2862322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VE" sz="1800" dirty="0">
                <a:solidFill>
                  <a:schemeClr val="bg1"/>
                </a:solidFill>
              </a:rPr>
              <a:t>Aquel acto intencionado que por su naturaleza o su contexto, pueda perjudicar gravemente a un país o a una organización internacional tipificado como delito según el ordenamiento jurídico venezolano, cometido con el fin de intimidar gravemente a una población; obligar indebidamente a los gobiernos o a una organización.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30A4D4A0-ED0F-FD8B-EFFF-3D8C28F29A47}"/>
              </a:ext>
            </a:extLst>
          </p:cNvPr>
          <p:cNvSpPr txBox="1"/>
          <p:nvPr/>
        </p:nvSpPr>
        <p:spPr>
          <a:xfrm>
            <a:off x="4788024" y="3241586"/>
            <a:ext cx="3563888" cy="2585323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VE" sz="1800" dirty="0">
                <a:solidFill>
                  <a:schemeClr val="bg1"/>
                </a:solidFill>
              </a:rPr>
              <a:t>Es cada asistencia, apoyo o conspiración, sea de forma directa o indirecta , para coleccionar fondos con la intención de ser usados con el fin de cometer un acto terrorismo; sea por un actor individual o una organización terrorista. Puede ser fondos tanto lícitos como ilícitos.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A7E925A-F8EB-33E9-B66A-A0D5D275EE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29701" name="7 Rectángulo">
            <a:extLst>
              <a:ext uri="{FF2B5EF4-FFF2-40B4-BE49-F238E27FC236}">
                <a16:creationId xmlns:a16="http://schemas.microsoft.com/office/drawing/2014/main" xmlns="" id="{AA4FF756-DA53-FD9E-E5C1-9B0830BE6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9108B947-A12D-D89E-764E-232E9E57F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graphicFrame>
        <p:nvGraphicFramePr>
          <p:cNvPr id="10" name="9 Diagrama">
            <a:extLst>
              <a:ext uri="{FF2B5EF4-FFF2-40B4-BE49-F238E27FC236}">
                <a16:creationId xmlns:a16="http://schemas.microsoft.com/office/drawing/2014/main" xmlns="" id="{6DC8D098-8CC3-C4A5-63E4-87A86C3F5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876852844"/>
              </p:ext>
            </p:extLst>
          </p:nvPr>
        </p:nvGraphicFramePr>
        <p:xfrm>
          <a:off x="285720" y="1906119"/>
          <a:ext cx="8572560" cy="3817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2CA12104-F6D5-A249-8EE9-2435871D6BC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4EF3F492-FC1C-BEC5-6F8A-6DC14C2EBD3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D3C8FA2A-8D3A-BE9A-5D5F-1CE7845304D1}"/>
              </a:ext>
            </a:extLst>
          </p:cNvPr>
          <p:cNvSpPr/>
          <p:nvPr/>
        </p:nvSpPr>
        <p:spPr>
          <a:xfrm>
            <a:off x="383381" y="1492756"/>
            <a:ext cx="837723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es-VE" altLang="es-VE" sz="2400" b="1" dirty="0">
                <a:solidFill>
                  <a:srgbClr val="005B9D"/>
                </a:solidFill>
              </a:rPr>
              <a:t>ADMINISTRACION DE RIESGOS RELACIONADOS CON EL FINANCIAMIENTO AL TERRORISMO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427506F-F23B-3038-912C-75318D091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0725" name="7 Rectángulo">
            <a:extLst>
              <a:ext uri="{FF2B5EF4-FFF2-40B4-BE49-F238E27FC236}">
                <a16:creationId xmlns:a16="http://schemas.microsoft.com/office/drawing/2014/main" xmlns="" id="{9AC1E8C7-A71B-BF0F-9860-3B610B50A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6166DE7A-F65A-FC7A-898F-6EC3631A2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graphicFrame>
        <p:nvGraphicFramePr>
          <p:cNvPr id="10" name="9 Diagrama">
            <a:extLst>
              <a:ext uri="{FF2B5EF4-FFF2-40B4-BE49-F238E27FC236}">
                <a16:creationId xmlns:a16="http://schemas.microsoft.com/office/drawing/2014/main" xmlns="" id="{AF918FB9-EEC7-88F5-A41A-0ECD5207C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307602044"/>
              </p:ext>
            </p:extLst>
          </p:nvPr>
        </p:nvGraphicFramePr>
        <p:xfrm>
          <a:off x="278549" y="2103219"/>
          <a:ext cx="864399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566049C5-4A41-699C-D776-75BAB349C0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3CEEA37-B10A-3E12-AF76-D173FD8BD8E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xmlns="" id="{9C4E2BED-43B6-C8D7-A2BB-0AF7A9648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19842" y="227505"/>
            <a:ext cx="2904315" cy="191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B8FE26E2-BC39-899F-2C42-C94B3C9A6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1749" name="7 Rectángulo">
            <a:extLst>
              <a:ext uri="{FF2B5EF4-FFF2-40B4-BE49-F238E27FC236}">
                <a16:creationId xmlns:a16="http://schemas.microsoft.com/office/drawing/2014/main" xmlns="" id="{ED51FBF7-E5FA-433F-0C0D-D3BDA817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493E0FAA-505D-66C5-7424-E5FB8F194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91F9EEE2-391B-B573-7C17-341275180D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5A1F8AE-19F4-0E53-AD69-D1CCE6886D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07EAA7FB-6963-C23F-0CD2-A37564ED1A2A}"/>
              </a:ext>
            </a:extLst>
          </p:cNvPr>
          <p:cNvSpPr/>
          <p:nvPr/>
        </p:nvSpPr>
        <p:spPr>
          <a:xfrm>
            <a:off x="141711" y="1664853"/>
            <a:ext cx="890999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s-VE" sz="2400" b="1" dirty="0">
                <a:solidFill>
                  <a:srgbClr val="005B9D"/>
                </a:solidFill>
              </a:rPr>
              <a:t>Para detectar actividades se aplicarán los siguientes procedimientos </a:t>
            </a:r>
          </a:p>
        </p:txBody>
      </p:sp>
      <p:sp>
        <p:nvSpPr>
          <p:cNvPr id="5" name="10 Rectángulo">
            <a:extLst>
              <a:ext uri="{FF2B5EF4-FFF2-40B4-BE49-F238E27FC236}">
                <a16:creationId xmlns:a16="http://schemas.microsoft.com/office/drawing/2014/main" xmlns="" id="{6091B008-48BE-789C-CB46-2CB71CFC3C19}"/>
              </a:ext>
            </a:extLst>
          </p:cNvPr>
          <p:cNvSpPr/>
          <p:nvPr/>
        </p:nvSpPr>
        <p:spPr>
          <a:xfrm>
            <a:off x="645657" y="2229374"/>
            <a:ext cx="7902099" cy="3739958"/>
          </a:xfrm>
          <a:prstGeom prst="rect">
            <a:avLst/>
          </a:prstGeom>
          <a:solidFill>
            <a:srgbClr val="005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600" dirty="0">
                <a:solidFill>
                  <a:schemeClr val="bg1"/>
                </a:solidFill>
              </a:rPr>
              <a:t>Monitoreo sobre las transacciones con países o áreas geográficas, según las listas emanadas del Consejo de Seguridad de Naciones Unidas.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1600" dirty="0">
                <a:solidFill>
                  <a:schemeClr val="bg1"/>
                </a:solidFill>
              </a:rPr>
              <a:t>Monitoreo que permita identificar transacciones relacionadas con personas naturales o jurídicas que han sido identificadas en otras jurisdicciones o actividades terroristas o su financiamiento según la lista del Consejo de Seguridad de Naciones Unidas.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1600" dirty="0">
                <a:solidFill>
                  <a:schemeClr val="bg1"/>
                </a:solidFill>
              </a:rPr>
              <a:t>Control interno y señales de alerta basadas en las tipologías detectadas y difundidas por las autoridades nacionales u otras jurisdicciones relacionadas con el financiamiento de actividades terroristas.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VE" sz="1600" dirty="0">
                <a:solidFill>
                  <a:schemeClr val="bg1"/>
                </a:solidFill>
              </a:rPr>
              <a:t>Las medidas y procedimientos acordados por el Consejo de Seguridad de las Naciones Unidas, así como las normativas  emitidas por los Órganos Nacionales competentes con motivo  a éstas.: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0EE87FAD-1854-E993-0D1F-FCD06F463E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2773" name="7 Rectángulo">
            <a:extLst>
              <a:ext uri="{FF2B5EF4-FFF2-40B4-BE49-F238E27FC236}">
                <a16:creationId xmlns:a16="http://schemas.microsoft.com/office/drawing/2014/main" xmlns="" id="{296EC3F0-895F-F922-1AB5-455F89F0B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32778" name="Picture 11">
            <a:extLst>
              <a:ext uri="{FF2B5EF4-FFF2-40B4-BE49-F238E27FC236}">
                <a16:creationId xmlns:a16="http://schemas.microsoft.com/office/drawing/2014/main" xmlns="" id="{926E975E-1756-97EE-FC71-8D789E28E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5574" y="2553159"/>
            <a:ext cx="3118477" cy="204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C2F5F9D9-D061-AF19-E59D-CB17BC08B8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BA8E50C-971D-8BF4-04C3-4A3CD23FE1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3CBDECCB-7502-9AB3-5A03-79FD89DF6A40}"/>
              </a:ext>
            </a:extLst>
          </p:cNvPr>
          <p:cNvSpPr txBox="1">
            <a:spLocks/>
          </p:cNvSpPr>
          <p:nvPr/>
        </p:nvSpPr>
        <p:spPr>
          <a:xfrm>
            <a:off x="3415132" y="2071512"/>
            <a:ext cx="5274813" cy="3143604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CAPITULO VIII</a:t>
            </a:r>
          </a:p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ADMINISTRACION DE RIESGOS RELACIONADOS CON EL FINANCIAMIENTO DE LA PROLIFERACION DE ARMAS DE DESTRUCCION MASIVA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A9FAF87D-357E-4FBF-9742-8D9065F051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3797" name="7 Rectángulo">
            <a:extLst>
              <a:ext uri="{FF2B5EF4-FFF2-40B4-BE49-F238E27FC236}">
                <a16:creationId xmlns:a16="http://schemas.microsoft.com/office/drawing/2014/main" xmlns="" id="{D1BDFC2D-6F49-FC85-EFC5-32F0D8F40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33801" name="Picture 9">
            <a:extLst>
              <a:ext uri="{FF2B5EF4-FFF2-40B4-BE49-F238E27FC236}">
                <a16:creationId xmlns:a16="http://schemas.microsoft.com/office/drawing/2014/main" xmlns="" id="{DBB961D5-8EAA-928F-1147-4FB123B19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0375" y="3609759"/>
            <a:ext cx="20923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46D09224-D70A-1E55-567C-B084615F0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A539DD7-2984-C422-5BB2-14DB20E309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AAE6020E-70A4-DDB4-722F-0A1D7B76D89A}"/>
              </a:ext>
            </a:extLst>
          </p:cNvPr>
          <p:cNvSpPr/>
          <p:nvPr/>
        </p:nvSpPr>
        <p:spPr>
          <a:xfrm>
            <a:off x="117003" y="1647894"/>
            <a:ext cx="890999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s-VE" sz="2000" b="1" dirty="0">
                <a:solidFill>
                  <a:srgbClr val="005B9D"/>
                </a:solidFill>
              </a:rPr>
              <a:t>ADMINISTRACION DE RIESGOS RELACIONADOS CON EL FINANCIAMIENTO DE LA PROLIFERACION DE ARMAS DE DESTRUCCION MASIVA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D25B81FD-1759-51BD-7A5A-99BE620670BC}"/>
              </a:ext>
            </a:extLst>
          </p:cNvPr>
          <p:cNvSpPr txBox="1"/>
          <p:nvPr/>
        </p:nvSpPr>
        <p:spPr>
          <a:xfrm>
            <a:off x="460375" y="2892982"/>
            <a:ext cx="6127849" cy="576053"/>
          </a:xfrm>
          <a:prstGeom prst="rect">
            <a:avLst/>
          </a:prstGeom>
          <a:solidFill>
            <a:srgbClr val="005B9D"/>
          </a:solidFill>
        </p:spPr>
        <p:txBody>
          <a:bodyPr wrap="none" rtlCol="0" anchor="ctr">
            <a:noAutofit/>
          </a:bodyPr>
          <a:lstStyle/>
          <a:p>
            <a:r>
              <a:rPr lang="es-VE" b="1" dirty="0">
                <a:solidFill>
                  <a:schemeClr val="bg1"/>
                </a:solidFill>
                <a:latin typeface="Lucida Sans Unicode" pitchFamily="34" charset="0"/>
              </a:rPr>
              <a:t>Qué es Proliferación de armas de destrucción masiva?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50D14652-4976-7B8C-4863-8174E6939A14}"/>
              </a:ext>
            </a:extLst>
          </p:cNvPr>
          <p:cNvSpPr txBox="1"/>
          <p:nvPr/>
        </p:nvSpPr>
        <p:spPr>
          <a:xfrm>
            <a:off x="2623985" y="3609759"/>
            <a:ext cx="6055841" cy="1857374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s-VE" sz="1800" b="1" dirty="0">
                <a:solidFill>
                  <a:schemeClr val="tx1"/>
                </a:solidFill>
                <a:latin typeface="Lucida Sans Unicode" pitchFamily="34" charset="0"/>
              </a:rPr>
              <a:t>La proliferación de armas de destrucción masiva es “todo acto que provea fondos o utilice servicios financieros, en todo o en parte, para la fabricación, adquisición, posesión, desarrollo, exportación, trasiego de material, fraccionamiento, transporte, transferencia, deposito o uso dual para propósitos</a:t>
            </a:r>
            <a:endParaRPr lang="es-VE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ABED72A4-E7C1-DDEA-57E2-2E9DE3CBD2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4821" name="7 Rectángulo">
            <a:extLst>
              <a:ext uri="{FF2B5EF4-FFF2-40B4-BE49-F238E27FC236}">
                <a16:creationId xmlns:a16="http://schemas.microsoft.com/office/drawing/2014/main" xmlns="" id="{A7FA58B6-55B9-31E0-58DD-448ED3AAA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1C7CB984-BB3B-6F87-A91A-D700EDA8CA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B01C8A5-DD23-6E56-90F3-DFA30B1DD4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FA3580EF-2CE0-40F3-6C98-9F5A535FC3D0}"/>
              </a:ext>
            </a:extLst>
          </p:cNvPr>
          <p:cNvSpPr/>
          <p:nvPr/>
        </p:nvSpPr>
        <p:spPr>
          <a:xfrm>
            <a:off x="117003" y="1647894"/>
            <a:ext cx="890999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s-VE" sz="2000" b="1" dirty="0">
                <a:solidFill>
                  <a:srgbClr val="005B9D"/>
                </a:solidFill>
              </a:rPr>
              <a:t>ADMINISTRACION DE RIESGOS RELACIONADOS CON EL FINANCIAMIENTO DE LA PROLIFERACION DE ARMAS DE DESTRUCCION MASIVA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xmlns="" id="{ADDDCF14-FC00-B46B-DB13-1E90C9B0A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808612239"/>
              </p:ext>
            </p:extLst>
          </p:nvPr>
        </p:nvGraphicFramePr>
        <p:xfrm>
          <a:off x="337014" y="1815605"/>
          <a:ext cx="852126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C4442F0B-F98D-54D0-8B71-62F40977E0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5845" name="7 Rectángulo">
            <a:extLst>
              <a:ext uri="{FF2B5EF4-FFF2-40B4-BE49-F238E27FC236}">
                <a16:creationId xmlns:a16="http://schemas.microsoft.com/office/drawing/2014/main" xmlns="" id="{D5604C6B-7BF6-892A-5A11-2B9107C80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618C5CD6-B240-E4AD-9D14-F6C810016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35849" name="Picture 9">
            <a:extLst>
              <a:ext uri="{FF2B5EF4-FFF2-40B4-BE49-F238E27FC236}">
                <a16:creationId xmlns:a16="http://schemas.microsoft.com/office/drawing/2014/main" xmlns="" id="{9A12C9D4-494E-488B-1FA3-57A79B687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8956" y="2426567"/>
            <a:ext cx="3275856" cy="243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43530CD9-B637-CF4D-72DF-A7BD062DA1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A4839BD-1A95-F12F-FDF6-DDE1B8559E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0C2DE935-BB7B-482C-AFDB-3FB3334A0215}"/>
              </a:ext>
            </a:extLst>
          </p:cNvPr>
          <p:cNvSpPr txBox="1">
            <a:spLocks/>
          </p:cNvSpPr>
          <p:nvPr/>
        </p:nvSpPr>
        <p:spPr>
          <a:xfrm>
            <a:off x="4664235" y="2539529"/>
            <a:ext cx="3757905" cy="22075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3200" b="1" dirty="0">
                <a:solidFill>
                  <a:srgbClr val="005B9D"/>
                </a:solidFill>
              </a:rPr>
              <a:t>TITULO  IV</a:t>
            </a:r>
          </a:p>
          <a:p>
            <a:pPr algn="ctr"/>
            <a:r>
              <a:rPr lang="es-VE" sz="3200" b="1" dirty="0">
                <a:solidFill>
                  <a:srgbClr val="005B9D"/>
                </a:solidFill>
              </a:rPr>
              <a:t>SUPERVISION DEL CUMPLIMIENTO DE LAS NORMAS</a:t>
            </a:r>
            <a:endParaRPr lang="es-VE" sz="32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3A6B205D-B0FE-B42A-C1EC-43DA88295A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6869" name="7 Rectángulo">
            <a:extLst>
              <a:ext uri="{FF2B5EF4-FFF2-40B4-BE49-F238E27FC236}">
                <a16:creationId xmlns:a16="http://schemas.microsoft.com/office/drawing/2014/main" xmlns="" id="{B42FCB54-CC0F-0E58-0155-D802423E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85E3CB05-1F08-7974-AF2E-4081EC3F1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643182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graphicFrame>
        <p:nvGraphicFramePr>
          <p:cNvPr id="12" name="11 Diagrama">
            <a:extLst>
              <a:ext uri="{FF2B5EF4-FFF2-40B4-BE49-F238E27FC236}">
                <a16:creationId xmlns:a16="http://schemas.microsoft.com/office/drawing/2014/main" xmlns="" id="{D661C0B3-8917-CFE7-8346-522D4F8DA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51851704"/>
              </p:ext>
            </p:extLst>
          </p:nvPr>
        </p:nvGraphicFramePr>
        <p:xfrm>
          <a:off x="785786" y="2279460"/>
          <a:ext cx="7370144" cy="3921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3A5F850C-2B70-49B9-7CF8-DA12F78494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73EBD5C2-80E0-0941-3941-83CE4A644E2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EF972D5D-27EC-79F2-3801-E4C4B52F3276}"/>
              </a:ext>
            </a:extLst>
          </p:cNvPr>
          <p:cNvSpPr/>
          <p:nvPr/>
        </p:nvSpPr>
        <p:spPr>
          <a:xfrm>
            <a:off x="141711" y="1664853"/>
            <a:ext cx="890999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VE" sz="2400" b="1" dirty="0">
                <a:solidFill>
                  <a:srgbClr val="005B9D"/>
                </a:solidFill>
              </a:rPr>
              <a:t>SUPERVISION DEL CUMPLIMIENTO DE LAS NORMAS</a:t>
            </a:r>
            <a:endParaRPr lang="es-VE" sz="24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7898EE2C-335B-DF7F-DE6A-F3CD8DE13F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7893" name="7 Rectángulo">
            <a:extLst>
              <a:ext uri="{FF2B5EF4-FFF2-40B4-BE49-F238E27FC236}">
                <a16:creationId xmlns:a16="http://schemas.microsoft.com/office/drawing/2014/main" xmlns="" id="{ABD61641-BA00-F1C7-5FA0-D3699B4BA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BEEFA3C5-6427-2678-C27E-CE2E26B21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214554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graphicFrame>
        <p:nvGraphicFramePr>
          <p:cNvPr id="12" name="11 Diagrama">
            <a:extLst>
              <a:ext uri="{FF2B5EF4-FFF2-40B4-BE49-F238E27FC236}">
                <a16:creationId xmlns:a16="http://schemas.microsoft.com/office/drawing/2014/main" xmlns="" id="{9AA04832-A35F-0C0D-8667-E8F4B6FD0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539248357"/>
              </p:ext>
            </p:extLst>
          </p:nvPr>
        </p:nvGraphicFramePr>
        <p:xfrm>
          <a:off x="816280" y="1896227"/>
          <a:ext cx="7742094" cy="4017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E8CA8D0A-DB70-CEFE-8836-69F4E8F8B9D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17E739B-8C8A-27A7-1D1B-AD1CD01C39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ACE317EE-7E72-7D13-C429-BB854787B6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8917" name="7 Rectángulo">
            <a:extLst>
              <a:ext uri="{FF2B5EF4-FFF2-40B4-BE49-F238E27FC236}">
                <a16:creationId xmlns:a16="http://schemas.microsoft.com/office/drawing/2014/main" xmlns="" id="{EA4156C9-5603-9367-A0AA-B01153733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D40BBAD8-4177-BC9A-4642-0B9870681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2214554"/>
            <a:ext cx="7629524" cy="2000264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B7C102C3-3D09-3D8F-45D4-3F3715DFEA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0F9F1904-D419-358E-F286-15F13AF85A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EC71CAD-0F7B-BEE4-969F-F82BC6E3B8C3}"/>
              </a:ext>
            </a:extLst>
          </p:cNvPr>
          <p:cNvSpPr txBox="1">
            <a:spLocks/>
          </p:cNvSpPr>
          <p:nvPr/>
        </p:nvSpPr>
        <p:spPr>
          <a:xfrm>
            <a:off x="1478178" y="2297700"/>
            <a:ext cx="6466027" cy="22075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VE" sz="4000" b="1" dirty="0">
                <a:solidFill>
                  <a:srgbClr val="005B9D"/>
                </a:solidFill>
              </a:rPr>
              <a:t>CAPITULO II</a:t>
            </a:r>
          </a:p>
          <a:p>
            <a:pPr algn="ctr"/>
            <a:r>
              <a:rPr lang="es-VE" sz="4000" b="1" dirty="0">
                <a:solidFill>
                  <a:srgbClr val="005B9D"/>
                </a:solidFill>
              </a:rPr>
              <a:t>AUDITORIA EXTERNA</a:t>
            </a:r>
            <a:endParaRPr lang="es-VE" sz="40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E939083-EC01-36BF-12C7-557B61C556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39941" name="7 Rectángulo">
            <a:extLst>
              <a:ext uri="{FF2B5EF4-FFF2-40B4-BE49-F238E27FC236}">
                <a16:creationId xmlns:a16="http://schemas.microsoft.com/office/drawing/2014/main" xmlns="" id="{615CC7C3-184D-C56A-3A56-594CE6B54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graphicFrame>
        <p:nvGraphicFramePr>
          <p:cNvPr id="10" name="9 Diagrama">
            <a:extLst>
              <a:ext uri="{FF2B5EF4-FFF2-40B4-BE49-F238E27FC236}">
                <a16:creationId xmlns:a16="http://schemas.microsoft.com/office/drawing/2014/main" xmlns="" id="{F46848B2-B520-15AC-C0D4-E7FC54AA8C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308729218"/>
              </p:ext>
            </p:extLst>
          </p:nvPr>
        </p:nvGraphicFramePr>
        <p:xfrm>
          <a:off x="285720" y="2478374"/>
          <a:ext cx="8572560" cy="3000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140B450E-D1C2-3B6F-4999-F351F08D588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1141083A-50D9-50D5-5788-9B1EB94251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A34142A5-4637-3CA0-A29D-03988C995C12}"/>
              </a:ext>
            </a:extLst>
          </p:cNvPr>
          <p:cNvSpPr/>
          <p:nvPr/>
        </p:nvSpPr>
        <p:spPr>
          <a:xfrm>
            <a:off x="141711" y="1664853"/>
            <a:ext cx="890999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VE" sz="2400" b="1" dirty="0">
                <a:solidFill>
                  <a:srgbClr val="005B9D"/>
                </a:solidFill>
              </a:rPr>
              <a:t>AUDITORIA EXTERNA</a:t>
            </a:r>
            <a:endParaRPr lang="es-VE" sz="2400" dirty="0">
              <a:solidFill>
                <a:srgbClr val="005B9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823C4D19-E24A-2562-EC7E-247390603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0965" name="7 Rectángulo">
            <a:extLst>
              <a:ext uri="{FF2B5EF4-FFF2-40B4-BE49-F238E27FC236}">
                <a16:creationId xmlns:a16="http://schemas.microsoft.com/office/drawing/2014/main" xmlns="" id="{6969F84C-FB23-FBDB-B91E-0C3C917A9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graphicFrame>
        <p:nvGraphicFramePr>
          <p:cNvPr id="11" name="10 Diagrama">
            <a:extLst>
              <a:ext uri="{FF2B5EF4-FFF2-40B4-BE49-F238E27FC236}">
                <a16:creationId xmlns:a16="http://schemas.microsoft.com/office/drawing/2014/main" xmlns="" id="{C4CA25B5-73F5-3AE6-F4B8-1FA88D8734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613492318"/>
              </p:ext>
            </p:extLst>
          </p:nvPr>
        </p:nvGraphicFramePr>
        <p:xfrm>
          <a:off x="-85272" y="1750207"/>
          <a:ext cx="8922724" cy="3357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F904C219-BEA8-1A7A-7F4C-0D9F19664C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0BEF0CA9-9D04-849A-9C6A-AEF03110F9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E2C48A05-B302-3689-6625-44BFD0D637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1989" name="7 Rectángulo">
            <a:extLst>
              <a:ext uri="{FF2B5EF4-FFF2-40B4-BE49-F238E27FC236}">
                <a16:creationId xmlns:a16="http://schemas.microsoft.com/office/drawing/2014/main" xmlns="" id="{B3DA0BDD-FC84-EDCD-BAE4-2AD14BBC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690CDF96-77C6-335A-E516-C8727FDE3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662" y="2214554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sp>
        <p:nvSpPr>
          <p:cNvPr id="13" name="9 CuadroTexto">
            <a:extLst>
              <a:ext uri="{FF2B5EF4-FFF2-40B4-BE49-F238E27FC236}">
                <a16:creationId xmlns:a16="http://schemas.microsoft.com/office/drawing/2014/main" xmlns="" id="{266BCD69-1B90-0ADE-19B0-59E8F00F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888" y="4003176"/>
            <a:ext cx="5640223" cy="461665"/>
          </a:xfrm>
          <a:prstGeom prst="rect">
            <a:avLst/>
          </a:prstGeom>
          <a:solidFill>
            <a:srgbClr val="005B9D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s-VE" sz="2400" dirty="0">
                <a:solidFill>
                  <a:srgbClr val="FBFFFF"/>
                </a:solidFill>
              </a:rPr>
              <a:t>Facultades de los Inspectores. Articulo.- 93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A701F998-51B8-FD06-77EB-C462AA308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F9EDDE0-BB86-9C70-8B08-9A5867B7F9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E9376E2F-21BE-2F3E-37DA-4F576A2879F7}"/>
              </a:ext>
            </a:extLst>
          </p:cNvPr>
          <p:cNvSpPr txBox="1">
            <a:spLocks/>
          </p:cNvSpPr>
          <p:nvPr/>
        </p:nvSpPr>
        <p:spPr>
          <a:xfrm>
            <a:off x="1449927" y="1607195"/>
            <a:ext cx="6466027" cy="22075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es-VE" sz="4000" b="1" dirty="0">
                <a:solidFill>
                  <a:srgbClr val="005B9D"/>
                </a:solidFill>
              </a:rPr>
              <a:t>CAPITULO III </a:t>
            </a:r>
          </a:p>
          <a:p>
            <a:pPr lvl="0" algn="ctr"/>
            <a:r>
              <a:rPr lang="es-VE" sz="4000" b="1" dirty="0">
                <a:solidFill>
                  <a:srgbClr val="005B9D"/>
                </a:solidFill>
              </a:rPr>
              <a:t>DE LAS INSPECCIONES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DFB54576-8DEF-9BDC-3FC2-5315EF78A2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3013" name="7 Rectángulo">
            <a:extLst>
              <a:ext uri="{FF2B5EF4-FFF2-40B4-BE49-F238E27FC236}">
                <a16:creationId xmlns:a16="http://schemas.microsoft.com/office/drawing/2014/main" xmlns="" id="{7B39CB61-EBE0-D766-21F3-CEAEF441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43016" name="Picture 9">
            <a:extLst>
              <a:ext uri="{FF2B5EF4-FFF2-40B4-BE49-F238E27FC236}">
                <a16:creationId xmlns:a16="http://schemas.microsoft.com/office/drawing/2014/main" xmlns="" id="{CC2DF5BC-841A-1B18-D22C-BC97000FC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7844" y="2479885"/>
            <a:ext cx="2703215" cy="226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67AB773E-E690-C62D-E044-1D591C67A3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536F01B-D58E-0041-3D60-04FCD357C9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6CA2EF61-C74B-9D9D-3E9C-8766BA54BA7B}"/>
              </a:ext>
            </a:extLst>
          </p:cNvPr>
          <p:cNvSpPr txBox="1">
            <a:spLocks/>
          </p:cNvSpPr>
          <p:nvPr/>
        </p:nvSpPr>
        <p:spPr>
          <a:xfrm>
            <a:off x="3563888" y="2539529"/>
            <a:ext cx="5002268" cy="22075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 TITULO V                        REPORTES DE ACTIVIDADES SOSPECHOSAS Y REPORTES SISTEMATICOS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C476E143-8B30-A9EC-B234-34D7DBBD60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4037" name="7 Rectángulo">
            <a:extLst>
              <a:ext uri="{FF2B5EF4-FFF2-40B4-BE49-F238E27FC236}">
                <a16:creationId xmlns:a16="http://schemas.microsoft.com/office/drawing/2014/main" xmlns="" id="{C0B95227-CA89-0309-A22C-687D19244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6862BE95-85BD-A60E-1AC5-F52458F80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75A7E9CE-CAD5-1E20-E5D4-2AA4791B06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10 Rectángulo">
            <a:extLst>
              <a:ext uri="{FF2B5EF4-FFF2-40B4-BE49-F238E27FC236}">
                <a16:creationId xmlns:a16="http://schemas.microsoft.com/office/drawing/2014/main" xmlns="" id="{F933496C-A079-B057-5E61-A854AE93EA75}"/>
              </a:ext>
            </a:extLst>
          </p:cNvPr>
          <p:cNvSpPr/>
          <p:nvPr/>
        </p:nvSpPr>
        <p:spPr>
          <a:xfrm>
            <a:off x="141711" y="1480187"/>
            <a:ext cx="890999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VE" sz="2400" b="1" dirty="0">
                <a:solidFill>
                  <a:srgbClr val="005B9D"/>
                </a:solidFill>
              </a:rPr>
              <a:t>REPORTES DE ACTIVIDADES SOSPECHOSAS Y REPORTES SISTEMATICOS</a:t>
            </a:r>
            <a:endParaRPr lang="es-VE" sz="2400" dirty="0">
              <a:solidFill>
                <a:srgbClr val="005B9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1829117E-5FD9-E69D-18AF-998FB13F2BDD}"/>
              </a:ext>
            </a:extLst>
          </p:cNvPr>
          <p:cNvSpPr txBox="1"/>
          <p:nvPr/>
        </p:nvSpPr>
        <p:spPr>
          <a:xfrm>
            <a:off x="460375" y="3269472"/>
            <a:ext cx="3312368" cy="1477328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s-VE" sz="1800" b="1" dirty="0">
                <a:solidFill>
                  <a:schemeClr val="bg1"/>
                </a:solidFill>
              </a:rPr>
              <a:t>Una actividad sospechosa puede estar relacionada con incidentes, eventos, individuos o circunstancias que parecen inusuales o fuera de lugar.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6D43F263-0EE1-7B21-B4AA-73CA539DD31E}"/>
              </a:ext>
            </a:extLst>
          </p:cNvPr>
          <p:cNvSpPr txBox="1"/>
          <p:nvPr/>
        </p:nvSpPr>
        <p:spPr>
          <a:xfrm>
            <a:off x="3995936" y="2742154"/>
            <a:ext cx="4572000" cy="2308324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s-VE" sz="1800" b="1" dirty="0">
                <a:solidFill>
                  <a:srgbClr val="005B9D"/>
                </a:solidFill>
              </a:rPr>
              <a:t>Articulo.- 94</a:t>
            </a:r>
          </a:p>
          <a:p>
            <a:pPr lvl="0"/>
            <a:endParaRPr lang="es-VE" sz="1800" b="1" dirty="0">
              <a:solidFill>
                <a:srgbClr val="005B9D"/>
              </a:solidFill>
            </a:endParaRPr>
          </a:p>
          <a:p>
            <a:pPr lvl="0"/>
            <a:r>
              <a:rPr lang="es-VE" sz="1800" b="1" dirty="0">
                <a:solidFill>
                  <a:srgbClr val="005B9D"/>
                </a:solidFill>
              </a:rPr>
              <a:t>Sujeto Obligado  deberá prestar atención a las señales de alerta expresadas en la Providencia Administrativa y en caso de detectar una operación sospechosa debe reportarla a la Unidad de Inteligencia Financiera (UNIF) bajo la forma, plazo y modo que ella indique.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F32312A0-C852-D112-F36B-006DBAD97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5061" name="7 Rectángulo">
            <a:extLst>
              <a:ext uri="{FF2B5EF4-FFF2-40B4-BE49-F238E27FC236}">
                <a16:creationId xmlns:a16="http://schemas.microsoft.com/office/drawing/2014/main" xmlns="" id="{BC4EF2E9-D7C9-3FC2-426B-B9E5723E1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12" name="Operación manual 4">
            <a:extLst>
              <a:ext uri="{FF2B5EF4-FFF2-40B4-BE49-F238E27FC236}">
                <a16:creationId xmlns:a16="http://schemas.microsoft.com/office/drawing/2014/main" xmlns="" id="{3E32A4F2-AEDF-18FA-61E3-00B2377586A0}"/>
              </a:ext>
            </a:extLst>
          </p:cNvPr>
          <p:cNvSpPr/>
          <p:nvPr/>
        </p:nvSpPr>
        <p:spPr>
          <a:xfrm>
            <a:off x="0" y="2312988"/>
            <a:ext cx="1795463" cy="24384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8900" tIns="0" rIns="88900" bIns="0" spcCol="1270" anchor="ctr"/>
          <a:lstStyle/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endParaRPr lang="es-VE" sz="1400" b="1" dirty="0">
              <a:solidFill>
                <a:schemeClr val="tx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19F01D36-30D0-0281-C5FC-824678706A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C45EC9D-DFC9-8183-5A3B-B922547DD2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82D73591-479E-64D5-8C91-826039B1098B}"/>
              </a:ext>
            </a:extLst>
          </p:cNvPr>
          <p:cNvSpPr txBox="1"/>
          <p:nvPr/>
        </p:nvSpPr>
        <p:spPr>
          <a:xfrm>
            <a:off x="4988974" y="2312988"/>
            <a:ext cx="3403307" cy="3139321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b="1" dirty="0">
                <a:solidFill>
                  <a:srgbClr val="005B9D"/>
                </a:solidFill>
              </a:rPr>
              <a:t>Análisis de Operaciones. Articulo.- 95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b="1" dirty="0">
                <a:solidFill>
                  <a:srgbClr val="005B9D"/>
                </a:solidFill>
              </a:rPr>
              <a:t>Presunción . Articulo.- 96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b="1" dirty="0">
                <a:solidFill>
                  <a:srgbClr val="005B9D"/>
                </a:solidFill>
              </a:rPr>
              <a:t>Actividades Sospechosas. Articulo.- 97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b="1" dirty="0">
                <a:solidFill>
                  <a:srgbClr val="005B9D"/>
                </a:solidFill>
              </a:rPr>
              <a:t>Presunción de Operaciones o Actividades sospechosas. Articulo.-98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b="1" dirty="0">
                <a:solidFill>
                  <a:srgbClr val="005B9D"/>
                </a:solidFill>
              </a:rPr>
              <a:t>Reporte de Actividades  Sospechosas. Articulo </a:t>
            </a:r>
            <a:r>
              <a:rPr lang="es-VE" b="1" dirty="0" smtClean="0">
                <a:solidFill>
                  <a:srgbClr val="005B9D"/>
                </a:solidFill>
              </a:rPr>
              <a:t>99 (UNIF)</a:t>
            </a:r>
            <a:endParaRPr lang="es-VE" b="1" dirty="0">
              <a:solidFill>
                <a:srgbClr val="005B9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B356B2B-113C-4091-2BA9-6B9B2D00E268}"/>
              </a:ext>
            </a:extLst>
          </p:cNvPr>
          <p:cNvSpPr txBox="1"/>
          <p:nvPr/>
        </p:nvSpPr>
        <p:spPr>
          <a:xfrm>
            <a:off x="460375" y="2312988"/>
            <a:ext cx="3768354" cy="2862322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s-VE" sz="1800" b="1" dirty="0">
                <a:solidFill>
                  <a:srgbClr val="005B9D"/>
                </a:solidFill>
              </a:rPr>
              <a:t>Articulo.- 94</a:t>
            </a:r>
          </a:p>
          <a:p>
            <a:pPr lvl="0" algn="ctr"/>
            <a:endParaRPr lang="es-VE" sz="1800" b="1" dirty="0">
              <a:solidFill>
                <a:srgbClr val="005B9D"/>
              </a:solidFill>
            </a:endParaRPr>
          </a:p>
          <a:p>
            <a:pPr lvl="0" algn="ctr"/>
            <a:r>
              <a:rPr lang="es-VE" sz="1800" b="1" dirty="0">
                <a:solidFill>
                  <a:srgbClr val="005B9D"/>
                </a:solidFill>
              </a:rPr>
              <a:t>Sujeto Obligado  deberá prestar atención a las señales de alerta expresadas en la Providencia Administrativa y en caso de detectar una operación sospechosa debe reportarla a la Unidad de Inteligencia Financiera (UNIF) bajo la forma, plazo y modo que ella indique.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1DB79128-2AFF-8747-142E-88840CE83B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6085" name="7 Rectángulo">
            <a:extLst>
              <a:ext uri="{FF2B5EF4-FFF2-40B4-BE49-F238E27FC236}">
                <a16:creationId xmlns:a16="http://schemas.microsoft.com/office/drawing/2014/main" xmlns="" id="{D9924981-3355-56E0-28A9-5DF56D597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8847B5C7-E375-784B-E00E-DF8A9509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662" y="2143116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B24ED9E5-A31D-FFDA-4B65-28466A82A5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7A10270-E24C-B032-DFBD-CAD4EF978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59E94848-DC87-6C6B-EBC0-C45A97DB8646}"/>
              </a:ext>
            </a:extLst>
          </p:cNvPr>
          <p:cNvSpPr txBox="1"/>
          <p:nvPr/>
        </p:nvSpPr>
        <p:spPr>
          <a:xfrm>
            <a:off x="4915273" y="2967335"/>
            <a:ext cx="3403307" cy="923330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s-VE" b="1" dirty="0">
                <a:solidFill>
                  <a:srgbClr val="005B9D"/>
                </a:solidFill>
              </a:rPr>
              <a:t>La SUDEASEG podrá requerir cualquier otro reporte. Articulo.- 107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ED3E0D8D-B262-4BB1-9B47-1D3211F8F6B0}"/>
              </a:ext>
            </a:extLst>
          </p:cNvPr>
          <p:cNvSpPr txBox="1"/>
          <p:nvPr/>
        </p:nvSpPr>
        <p:spPr>
          <a:xfrm>
            <a:off x="460375" y="2312988"/>
            <a:ext cx="3768354" cy="2308324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800" b="1" dirty="0">
                <a:solidFill>
                  <a:srgbClr val="005B9D"/>
                </a:solidFill>
              </a:rPr>
              <a:t>Reporte de los Trabajadores       Articulo 102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800" b="1" dirty="0">
                <a:solidFill>
                  <a:srgbClr val="005B9D"/>
                </a:solidFill>
              </a:rPr>
              <a:t>-Reporte de Ventas. Articulo. 103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800" b="1" dirty="0">
                <a:solidFill>
                  <a:srgbClr val="005B9D"/>
                </a:solidFill>
              </a:rPr>
              <a:t>Reporte de Proveedores de Servicios. Articulo.- 104                                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VE" sz="1800" b="1" dirty="0">
                <a:solidFill>
                  <a:srgbClr val="005B9D"/>
                </a:solidFill>
              </a:rPr>
              <a:t>Reportes de Contratos de  Financiamiento de Primas o Cuotas. Articulo.- 105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8083D7EF-78DD-F360-41C0-3D848E3B9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7109" name="7 Rectángulo">
            <a:extLst>
              <a:ext uri="{FF2B5EF4-FFF2-40B4-BE49-F238E27FC236}">
                <a16:creationId xmlns:a16="http://schemas.microsoft.com/office/drawing/2014/main" xmlns="" id="{0AF28FDE-C95A-989B-D313-2718E2E3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4F419809-2FDC-D327-BDB2-8172748EBE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3A2FB80-E3AE-4CB0-BAB9-16C19A03E1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CE090B39-E37C-ED23-E587-D25C96F8089F}"/>
              </a:ext>
            </a:extLst>
          </p:cNvPr>
          <p:cNvSpPr txBox="1">
            <a:spLocks/>
          </p:cNvSpPr>
          <p:nvPr/>
        </p:nvSpPr>
        <p:spPr>
          <a:xfrm>
            <a:off x="162133" y="2325216"/>
            <a:ext cx="3879644" cy="2207568"/>
          </a:xfrm>
          <a:prstGeom prst="rect">
            <a:avLst/>
          </a:prstGeom>
          <a:noFill/>
          <a:ln w="25400" cap="flat" cmpd="sng" algn="ctr">
            <a:solidFill>
              <a:srgbClr val="FF81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TITULO VI</a:t>
            </a:r>
          </a:p>
          <a:p>
            <a:pPr lvl="0" algn="ctr"/>
            <a:r>
              <a:rPr lang="es-VE" sz="3200" b="1" dirty="0">
                <a:solidFill>
                  <a:srgbClr val="005B9D"/>
                </a:solidFill>
              </a:rPr>
              <a:t>REQUERIMIENTOS DE INFORMACION</a:t>
            </a:r>
            <a:endParaRPr lang="es-VE" sz="3200" dirty="0">
              <a:solidFill>
                <a:srgbClr val="005B9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9C10BA16-7C50-214A-453D-4015487ACCC4}"/>
              </a:ext>
            </a:extLst>
          </p:cNvPr>
          <p:cNvSpPr txBox="1"/>
          <p:nvPr/>
        </p:nvSpPr>
        <p:spPr>
          <a:xfrm>
            <a:off x="4427984" y="2136338"/>
            <a:ext cx="4320480" cy="2585323"/>
          </a:xfrm>
          <a:prstGeom prst="rect">
            <a:avLst/>
          </a:prstGeom>
          <a:noFill/>
          <a:ln w="38100">
            <a:solidFill>
              <a:srgbClr val="FF8100"/>
            </a:solidFill>
          </a:ln>
        </p:spPr>
        <p:txBody>
          <a:bodyPr wrap="square" rtlCol="0">
            <a:spAutoFit/>
          </a:bodyPr>
          <a:lstStyle/>
          <a:p>
            <a:pPr lvl="0" algn="l"/>
            <a:r>
              <a:rPr lang="es-VE" sz="1800" b="1" dirty="0">
                <a:solidFill>
                  <a:srgbClr val="005B9D"/>
                </a:solidFill>
              </a:rPr>
              <a:t>-Mecanismo de Coordinación. Articulo.-108</a:t>
            </a:r>
          </a:p>
          <a:p>
            <a:pPr lvl="0" algn="l"/>
            <a:endParaRPr lang="es-VE" sz="1800" b="1" dirty="0">
              <a:solidFill>
                <a:srgbClr val="005B9D"/>
              </a:solidFill>
            </a:endParaRPr>
          </a:p>
          <a:p>
            <a:pPr lvl="0" algn="l"/>
            <a:r>
              <a:rPr lang="es-VE" sz="1800" b="1" dirty="0">
                <a:solidFill>
                  <a:srgbClr val="005B9D"/>
                </a:solidFill>
              </a:rPr>
              <a:t>-Requerimiento de Información por las Autoridades. Articulo.-109</a:t>
            </a:r>
          </a:p>
          <a:p>
            <a:pPr lvl="0" algn="l"/>
            <a:endParaRPr lang="es-VE" sz="1800" b="1" dirty="0">
              <a:solidFill>
                <a:srgbClr val="005B9D"/>
              </a:solidFill>
            </a:endParaRPr>
          </a:p>
          <a:p>
            <a:pPr lvl="0" algn="l"/>
            <a:r>
              <a:rPr lang="es-VE" sz="1800" b="1" dirty="0">
                <a:solidFill>
                  <a:srgbClr val="005B9D"/>
                </a:solidFill>
              </a:rPr>
              <a:t>-Obligación de Confidencialidad. Articulo.-110 </a:t>
            </a:r>
          </a:p>
          <a:p>
            <a:pPr lvl="0" algn="l"/>
            <a:endParaRPr lang="es-VE" sz="1800" b="1" dirty="0">
              <a:solidFill>
                <a:srgbClr val="005B9D"/>
              </a:solidFill>
            </a:endParaRPr>
          </a:p>
          <a:p>
            <a:pPr lvl="0" algn="l"/>
            <a:r>
              <a:rPr lang="es-VE" sz="1800" b="1" dirty="0">
                <a:solidFill>
                  <a:srgbClr val="005B9D"/>
                </a:solidFill>
              </a:rPr>
              <a:t>-Indicios o Presunciones. Articulo.-111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90026F0C-AD96-884F-655B-C9F4A93FFD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8133" name="7 Rectángulo">
            <a:extLst>
              <a:ext uri="{FF2B5EF4-FFF2-40B4-BE49-F238E27FC236}">
                <a16:creationId xmlns:a16="http://schemas.microsoft.com/office/drawing/2014/main" xmlns="" id="{2B650891-266F-F932-E9E3-0A28AA04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870D36A9-A1BE-29E5-28FE-76CE02C22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24" y="1214422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graphicFrame>
        <p:nvGraphicFramePr>
          <p:cNvPr id="10" name="9 Diagrama">
            <a:extLst>
              <a:ext uri="{FF2B5EF4-FFF2-40B4-BE49-F238E27FC236}">
                <a16:creationId xmlns:a16="http://schemas.microsoft.com/office/drawing/2014/main" xmlns="" id="{50C0CD1D-CC8D-E97F-2BE4-B51313BE3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856116874"/>
              </p:ext>
            </p:extLst>
          </p:nvPr>
        </p:nvGraphicFramePr>
        <p:xfrm>
          <a:off x="0" y="1397000"/>
          <a:ext cx="878684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4C7C9E82-2920-AA77-5E14-ACC5E4B992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353B28E1-1A9A-433B-C1EA-8BFA8951F8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5CC89549-56F5-5549-95A3-649FCF4E87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49157" name="7 Rectángulo">
            <a:extLst>
              <a:ext uri="{FF2B5EF4-FFF2-40B4-BE49-F238E27FC236}">
                <a16:creationId xmlns:a16="http://schemas.microsoft.com/office/drawing/2014/main" xmlns="" id="{3C523EC8-1D4B-514B-6B3F-25C3A01A4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EB76B24D-3A2A-0C3E-225B-D7DEFFB6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24" y="1214422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sp>
        <p:nvSpPr>
          <p:cNvPr id="54280" name="11 CuadroTexto">
            <a:extLst>
              <a:ext uri="{FF2B5EF4-FFF2-40B4-BE49-F238E27FC236}">
                <a16:creationId xmlns:a16="http://schemas.microsoft.com/office/drawing/2014/main" xmlns="" id="{5589A5A7-028C-252B-9BC3-A46F46831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092748"/>
            <a:ext cx="6572250" cy="461963"/>
          </a:xfrm>
          <a:prstGeom prst="rect">
            <a:avLst/>
          </a:prstGeom>
          <a:solidFill>
            <a:srgbClr val="005B9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s-VE" sz="2400" b="1" dirty="0">
                <a:solidFill>
                  <a:schemeClr val="bg1"/>
                </a:solidFill>
                <a:latin typeface="Lucida Sans Unicode" pitchFamily="34" charset="0"/>
                <a:cs typeface="Arial" charset="0"/>
              </a:rPr>
              <a:t>Sanciones.  Articulo.- 113</a:t>
            </a:r>
          </a:p>
        </p:txBody>
      </p:sp>
      <p:sp>
        <p:nvSpPr>
          <p:cNvPr id="11" name="10 Rectángulo redondeado">
            <a:extLst>
              <a:ext uri="{FF2B5EF4-FFF2-40B4-BE49-F238E27FC236}">
                <a16:creationId xmlns:a16="http://schemas.microsoft.com/office/drawing/2014/main" xmlns="" id="{0B90DBE8-EC0D-5A8F-E0E1-120A8A68F5AB}"/>
              </a:ext>
            </a:extLst>
          </p:cNvPr>
          <p:cNvSpPr/>
          <p:nvPr/>
        </p:nvSpPr>
        <p:spPr>
          <a:xfrm>
            <a:off x="1143000" y="1928813"/>
            <a:ext cx="6715125" cy="1214437"/>
          </a:xfrm>
          <a:prstGeom prst="roundRect">
            <a:avLst/>
          </a:prstGeom>
          <a:noFill/>
          <a:ln w="38100">
            <a:solidFill>
              <a:srgbClr val="FF8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VE" sz="2800" b="1" dirty="0">
                <a:solidFill>
                  <a:srgbClr val="005B9D"/>
                </a:solidFill>
              </a:rPr>
              <a:t>ATRIBUCIONES DEL ORGANO REGULADOR</a:t>
            </a:r>
          </a:p>
        </p:txBody>
      </p:sp>
      <p:sp>
        <p:nvSpPr>
          <p:cNvPr id="12" name="11 Flecha abajo">
            <a:extLst>
              <a:ext uri="{FF2B5EF4-FFF2-40B4-BE49-F238E27FC236}">
                <a16:creationId xmlns:a16="http://schemas.microsoft.com/office/drawing/2014/main" xmlns="" id="{7937E030-2C36-6EDD-2FB0-8EBB236B5705}"/>
              </a:ext>
            </a:extLst>
          </p:cNvPr>
          <p:cNvSpPr/>
          <p:nvPr/>
        </p:nvSpPr>
        <p:spPr>
          <a:xfrm>
            <a:off x="4357688" y="3357563"/>
            <a:ext cx="484187" cy="571500"/>
          </a:xfrm>
          <a:prstGeom prst="downArrow">
            <a:avLst/>
          </a:prstGeom>
          <a:solidFill>
            <a:srgbClr val="FF8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97340950-5077-6B69-0483-27F75614AA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A9DD95BC-3604-2307-7877-EAF6922EE8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42F60C2A-CC62-CC0B-D2FE-9F69418D2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50181" name="7 Rectángulo">
            <a:extLst>
              <a:ext uri="{FF2B5EF4-FFF2-40B4-BE49-F238E27FC236}">
                <a16:creationId xmlns:a16="http://schemas.microsoft.com/office/drawing/2014/main" xmlns="" id="{9CC632E5-E1C8-A48B-E148-6E4BE2350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B5642411-3026-E3FC-4C38-DBFDBCB80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1214422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08046891-DA3F-FCC8-C2CC-6F1105BE1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87EC5DEF-2685-00BC-0A33-1991E9FFF1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00AB7E7E-AEFB-E596-FBD2-576BD0962D85}"/>
              </a:ext>
            </a:extLst>
          </p:cNvPr>
          <p:cNvSpPr txBox="1"/>
          <p:nvPr/>
        </p:nvSpPr>
        <p:spPr>
          <a:xfrm>
            <a:off x="121228" y="2313048"/>
            <a:ext cx="2688233" cy="2585323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marL="0" lvl="0" indent="0">
              <a:tabLst>
                <a:tab pos="0" algn="l"/>
              </a:tabLst>
            </a:pPr>
            <a:r>
              <a:rPr lang="es-VE" b="1" dirty="0">
                <a:solidFill>
                  <a:schemeClr val="bg1"/>
                </a:solidFill>
              </a:rPr>
              <a:t>TITULO VIII           </a:t>
            </a:r>
          </a:p>
          <a:p>
            <a:pPr marL="0" lvl="0" indent="0">
              <a:tabLst>
                <a:tab pos="0" algn="l"/>
              </a:tabLst>
            </a:pPr>
            <a:r>
              <a:rPr lang="es-VE" b="1" dirty="0">
                <a:solidFill>
                  <a:schemeClr val="bg1"/>
                </a:solidFill>
              </a:rPr>
              <a:t>Disposición Transitoria:</a:t>
            </a:r>
          </a:p>
          <a:p>
            <a:pPr marL="0" lvl="0" indent="0">
              <a:tabLst>
                <a:tab pos="0" algn="l"/>
              </a:tabLst>
            </a:pPr>
            <a:r>
              <a:rPr lang="es-VE" b="1" dirty="0">
                <a:solidFill>
                  <a:schemeClr val="bg1"/>
                </a:solidFill>
              </a:rPr>
              <a:t>Los sujetos obligados tendrán un plazo de 90 días continuos para ajustarse a esta Providencia, es decir, hasta el 15 de agosto de 2021</a:t>
            </a:r>
            <a:r>
              <a:rPr lang="es-VE" b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0CD0252-41A9-6D99-30D6-04FE0B9F452E}"/>
              </a:ext>
            </a:extLst>
          </p:cNvPr>
          <p:cNvSpPr txBox="1"/>
          <p:nvPr/>
        </p:nvSpPr>
        <p:spPr>
          <a:xfrm>
            <a:off x="3003986" y="2313049"/>
            <a:ext cx="2948202" cy="2031325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s-VE" b="1" dirty="0">
                <a:solidFill>
                  <a:schemeClr val="bg1"/>
                </a:solidFill>
              </a:rPr>
              <a:t>TITULO IX</a:t>
            </a:r>
          </a:p>
          <a:p>
            <a:pPr lvl="0" algn="ctr"/>
            <a:r>
              <a:rPr lang="es-VE" b="1" dirty="0">
                <a:solidFill>
                  <a:schemeClr val="bg1"/>
                </a:solidFill>
              </a:rPr>
              <a:t>Disposición Derogatoria:</a:t>
            </a:r>
          </a:p>
          <a:p>
            <a:pPr lvl="0" algn="ctr"/>
            <a:r>
              <a:rPr lang="es-VE" b="1" dirty="0">
                <a:solidFill>
                  <a:schemeClr val="bg1"/>
                </a:solidFill>
              </a:rPr>
              <a:t>Se derogó la Providencia No. SAA-001495, publicada en Gaceta Oficial No. 39.694, de 13 de junio de 2011</a:t>
            </a:r>
            <a:r>
              <a:rPr lang="es-VE" dirty="0">
                <a:solidFill>
                  <a:schemeClr val="bg1"/>
                </a:solidFill>
              </a:rPr>
              <a:t>.</a:t>
            </a:r>
          </a:p>
          <a:p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B8CCC73B-59C3-12D6-806B-6F8DF9427D87}"/>
              </a:ext>
            </a:extLst>
          </p:cNvPr>
          <p:cNvSpPr txBox="1"/>
          <p:nvPr/>
        </p:nvSpPr>
        <p:spPr>
          <a:xfrm>
            <a:off x="6146713" y="2313048"/>
            <a:ext cx="2688233" cy="2031325"/>
          </a:xfrm>
          <a:prstGeom prst="rect">
            <a:avLst/>
          </a:prstGeom>
          <a:solidFill>
            <a:srgbClr val="005B9D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s-VE" b="1" dirty="0">
                <a:solidFill>
                  <a:schemeClr val="bg1"/>
                </a:solidFill>
              </a:rPr>
              <a:t>TITULO X </a:t>
            </a:r>
          </a:p>
          <a:p>
            <a:pPr lvl="0" algn="ctr"/>
            <a:r>
              <a:rPr lang="es-VE" b="1" dirty="0">
                <a:solidFill>
                  <a:schemeClr val="bg1"/>
                </a:solidFill>
              </a:rPr>
              <a:t>DISPOSICION FINAL  </a:t>
            </a:r>
          </a:p>
          <a:p>
            <a:pPr lvl="0" algn="ctr"/>
            <a:r>
              <a:rPr lang="es-VE" b="1" dirty="0">
                <a:solidFill>
                  <a:schemeClr val="bg1"/>
                </a:solidFill>
              </a:rPr>
              <a:t>Vigencia: Esta normativa entró en vigencia a partir de su publicación en Gaceta Oficial</a:t>
            </a:r>
            <a:r>
              <a:rPr lang="es-VE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6" descr="Superintendencia de la Actividad Aseguradora | Caracas">
            <a:extLst>
              <a:ext uri="{FF2B5EF4-FFF2-40B4-BE49-F238E27FC236}">
                <a16:creationId xmlns:a16="http://schemas.microsoft.com/office/drawing/2014/main" xmlns="" id="{81F9DB46-99E0-F7D8-A5FF-71420AEBDA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sp>
        <p:nvSpPr>
          <p:cNvPr id="51205" name="7 Rectángulo">
            <a:extLst>
              <a:ext uri="{FF2B5EF4-FFF2-40B4-BE49-F238E27FC236}">
                <a16:creationId xmlns:a16="http://schemas.microsoft.com/office/drawing/2014/main" xmlns="" id="{4E668D82-2BBB-557D-72E1-16DD01793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072188"/>
            <a:ext cx="457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18 años ofreciendo bienestar y servicios </a:t>
            </a:r>
          </a:p>
          <a:p>
            <a:pPr algn="r" eaLnBrk="1" hangingPunct="1"/>
            <a:r>
              <a:rPr lang="es-VE" altLang="es-VE" b="1">
                <a:latin typeface="Agency FB" panose="020B0503020202020204" pitchFamily="34" charset="77"/>
              </a:rPr>
              <a:t>Porque su salud no es un gasto, es una sana inversión </a:t>
            </a:r>
          </a:p>
        </p:txBody>
      </p:sp>
      <p:sp>
        <p:nvSpPr>
          <p:cNvPr id="9" name="8 Título">
            <a:extLst>
              <a:ext uri="{FF2B5EF4-FFF2-40B4-BE49-F238E27FC236}">
                <a16:creationId xmlns:a16="http://schemas.microsoft.com/office/drawing/2014/main" xmlns="" id="{94C833C0-1136-51E0-BD0C-0A1FD065C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86" y="1214422"/>
            <a:ext cx="7629524" cy="64294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VE" sz="2400" dirty="0"/>
              <a:t/>
            </a:r>
            <a:br>
              <a:rPr lang="es-VE" sz="2400" dirty="0"/>
            </a:br>
            <a:endParaRPr lang="es-VE" sz="2400" dirty="0"/>
          </a:p>
        </p:txBody>
      </p:sp>
      <p:sp>
        <p:nvSpPr>
          <p:cNvPr id="51208" name="AutoShape 2" descr="gracias por su atencion">
            <a:extLst>
              <a:ext uri="{FF2B5EF4-FFF2-40B4-BE49-F238E27FC236}">
                <a16:creationId xmlns:a16="http://schemas.microsoft.com/office/drawing/2014/main" xmlns="" id="{00C7892D-D178-9FD6-4A6E-BCFD72FFC3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VE" altLang="es-VE">
              <a:latin typeface="Lucida Sans Unicode" panose="020B0602030504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E76B4A2C-6B26-A018-F6E6-E64E0EA89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92249"/>
            <a:ext cx="1956113" cy="204187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DD921E6F-D2F3-815D-DC68-B92C80378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8000" y="-364096"/>
            <a:ext cx="2207568" cy="2207568"/>
          </a:xfrm>
          <a:prstGeom prst="rect">
            <a:avLst/>
          </a:prstGeom>
        </p:spPr>
      </p:pic>
      <p:sp>
        <p:nvSpPr>
          <p:cNvPr id="5" name="10 Rectángulo redondeado">
            <a:extLst>
              <a:ext uri="{FF2B5EF4-FFF2-40B4-BE49-F238E27FC236}">
                <a16:creationId xmlns:a16="http://schemas.microsoft.com/office/drawing/2014/main" xmlns="" id="{31A6A9AB-E304-B7C2-8AA6-BA563791FB7D}"/>
              </a:ext>
            </a:extLst>
          </p:cNvPr>
          <p:cNvSpPr/>
          <p:nvPr/>
        </p:nvSpPr>
        <p:spPr>
          <a:xfrm>
            <a:off x="1214437" y="2159104"/>
            <a:ext cx="6715125" cy="2724323"/>
          </a:xfrm>
          <a:prstGeom prst="roundRect">
            <a:avLst/>
          </a:prstGeom>
          <a:noFill/>
          <a:ln w="38100">
            <a:solidFill>
              <a:srgbClr val="FF8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VE" sz="6000" b="1" dirty="0">
                <a:solidFill>
                  <a:srgbClr val="005B9D"/>
                </a:solidFill>
              </a:rPr>
              <a:t>GRACIAS POR SU ATENCIÓN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3023</TotalTime>
  <Words>2175</Words>
  <Application>Microsoft Office PowerPoint</Application>
  <PresentationFormat>Presentación en pantalla (4:3)</PresentationFormat>
  <Paragraphs>318</Paragraphs>
  <Slides>42</Slides>
  <Notes>42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3" baseType="lpstr">
      <vt:lpstr>Tema de Office</vt:lpstr>
      <vt:lpstr>   </vt:lpstr>
      <vt:lpstr>Diapositiva 2</vt:lpstr>
      <vt:lpstr>Diapositiva 3</vt:lpstr>
      <vt:lpstr>Diapositiva 4</vt:lpstr>
      <vt:lpstr>Diapositiva 5</vt:lpstr>
      <vt:lpstr>Diapositiva 6</vt:lpstr>
      <vt:lpstr>Diapositiva 7</vt:lpstr>
      <vt:lpstr> </vt:lpstr>
      <vt:lpstr> </vt:lpstr>
      <vt:lpstr>Diapositiva 10</vt:lpstr>
      <vt:lpstr> </vt:lpstr>
      <vt:lpstr> </vt:lpstr>
      <vt:lpstr>Diapositiva 13</vt:lpstr>
      <vt:lpstr>Diapositiva 14</vt:lpstr>
      <vt:lpstr> </vt:lpstr>
      <vt:lpstr> </vt:lpstr>
      <vt:lpstr> </vt:lpstr>
      <vt:lpstr> </vt:lpstr>
      <vt:lpstr> </vt:lpstr>
      <vt:lpstr>Diapositiva 20</vt:lpstr>
      <vt:lpstr> </vt:lpstr>
      <vt:lpstr> </vt:lpstr>
      <vt:lpstr> </vt:lpstr>
      <vt:lpstr>Diapositiva 24</vt:lpstr>
      <vt:lpstr>Diapositiva 25</vt:lpstr>
      <vt:lpstr>Diapositiva 26</vt:lpstr>
      <vt:lpstr> </vt:lpstr>
      <vt:lpstr> </vt:lpstr>
      <vt:lpstr> </vt:lpstr>
      <vt:lpstr> </vt:lpstr>
      <vt:lpstr>Diapositiva 31</vt:lpstr>
      <vt:lpstr>Diapositiva 32</vt:lpstr>
      <vt:lpstr> </vt:lpstr>
      <vt:lpstr>Diapositiva 34</vt:lpstr>
      <vt:lpstr>Diapositiva 35</vt:lpstr>
      <vt:lpstr>Diapositiva 36</vt:lpstr>
      <vt:lpstr> </vt:lpstr>
      <vt:lpstr>Diapositiva 38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PROVIDENCIA ADMINISTRATIVA N°SAA-8-004-2021 DE LA SUPERINTENDENCIA DE LA ACTIVIDAD ASEGURADORA MEDIANTE LA CUAL SE DICTAN LAS NORMAS SOBRE ADMINISTRACIÓN DE RIESGOS DE LEGITIMACIÓN DE CAPITALES, FINANCIAMIENTO AL TERRORISMO Y FINANCIAMIENTO DE LA PROLIFERACIÓN DE ARMAS DE DESTRUCCIÓN MASIVA EN LA ACTIVIDAD ASEGURADORA</dc:title>
  <dc:creator>contablidad</dc:creator>
  <cp:lastModifiedBy>contablidad</cp:lastModifiedBy>
  <cp:revision>463</cp:revision>
  <dcterms:created xsi:type="dcterms:W3CDTF">2023-01-24T15:57:29Z</dcterms:created>
  <dcterms:modified xsi:type="dcterms:W3CDTF">2023-03-16T18:06:35Z</dcterms:modified>
</cp:coreProperties>
</file>