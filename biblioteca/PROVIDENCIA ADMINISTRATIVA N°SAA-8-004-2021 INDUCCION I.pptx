
<file path=[Content_Types].xml><?xml version="1.0" encoding="utf-8"?>
<Types xmlns="http://schemas.openxmlformats.org/package/2006/content-types">
  <Override PartName="/ppt/notesSlides/notesSlide2.xml" ContentType="application/vnd.openxmlformats-officedocument.presentationml.notesSlide+xml"/>
  <Override PartName="/ppt/diagrams/colors22.xml" ContentType="application/vnd.openxmlformats-officedocument.drawingml.diagramColors+xml"/>
  <Override PartName="/ppt/diagrams/data35.xml" ContentType="application/vnd.openxmlformats-officedocument.drawingml.diagramData+xml"/>
  <Override PartName="/ppt/slides/slide36.xml" ContentType="application/vnd.openxmlformats-officedocument.presentationml.slide+xml"/>
  <Override PartName="/ppt/diagrams/colors11.xml" ContentType="application/vnd.openxmlformats-officedocument.drawingml.diagramColors+xml"/>
  <Override PartName="/ppt/diagrams/data24.xml" ContentType="application/vnd.openxmlformats-officedocument.drawingml.diagramData+xml"/>
  <Override PartName="/ppt/diagrams/quickStyle39.xml" ContentType="application/vnd.openxmlformats-officedocument.drawingml.diagramStyle+xml"/>
  <Override PartName="/ppt/slides/slide25.xml" ContentType="application/vnd.openxmlformats-officedocument.presentationml.slide+xml"/>
  <Override PartName="/ppt/slideLayouts/slideLayout2.xml" ContentType="application/vnd.openxmlformats-officedocument.presentationml.slideLayout+xml"/>
  <Override PartName="/ppt/diagrams/layout9.xml" ContentType="application/vnd.openxmlformats-officedocument.drawingml.diagramLayout+xml"/>
  <Override PartName="/ppt/diagrams/data13.xml" ContentType="application/vnd.openxmlformats-officedocument.drawingml.diagramData+xml"/>
  <Override PartName="/ppt/diagrams/quickStyle28.xml" ContentType="application/vnd.openxmlformats-officedocument.drawingml.diagramStyle+xml"/>
  <Override PartName="/ppt/diagrams/drawing29.xml" ContentType="application/vnd.ms-office.drawingml.diagramDrawing+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diagrams/quickStyle17.xml" ContentType="application/vnd.openxmlformats-officedocument.drawingml.diagramStyle+xml"/>
  <Override PartName="/ppt/diagrams/drawing18.xml" ContentType="application/vnd.ms-office.drawingml.diagramDrawing+xml"/>
  <Override PartName="/ppt/notesSlides/notesSlide16.xml" ContentType="application/vnd.openxmlformats-officedocument.presentationml.notesSlide+xml"/>
  <Override PartName="/ppt/diagrams/layout39.xml" ContentType="application/vnd.openxmlformats-officedocument.drawingml.diagramLayout+xml"/>
  <Override PartName="/ppt/tableStyles.xml" ContentType="application/vnd.openxmlformats-officedocument.presentationml.tableStyles+xml"/>
  <Override PartName="/ppt/diagrams/layout17.xml" ContentType="application/vnd.openxmlformats-officedocument.drawingml.diagramLayout+xml"/>
  <Override PartName="/ppt/diagrams/layout28.xml" ContentType="application/vnd.openxmlformats-officedocument.drawingml.diagramLayout+xml"/>
  <Override PartName="/ppt/diagrams/drawing43.xml" ContentType="application/vnd.ms-office.drawingml.diagramDrawing+xml"/>
  <Override PartName="/ppt/diagrams/quickStyle31.xml" ContentType="application/vnd.openxmlformats-officedocument.drawingml.diagramStyle+xml"/>
  <Override PartName="/ppt/diagrams/drawing32.xml" ContentType="application/vnd.ms-office.drawingml.diagramDrawing+xml"/>
  <Override PartName="/ppt/diagrams/colors38.xml" ContentType="application/vnd.openxmlformats-officedocument.drawingml.diagramColors+xml"/>
  <Override PartName="/ppt/diagrams/quickStyle42.xml" ContentType="application/vnd.openxmlformats-officedocument.drawingml.diagramStyle+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diagrams/quickStyle20.xml" ContentType="application/vnd.openxmlformats-officedocument.drawingml.diagramStyle+xml"/>
  <Override PartName="/ppt/diagrams/drawing21.xml" ContentType="application/vnd.ms-office.drawingml.diagramDrawing+xml"/>
  <Override PartName="/ppt/diagrams/colors27.xml" ContentType="application/vnd.openxmlformats-officedocument.drawingml.diagramColors+xml"/>
  <Override PartName="/ppt/diagrams/data29.xml" ContentType="application/vnd.openxmlformats-officedocument.drawingml.diagramData+xml"/>
  <Override PartName="/ppt/diagrams/layout42.xml" ContentType="application/vnd.openxmlformats-officedocument.drawingml.diagramLayout+xml"/>
  <Override PartName="/ppt/diagrams/colors4.xml" ContentType="application/vnd.openxmlformats-officedocument.drawingml.diagramColors+xml"/>
  <Override PartName="/ppt/diagrams/drawing10.xml" ContentType="application/vnd.ms-office.drawingml.diagramDrawing+xml"/>
  <Override PartName="/ppt/diagrams/colors16.xml" ContentType="application/vnd.openxmlformats-officedocument.drawingml.diagramColors+xml"/>
  <Override PartName="/ppt/diagrams/data18.xml" ContentType="application/vnd.openxmlformats-officedocument.drawingml.diagramData+xml"/>
  <Override PartName="/ppt/diagrams/layout31.xml" ContentType="application/vnd.openxmlformats-officedocument.drawingml.diagramLayout+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diagrams/drawing3.xml" ContentType="application/vnd.ms-office.drawingml.diagramDrawing+xml"/>
  <Override PartName="/ppt/diagrams/layout20.xml" ContentType="application/vnd.openxmlformats-officedocument.drawingml.diagramLayout+xml"/>
  <Override PartName="/ppt/diagrams/colors41.xml" ContentType="application/vnd.openxmlformats-officedocument.drawingml.diagramColors+xml"/>
  <Override PartName="/ppt/theme/theme2.xml" ContentType="application/vnd.openxmlformats-officedocument.theme+xml"/>
  <Override PartName="/ppt/diagrams/quickStyle3.xml" ContentType="application/vnd.openxmlformats-officedocument.drawingml.diagramStyle+xml"/>
  <Override PartName="/ppt/diagrams/colors30.xml" ContentType="application/vnd.openxmlformats-officedocument.drawingml.diagramColors+xml"/>
  <Override PartName="/ppt/diagrams/data32.xml" ContentType="application/vnd.openxmlformats-officedocument.drawingml.diagramData+xml"/>
  <Override PartName="/ppt/diagrams/data43.xml" ContentType="application/vnd.openxmlformats-officedocument.drawingml.diagramData+xml"/>
  <Override PartName="/ppt/slides/slide33.xml" ContentType="application/vnd.openxmlformats-officedocument.presentationml.slide+xml"/>
  <Override PartName="/ppt/slides/slide44.xml" ContentType="application/vnd.openxmlformats-officedocument.presentationml.slide+xml"/>
  <Override PartName="/ppt/diagrams/data21.xml" ContentType="application/vnd.openxmlformats-officedocument.drawingml.diagramData+xml"/>
  <Override PartName="/ppt/presentation.xml" ContentType="application/vnd.openxmlformats-officedocument.presentationml.presentation.main+xml"/>
  <Override PartName="/ppt/slides/slide22.xml" ContentType="application/vnd.openxmlformats-officedocument.presentationml.slide+xml"/>
  <Override PartName="/ppt/diagrams/layout6.xml" ContentType="application/vnd.openxmlformats-officedocument.drawingml.diagramLayout+xml"/>
  <Override PartName="/ppt/diagrams/data10.xml" ContentType="application/vnd.openxmlformats-officedocument.drawingml.diagramData+xml"/>
  <Override PartName="/ppt/diagrams/quickStyle36.xml" ContentType="application/vnd.openxmlformats-officedocument.drawingml.diagramStyle+xml"/>
  <Override PartName="/ppt/diagrams/drawing37.xml" ContentType="application/vnd.ms-office.drawingml.diagramDrawing+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diagrams/data7.xml" ContentType="application/vnd.openxmlformats-officedocument.drawingml.diagramData+xml"/>
  <Override PartName="/ppt/diagrams/colors9.xml" ContentType="application/vnd.openxmlformats-officedocument.drawingml.diagramColors+xml"/>
  <Override PartName="/ppt/diagrams/quickStyle14.xml" ContentType="application/vnd.openxmlformats-officedocument.drawingml.diagramStyle+xml"/>
  <Override PartName="/ppt/diagrams/drawing15.xml" ContentType="application/vnd.ms-office.drawingml.diagramDrawing+xml"/>
  <Override PartName="/ppt/diagrams/quickStyle25.xml" ContentType="application/vnd.openxmlformats-officedocument.drawingml.diagramStyle+xml"/>
  <Override PartName="/ppt/diagrams/drawing26.xml" ContentType="application/vnd.ms-office.drawingml.diagramDrawing+xml"/>
  <Override PartName="/ppt/notesSlides/notesSlide13.xml" ContentType="application/vnd.openxmlformats-officedocument.presentationml.notesSlide+xml"/>
  <Override PartName="/ppt/diagrams/layout36.xml" ContentType="application/vnd.openxmlformats-officedocument.drawingml.diagramLayout+xml"/>
  <Override PartName="/ppt/slideLayouts/slideLayout10.xml" ContentType="application/vnd.openxmlformats-officedocument.presentationml.slideLayout+xml"/>
  <Override PartName="/ppt/diagrams/drawing8.xml" ContentType="application/vnd.ms-office.drawingml.diagramDrawing+xml"/>
  <Override PartName="/ppt/diagrams/layout25.xml" ContentType="application/vnd.openxmlformats-officedocument.drawingml.diagramLayout+xml"/>
  <Override PartName="/ppt/diagrams/quickStyle8.xml" ContentType="application/vnd.openxmlformats-officedocument.drawingml.diagramStyle+xml"/>
  <Override PartName="/ppt/diagrams/layout14.xml" ContentType="application/vnd.openxmlformats-officedocument.drawingml.diagramLayout+xml"/>
  <Override PartName="/ppt/diagrams/colors35.xml" ContentType="application/vnd.openxmlformats-officedocument.drawingml.diagramColors+xml"/>
  <Override PartName="/ppt/diagrams/drawing40.xml" ContentType="application/vnd.ms-office.drawingml.diagramDrawing+xml"/>
  <Override PartName="/ppt/notesSlides/notesSlide4.xml" ContentType="application/vnd.openxmlformats-officedocument.presentationml.notesSlide+xml"/>
  <Override PartName="/ppt/diagrams/colors24.xml" ContentType="application/vnd.openxmlformats-officedocument.drawingml.diagramColors+xml"/>
  <Override PartName="/ppt/diagrams/data37.xml" ContentType="application/vnd.openxmlformats-officedocument.drawingml.diagramData+xml"/>
  <Override PartName="/ppt/slides/slide38.xml" ContentType="application/vnd.openxmlformats-officedocument.presentationml.slide+xml"/>
  <Override PartName="/ppt/diagrams/colors1.xml" ContentType="application/vnd.openxmlformats-officedocument.drawingml.diagramColors+xml"/>
  <Override PartName="/ppt/diagrams/colors13.xml" ContentType="application/vnd.openxmlformats-officedocument.drawingml.diagramColors+xml"/>
  <Override PartName="/ppt/diagrams/data26.xml" ContentType="application/vnd.openxmlformats-officedocument.drawingml.diagramData+xml"/>
  <Override PartName="/ppt/slides/slide27.xml" ContentType="application/vnd.openxmlformats-officedocument.presentationml.slide+xml"/>
  <Override PartName="/ppt/slideLayouts/slideLayout4.xml" ContentType="application/vnd.openxmlformats-officedocument.presentationml.slideLayout+xml"/>
  <Override PartName="/ppt/diagrams/data15.xml" ContentType="application/vnd.openxmlformats-officedocument.drawingml.diagramData+xml"/>
  <Override PartName="/ppt/slides/slide2.xml" ContentType="application/vnd.openxmlformats-officedocument.presentationml.slide+xml"/>
  <Override PartName="/ppt/slides/slide16.xml" ContentType="application/vnd.openxmlformats-officedocument.presentationml.slide+xml"/>
  <Override PartName="/ppt/diagrams/quickStyle19.xml" ContentType="application/vnd.openxmlformats-officedocument.drawingml.diagramStyle+xml"/>
  <Override PartName="/ppt/notesSlides/notesSlide18.xml" ContentType="application/vnd.openxmlformats-officedocument.presentationml.notesSlide+xml"/>
  <Override PartName="/ppt/diagrams/data40.xml" ContentType="application/vnd.openxmlformats-officedocument.drawingml.diagramData+xml"/>
  <Override PartName="/ppt/slides/slide41.xml" ContentType="application/vnd.openxmlformats-officedocument.presentationml.slide+xml"/>
  <Override PartName="/ppt/slides/slide30.xml" ContentType="application/vnd.openxmlformats-officedocument.presentationml.slide+xml"/>
  <Override PartName="/ppt/diagrams/layout19.xml" ContentType="application/vnd.openxmlformats-officedocument.drawingml.diagramLayout+xml"/>
  <Override PartName="/ppt/diagrams/quickStyle33.xml" ContentType="application/vnd.openxmlformats-officedocument.drawingml.diagramStyle+xml"/>
  <Override PartName="/ppt/diagrams/drawing34.xml" ContentType="application/vnd.ms-office.drawingml.diagramDrawing+xml"/>
  <Override PartName="/ppt/diagrams/quickStyle44.xml" ContentType="application/vnd.openxmlformats-officedocument.drawingml.diagramStyle+xml"/>
  <Override PartName="/ppt/diagrams/layout3.xml" ContentType="application/vnd.openxmlformats-officedocument.drawingml.diagramLayout+xml"/>
  <Override PartName="/ppt/diagrams/data4.xml" ContentType="application/vnd.openxmlformats-officedocument.drawingml.diagramData+xml"/>
  <Override PartName="/ppt/diagrams/drawing9.xml" ContentType="application/vnd.ms-office.drawingml.diagramDrawing+xml"/>
  <Override PartName="/ppt/notesSlides/notesSlide9.xml" ContentType="application/vnd.openxmlformats-officedocument.presentationml.notesSlide+xml"/>
  <Override PartName="/ppt/diagrams/layout15.xml" ContentType="application/vnd.openxmlformats-officedocument.drawingml.diagramLayout+xml"/>
  <Override PartName="/ppt/diagrams/quickStyle22.xml" ContentType="application/vnd.openxmlformats-officedocument.drawingml.diagramStyle+xml"/>
  <Override PartName="/ppt/diagrams/drawing23.xml" ContentType="application/vnd.ms-office.drawingml.diagramDrawing+xml"/>
  <Override PartName="/ppt/diagrams/layout26.xml" ContentType="application/vnd.openxmlformats-officedocument.drawingml.diagramLayout+xml"/>
  <Override PartName="/ppt/diagrams/colors29.xml" ContentType="application/vnd.openxmlformats-officedocument.drawingml.diagramColors+xml"/>
  <Override PartName="/ppt/notesSlides/notesSlide21.xml" ContentType="application/vnd.openxmlformats-officedocument.presentationml.notesSlide+xml"/>
  <Override PartName="/ppt/diagrams/drawing41.xml" ContentType="application/vnd.ms-office.drawingml.diagramDrawing+xml"/>
  <Override PartName="/ppt/diagrams/layout44.xml" ContentType="application/vnd.openxmlformats-officedocument.drawingml.diagramLayout+xml"/>
  <Override PartName="/ppt/diagrams/colors6.xml" ContentType="application/vnd.openxmlformats-officedocument.drawingml.diagramColors+xml"/>
  <Override PartName="/ppt/diagrams/quickStyle9.xml" ContentType="application/vnd.openxmlformats-officedocument.drawingml.diagramStyle+xml"/>
  <Override PartName="/ppt/notesSlides/notesSlide10.xml" ContentType="application/vnd.openxmlformats-officedocument.presentationml.notesSlide+xml"/>
  <Override PartName="/ppt/diagrams/quickStyle11.xml" ContentType="application/vnd.openxmlformats-officedocument.drawingml.diagramStyle+xml"/>
  <Override PartName="/ppt/diagrams/drawing12.xml" ContentType="application/vnd.ms-office.drawingml.diagramDrawing+xml"/>
  <Override PartName="/ppt/diagrams/colors18.xml" ContentType="application/vnd.openxmlformats-officedocument.drawingml.diagramColors+xml"/>
  <Override PartName="/ppt/diagrams/drawing30.xml" ContentType="application/vnd.ms-office.drawingml.diagramDrawing+xml"/>
  <Override PartName="/ppt/diagrams/layout33.xml" ContentType="application/vnd.openxmlformats-officedocument.drawingml.diagramLayout+xml"/>
  <Override PartName="/ppt/diagrams/colors36.xml" ContentType="application/vnd.openxmlformats-officedocument.drawingml.diagramColors+xml"/>
  <Override PartName="/ppt/diagrams/quickStyle40.xml" ContentType="application/vnd.openxmlformats-officedocument.drawingml.diagramStyl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drawing5.xml" ContentType="application/vnd.ms-office.drawingml.diagramDrawing+xml"/>
  <Override PartName="/ppt/diagrams/layout11.xml" ContentType="application/vnd.openxmlformats-officedocument.drawingml.diagramLayout+xml"/>
  <Override PartName="/ppt/diagrams/colors14.xml" ContentType="application/vnd.openxmlformats-officedocument.drawingml.diagramColors+xml"/>
  <Override PartName="/ppt/diagrams/layout22.xml" ContentType="application/vnd.openxmlformats-officedocument.drawingml.diagramLayout+xml"/>
  <Override PartName="/ppt/diagrams/colors25.xml" ContentType="application/vnd.openxmlformats-officedocument.drawingml.diagramColors+xml"/>
  <Override PartName="/ppt/diagrams/data27.xml" ContentType="application/vnd.openxmlformats-officedocument.drawingml.diagramData+xml"/>
  <Override PartName="/ppt/diagrams/data38.xml" ContentType="application/vnd.openxmlformats-officedocument.drawingml.diagramData+xml"/>
  <Override PartName="/ppt/diagrams/layout40.xml" ContentType="application/vnd.openxmlformats-officedocument.drawingml.diagramLayout+xml"/>
  <Override PartName="/ppt/diagrams/colors43.xml" ContentType="application/vnd.openxmlformats-officedocument.drawingml.diagramColors+xml"/>
  <Override PartName="/ppt/slides/slide28.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diagrams/data16.xml" ContentType="application/vnd.openxmlformats-officedocument.drawingml.diagramData+xml"/>
  <Override PartName="/ppt/diagrams/colors32.xml" ContentType="application/vnd.openxmlformats-officedocument.drawingml.diagramColors+xml"/>
  <Override PartName="/ppt/diagrams/data34.xml" ContentType="application/vnd.openxmlformats-officedocument.drawingml.diagramData+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diagrams/colors10.xml" ContentType="application/vnd.openxmlformats-officedocument.drawingml.diagramColors+xml"/>
  <Override PartName="/ppt/diagrams/colors21.xml" ContentType="application/vnd.openxmlformats-officedocument.drawingml.diagramColors+xml"/>
  <Override PartName="/ppt/diagrams/data23.xml" ContentType="application/vnd.openxmlformats-officedocument.drawingml.diagramData+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diagrams/data12.xml" ContentType="application/vnd.openxmlformats-officedocument.drawingml.diagramData+xml"/>
  <Override PartName="/ppt/diagrams/data30.xml" ContentType="application/vnd.openxmlformats-officedocument.drawingml.diagramData+xml"/>
  <Override PartName="/ppt/diagrams/quickStyle38.xml" ContentType="application/vnd.openxmlformats-officedocument.drawingml.diagramStyle+xml"/>
  <Override PartName="/ppt/diagrams/drawing39.xml" ContentType="application/vnd.ms-office.drawingml.diagramDrawing+xml"/>
  <Override PartName="/ppt/diagrams/data41.xml" ContentType="application/vnd.openxmlformats-officedocument.drawingml.diagramData+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diagrams/data9.xml" ContentType="application/vnd.openxmlformats-officedocument.drawingml.diagramData+xml"/>
  <Override PartName="/ppt/diagrams/quickStyle16.xml" ContentType="application/vnd.openxmlformats-officedocument.drawingml.diagramStyle+xml"/>
  <Override PartName="/ppt/diagrams/drawing17.xml" ContentType="application/vnd.ms-office.drawingml.diagramDrawing+xml"/>
  <Override PartName="/ppt/diagrams/quickStyle27.xml" ContentType="application/vnd.openxmlformats-officedocument.drawingml.diagramStyle+xml"/>
  <Override PartName="/ppt/diagrams/drawing28.xml" ContentType="application/vnd.ms-office.drawingml.diagramDrawing+xml"/>
  <Override PartName="/ppt/notesSlides/notesSlide15.xml" ContentType="application/vnd.openxmlformats-officedocument.presentationml.notesSlide+xml"/>
  <Override PartName="/ppt/diagrams/layout38.xml" ContentType="application/vnd.openxmlformats-officedocument.drawingml.diagramLayout+xml"/>
  <Override PartName="/ppt/slides/slide20.xml" ContentType="application/vnd.openxmlformats-officedocument.presentationml.slide+xml"/>
  <Override PartName="/ppt/diagrams/layout4.xml" ContentType="application/vnd.openxmlformats-officedocument.drawingml.diagramLayout+xml"/>
  <Override PartName="/ppt/diagrams/layout27.xml" ContentType="application/vnd.openxmlformats-officedocument.drawingml.diagramLayout+xml"/>
  <Override PartName="/ppt/diagrams/quickStyle34.xml" ContentType="application/vnd.openxmlformats-officedocument.drawingml.diagramStyle+xml"/>
  <Override PartName="/ppt/diagrams/drawing35.xml" ContentType="application/vnd.ms-office.drawingml.diagramDrawing+xml"/>
  <Override PartName="/ppt/notesSlides/notesSlide22.xml" ContentType="application/vnd.openxmlformats-officedocument.presentationml.notesSlide+xml"/>
  <Override PartName="/ppt/diagrams/data5.xml" ContentType="application/vnd.openxmlformats-officedocument.drawingml.diagramData+xml"/>
  <Override PartName="/ppt/diagrams/colors7.xml" ContentType="application/vnd.openxmlformats-officedocument.drawingml.diagramColors+xml"/>
  <Override PartName="/ppt/notesSlides/notesSlide11.xml" ContentType="application/vnd.openxmlformats-officedocument.presentationml.notesSlide+xml"/>
  <Override PartName="/ppt/diagrams/quickStyle12.xml" ContentType="application/vnd.openxmlformats-officedocument.drawingml.diagramStyle+xml"/>
  <Override PartName="/ppt/diagrams/drawing13.xml" ContentType="application/vnd.ms-office.drawingml.diagramDrawing+xml"/>
  <Override PartName="/ppt/diagrams/layout16.xml" ContentType="application/vnd.openxmlformats-officedocument.drawingml.diagramLayout+xml"/>
  <Override PartName="/ppt/diagrams/colors19.xml" ContentType="application/vnd.openxmlformats-officedocument.drawingml.diagramColors+xml"/>
  <Override PartName="/ppt/diagrams/quickStyle23.xml" ContentType="application/vnd.openxmlformats-officedocument.drawingml.diagramStyle+xml"/>
  <Override PartName="/ppt/diagrams/drawing24.xml" ContentType="application/vnd.ms-office.drawingml.diagramDrawing+xml"/>
  <Override PartName="/ppt/diagrams/layout34.xml" ContentType="application/vnd.openxmlformats-officedocument.drawingml.diagramLayout+xml"/>
  <Override PartName="/ppt/diagrams/colors37.xml" ContentType="application/vnd.openxmlformats-officedocument.drawingml.diagramColors+xml"/>
  <Override PartName="/ppt/diagrams/quickStyle41.xml" ContentType="application/vnd.openxmlformats-officedocument.drawingml.diagramStyle+xml"/>
  <Override PartName="/ppt/diagrams/drawing42.xml" ContentType="application/vnd.ms-office.drawingml.diagramDrawing+xml"/>
  <Override PartName="/ppt/notesSlides/notesSlide6.xml" ContentType="application/vnd.openxmlformats-officedocument.presentationml.notesSlide+xml"/>
  <Override PartName="/ppt/diagrams/drawing6.xml" ContentType="application/vnd.ms-office.drawingml.diagramDrawing+xml"/>
  <Override PartName="/ppt/diagrams/drawing20.xml" ContentType="application/vnd.ms-office.drawingml.diagramDrawing+xml"/>
  <Override PartName="/ppt/diagrams/layout23.xml" ContentType="application/vnd.openxmlformats-officedocument.drawingml.diagramLayout+xml"/>
  <Override PartName="/ppt/diagrams/colors26.xml" ContentType="application/vnd.openxmlformats-officedocument.drawingml.diagramColors+xml"/>
  <Override PartName="/ppt/diagrams/quickStyle30.xml" ContentType="application/vnd.openxmlformats-officedocument.drawingml.diagramStyle+xml"/>
  <Override PartName="/ppt/diagrams/drawing31.xml" ContentType="application/vnd.ms-office.drawingml.diagramDrawing+xml"/>
  <Override PartName="/ppt/diagrams/data39.xml" ContentType="application/vnd.openxmlformats-officedocument.drawingml.diagramData+xml"/>
  <Override PartName="/ppt/diagrams/layout41.xml" ContentType="application/vnd.openxmlformats-officedocument.drawingml.diagramLayout+xml"/>
  <Override PartName="/ppt/slides/slide8.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ppt/diagrams/layout12.xml" ContentType="application/vnd.openxmlformats-officedocument.drawingml.diagramLayout+xml"/>
  <Override PartName="/ppt/diagrams/colors15.xml" ContentType="application/vnd.openxmlformats-officedocument.drawingml.diagramColors+xml"/>
  <Override PartName="/ppt/diagrams/data28.xml" ContentType="application/vnd.openxmlformats-officedocument.drawingml.diagramData+xml"/>
  <Override PartName="/ppt/diagrams/layout30.xml" ContentType="application/vnd.openxmlformats-officedocument.drawingml.diagramLayout+xml"/>
  <Override PartName="/ppt/diagrams/colors33.xml" ContentType="application/vnd.openxmlformats-officedocument.drawingml.diagramColors+xml"/>
  <Override PartName="/ppt/diagrams/colors44.xml" ContentType="application/vnd.openxmlformats-officedocument.drawingml.diagramColors+xml"/>
  <Override PartName="/ppt/slides/slide29.xml" ContentType="application/vnd.openxmlformats-officedocument.presentationml.slide+xml"/>
  <Override PartName="/ppt/diagrams/drawing2.xml" ContentType="application/vnd.ms-office.drawingml.diagramDrawing+xml"/>
  <Override PartName="/ppt/diagrams/data17.xml" ContentType="application/vnd.openxmlformats-officedocument.drawingml.diagramData+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diagrams/colors40.xml" ContentType="application/vnd.openxmlformats-officedocument.drawingml.diagramColors+xml"/>
  <Override PartName="/ppt/diagrams/data42.xml" ContentType="application/vnd.openxmlformats-officedocument.drawingml.diagramData+xml"/>
  <Override PartName="/ppt/slides/slide43.xml" ContentType="application/vnd.openxmlformats-officedocument.presentationml.slide+xml"/>
  <Override PartName="/ppt/theme/theme1.xml" ContentType="application/vnd.openxmlformats-officedocument.theme+xml"/>
  <Override PartName="/ppt/diagrams/data31.xml" ContentType="application/vnd.openxmlformats-officedocument.drawingml.diagramData+xml"/>
  <Override PartName="/ppt/slides/slide32.xml" ContentType="application/vnd.openxmlformats-officedocument.presentationml.slide+xml"/>
  <Override PartName="/ppt/diagrams/data20.xml" ContentType="application/vnd.openxmlformats-officedocument.drawingml.diagramData+xml"/>
  <Override PartName="/ppt/diagrams/quickStyle35.xml" ContentType="application/vnd.openxmlformats-officedocument.drawingml.diagramStyle+xml"/>
  <Override PartName="/ppt/diagrams/drawing36.xml" ContentType="application/vnd.ms-office.drawingml.diagramDrawing+xml"/>
  <Override PartName="/ppt/slides/slide10.xml" ContentType="application/vnd.openxmlformats-officedocument.presentationml.slide+xml"/>
  <Override PartName="/ppt/slides/slide21.xml" ContentType="application/vnd.openxmlformats-officedocument.presentationml.slide+xml"/>
  <Override PartName="/ppt/diagrams/layout5.xml" ContentType="application/vnd.openxmlformats-officedocument.drawingml.diagramLayout+xml"/>
  <Override PartName="/ppt/diagrams/data6.xml" ContentType="application/vnd.openxmlformats-officedocument.drawingml.diagramData+xml"/>
  <Override PartName="/ppt/diagrams/quickStyle24.xml" ContentType="application/vnd.openxmlformats-officedocument.drawingml.diagramStyle+xml"/>
  <Override PartName="/ppt/diagrams/drawing25.xml" ContentType="application/vnd.ms-office.drawingml.diagramDrawing+xml"/>
  <Override PartName="/ppt/notesSlides/notesSlide23.xml" ContentType="application/vnd.openxmlformats-officedocument.presentationml.notesSlide+xml"/>
  <Override PartName="/ppt/diagrams/colors8.xml" ContentType="application/vnd.openxmlformats-officedocument.drawingml.diagramColors+xml"/>
  <Override PartName="/ppt/notesSlides/notesSlide12.xml" ContentType="application/vnd.openxmlformats-officedocument.presentationml.notesSlide+xml"/>
  <Override PartName="/ppt/diagrams/quickStyle13.xml" ContentType="application/vnd.openxmlformats-officedocument.drawingml.diagramStyle+xml"/>
  <Override PartName="/ppt/diagrams/drawing14.xml" ContentType="application/vnd.ms-office.drawingml.diagramDrawing+xml"/>
  <Override PartName="/ppt/diagrams/layout35.xml" ContentType="application/vnd.openxmlformats-officedocument.drawingml.diagramLayout+xml"/>
  <Override PartName="/ppt/diagrams/drawing7.xml" ContentType="application/vnd.ms-office.drawingml.diagramDrawing+xml"/>
  <Override PartName="/ppt/diagrams/layout13.xml" ContentType="application/vnd.openxmlformats-officedocument.drawingml.diagramLayout+xml"/>
  <Override PartName="/ppt/diagrams/layout24.xml" ContentType="application/vnd.openxmlformats-officedocument.drawingml.diagramLayout+xml"/>
  <Override PartName="/ppt/slides/slide9.xml" ContentType="application/vnd.openxmlformats-officedocument.presentationml.slide+xml"/>
  <Override PartName="/ppt/viewProps.xml" ContentType="application/vnd.openxmlformats-officedocument.presentationml.viewProps+xml"/>
  <Override PartName="/ppt/diagrams/quickStyle7.xml" ContentType="application/vnd.openxmlformats-officedocument.drawingml.diagramStyle+xml"/>
  <Override PartName="/ppt/diagrams/colors34.xml" ContentType="application/vnd.openxmlformats-officedocument.drawingml.diagramColors+xml"/>
  <Override PartName="/ppt/notesSlides/notesSlide3.xml" ContentType="application/vnd.openxmlformats-officedocument.presentationml.notesSlide+xml"/>
  <Override PartName="/ppt/diagrams/colors12.xml" ContentType="application/vnd.openxmlformats-officedocument.drawingml.diagramColors+xml"/>
  <Override PartName="/ppt/diagrams/colors23.xml" ContentType="application/vnd.openxmlformats-officedocument.drawingml.diagramColors+xml"/>
  <Override PartName="/ppt/diagrams/data25.xml" ContentType="application/vnd.openxmlformats-officedocument.drawingml.diagramData+xml"/>
  <Override PartName="/ppt/diagrams/data36.xml" ContentType="application/vnd.openxmlformats-officedocument.drawingml.diagramData+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diagrams/data14.xml" ContentType="application/vnd.openxmlformats-officedocument.drawingml.diagramData+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diagrams/drawing19.xml" ContentType="application/vnd.ms-office.drawingml.diagramDrawing+xml"/>
  <Override PartName="/ppt/diagrams/quickStyle29.xml" ContentType="application/vnd.openxmlformats-officedocument.drawingml.diagramStyle+xml"/>
  <Override PartName="/ppt/notesSlides/notesSlide17.xml" ContentType="application/vnd.openxmlformats-officedocument.presentationml.notesSlide+xml"/>
  <Override PartName="/ppt/diagrams/quickStyle18.xml" ContentType="application/vnd.openxmlformats-officedocument.drawingml.diagramStyle+xml"/>
  <Override PartName="/ppt/diagrams/layout29.xml" ContentType="application/vnd.openxmlformats-officedocument.drawingml.diagramLayout+xml"/>
  <Override PartName="/ppt/slides/slide40.xml" ContentType="application/vnd.openxmlformats-officedocument.presentationml.slide+xml"/>
  <Override PartName="/ppt/diagrams/layout18.xml" ContentType="application/vnd.openxmlformats-officedocument.drawingml.diagramLayout+xml"/>
  <Override PartName="/ppt/diagrams/quickStyle43.xml" ContentType="application/vnd.openxmlformats-officedocument.drawingml.diagramStyle+xml"/>
  <Override PartName="/ppt/diagrams/drawing44.xml" ContentType="application/vnd.ms-office.drawingml.diagramDrawing+xml"/>
  <Override PartName="/ppt/diagrams/layout2.xml" ContentType="application/vnd.openxmlformats-officedocument.drawingml.diagramLayout+xml"/>
  <Override PartName="/ppt/notesSlides/notesSlide8.xml" ContentType="application/vnd.openxmlformats-officedocument.presentationml.notesSlide+xml"/>
  <Override PartName="/ppt/diagrams/colors28.xml" ContentType="application/vnd.openxmlformats-officedocument.drawingml.diagramColors+xml"/>
  <Override PartName="/ppt/diagrams/quickStyle32.xml" ContentType="application/vnd.openxmlformats-officedocument.drawingml.diagramStyle+xml"/>
  <Override PartName="/ppt/diagrams/drawing33.xml" ContentType="application/vnd.ms-office.drawingml.diagramDrawing+xml"/>
  <Override PartName="/ppt/diagrams/colors39.xml" ContentType="application/vnd.openxmlformats-officedocument.drawingml.diagramColors+xml"/>
  <Override PartName="/ppt/notesSlides/notesSlide20.xml" ContentType="application/vnd.openxmlformats-officedocument.presentationml.notesSlide+xml"/>
  <Override PartName="/ppt/diagrams/data3.xml" ContentType="application/vnd.openxmlformats-officedocument.drawingml.diagramData+xml"/>
  <Override PartName="/ppt/diagrams/colors5.xml" ContentType="application/vnd.openxmlformats-officedocument.drawingml.diagramColors+xml"/>
  <Override PartName="/ppt/diagrams/quickStyle10.xml" ContentType="application/vnd.openxmlformats-officedocument.drawingml.diagramStyle+xml"/>
  <Override PartName="/ppt/diagrams/drawing11.xml" ContentType="application/vnd.ms-office.drawingml.diagramDrawing+xml"/>
  <Override PartName="/ppt/diagrams/colors17.xml" ContentType="application/vnd.openxmlformats-officedocument.drawingml.diagramColors+xml"/>
  <Override PartName="/ppt/diagrams/quickStyle21.xml" ContentType="application/vnd.openxmlformats-officedocument.drawingml.diagramStyle+xml"/>
  <Override PartName="/ppt/diagrams/drawing22.xml" ContentType="application/vnd.ms-office.drawingml.diagramDrawing+xml"/>
  <Override PartName="/ppt/diagrams/layout32.xml" ContentType="application/vnd.openxmlformats-officedocument.drawingml.diagramLayout+xml"/>
  <Override PartName="/ppt/diagrams/layout43.xml" ContentType="application/vnd.openxmlformats-officedocument.drawingml.diagramLayout+xml"/>
  <Override PartName="/ppt/diagrams/drawing4.xml" ContentType="application/vnd.ms-office.drawingml.diagramDrawing+xml"/>
  <Override PartName="/ppt/diagrams/data19.xml" ContentType="application/vnd.openxmlformats-officedocument.drawingml.diagramData+xml"/>
  <Override PartName="/ppt/diagrams/layout21.xml" ContentType="application/vnd.openxmlformats-officedocument.drawingml.diagramLayout+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diagrams/quickStyle4.xml" ContentType="application/vnd.openxmlformats-officedocument.drawingml.diagramStyle+xml"/>
  <Override PartName="/ppt/diagrams/layout10.xml" ContentType="application/vnd.openxmlformats-officedocument.drawingml.diagramLayout+xml"/>
  <Override PartName="/ppt/diagrams/colors31.xml" ContentType="application/vnd.openxmlformats-officedocument.drawingml.diagramColors+xml"/>
  <Override PartName="/ppt/diagrams/colors42.xml" ContentType="application/vnd.openxmlformats-officedocument.drawingml.diagramColors+xml"/>
  <Override PartName="/ppt/diagrams/data44.xml" ContentType="application/vnd.openxmlformats-officedocument.drawingml.diagramData+xml"/>
  <Override PartName="/ppt/slideMasters/slideMaster1.xml" ContentType="application/vnd.openxmlformats-officedocument.presentationml.slideMaster+xml"/>
  <Override PartName="/ppt/slides/slide45.xml" ContentType="application/vnd.openxmlformats-officedocument.presentationml.slide+xml"/>
  <Override PartName="/ppt/diagrams/colors20.xml" ContentType="application/vnd.openxmlformats-officedocument.drawingml.diagramColors+xml"/>
  <Override PartName="/ppt/diagrams/data33.xml" ContentType="application/vnd.openxmlformats-officedocument.drawingml.diagramData+xml"/>
  <Override PartName="/ppt/slides/slide34.xml" ContentType="application/vnd.openxmlformats-officedocument.presentationml.slide+xml"/>
  <Override PartName="/ppt/diagrams/data11.xml" ContentType="application/vnd.openxmlformats-officedocument.drawingml.diagramData+xml"/>
  <Override PartName="/ppt/diagrams/data22.xml" ContentType="application/vnd.openxmlformats-officedocument.drawingml.diagramData+xml"/>
  <Override PartName="/ppt/diagrams/quickStyle37.xml" ContentType="application/vnd.openxmlformats-officedocument.drawingml.diagramStyle+xml"/>
  <Override PartName="/ppt/diagrams/drawing38.xml" ContentType="application/vnd.ms-office.drawingml.diagramDrawing+xml"/>
  <Default Extension="rels" ContentType="application/vnd.openxmlformats-package.relationships+xml"/>
  <Override PartName="/ppt/slides/slide23.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Override PartName="/ppt/diagrams/quickStyle26.xml" ContentType="application/vnd.openxmlformats-officedocument.drawingml.diagramStyle+xml"/>
  <Override PartName="/ppt/diagrams/drawing27.xml" ContentType="application/vnd.ms-office.drawingml.diagramDrawing+xml"/>
  <Override PartName="/ppt/notesSlides/notesSlide25.xml" ContentType="application/vnd.openxmlformats-officedocument.presentationml.notesSlide+xml"/>
  <Override PartName="/ppt/slides/slide12.xml" ContentType="application/vnd.openxmlformats-officedocument.presentationml.slide+xml"/>
  <Override PartName="/ppt/slideLayouts/slideLayout11.xml" ContentType="application/vnd.openxmlformats-officedocument.presentationml.slideLayout+xml"/>
  <Override PartName="/ppt/diagrams/quickStyle15.xml" ContentType="application/vnd.openxmlformats-officedocument.drawingml.diagramStyle+xml"/>
  <Override PartName="/ppt/diagrams/drawing16.xml" ContentType="application/vnd.ms-office.drawingml.diagramDrawing+xml"/>
  <Override PartName="/ppt/notesSlides/notesSlide14.xml" ContentType="application/vnd.openxmlformats-officedocument.presentationml.notesSlide+xml"/>
  <Override PartName="/ppt/diagrams/layout37.xml" ContentType="application/vnd.openxmlformats-officedocument.drawingml.diagram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7"/>
  </p:notesMasterIdLst>
  <p:sldIdLst>
    <p:sldId id="352" r:id="rId2"/>
    <p:sldId id="360" r:id="rId3"/>
    <p:sldId id="350" r:id="rId4"/>
    <p:sldId id="349" r:id="rId5"/>
    <p:sldId id="256" r:id="rId6"/>
    <p:sldId id="257" r:id="rId7"/>
    <p:sldId id="260" r:id="rId8"/>
    <p:sldId id="264" r:id="rId9"/>
    <p:sldId id="354" r:id="rId10"/>
    <p:sldId id="259" r:id="rId11"/>
    <p:sldId id="261" r:id="rId12"/>
    <p:sldId id="265" r:id="rId13"/>
    <p:sldId id="266" r:id="rId14"/>
    <p:sldId id="355" r:id="rId15"/>
    <p:sldId id="356" r:id="rId16"/>
    <p:sldId id="357" r:id="rId17"/>
    <p:sldId id="269" r:id="rId18"/>
    <p:sldId id="271" r:id="rId19"/>
    <p:sldId id="353" r:id="rId20"/>
    <p:sldId id="276" r:id="rId21"/>
    <p:sldId id="272" r:id="rId22"/>
    <p:sldId id="277" r:id="rId23"/>
    <p:sldId id="278" r:id="rId24"/>
    <p:sldId id="279" r:id="rId25"/>
    <p:sldId id="358" r:id="rId26"/>
    <p:sldId id="273" r:id="rId27"/>
    <p:sldId id="281" r:id="rId28"/>
    <p:sldId id="282" r:id="rId29"/>
    <p:sldId id="283" r:id="rId30"/>
    <p:sldId id="286" r:id="rId31"/>
    <p:sldId id="284" r:id="rId32"/>
    <p:sldId id="274" r:id="rId33"/>
    <p:sldId id="267" r:id="rId34"/>
    <p:sldId id="288" r:id="rId35"/>
    <p:sldId id="289" r:id="rId36"/>
    <p:sldId id="287" r:id="rId37"/>
    <p:sldId id="359" r:id="rId38"/>
    <p:sldId id="292" r:id="rId39"/>
    <p:sldId id="290" r:id="rId40"/>
    <p:sldId id="294" r:id="rId41"/>
    <p:sldId id="361" r:id="rId42"/>
    <p:sldId id="362" r:id="rId43"/>
    <p:sldId id="304" r:id="rId44"/>
    <p:sldId id="307" r:id="rId45"/>
    <p:sldId id="351" r:id="rId46"/>
  </p:sldIdLst>
  <p:sldSz cx="9144000" cy="6858000" type="screen4x3"/>
  <p:notesSz cx="6858000" cy="91440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3" autoAdjust="0"/>
    <p:restoredTop sz="94624" autoAdjust="0"/>
  </p:normalViewPr>
  <p:slideViewPr>
    <p:cSldViewPr>
      <p:cViewPr varScale="1">
        <p:scale>
          <a:sx n="65" d="100"/>
          <a:sy n="65" d="100"/>
        </p:scale>
        <p:origin x="-1434" y="-108"/>
      </p:cViewPr>
      <p:guideLst>
        <p:guide orient="horz" pos="2160"/>
        <p:guide pos="2880"/>
      </p:guideLst>
    </p:cSldViewPr>
  </p:slideViewPr>
  <p:outlineViewPr>
    <p:cViewPr>
      <p:scale>
        <a:sx n="33" d="100"/>
        <a:sy n="33" d="100"/>
      </p:scale>
      <p:origin x="0" y="3972"/>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iagrams/_rels/data8.xml.rels><?xml version="1.0" encoding="UTF-8" standalone="yes"?>
<Relationships xmlns="http://schemas.openxmlformats.org/package/2006/relationships"><Relationship Id="rId1" Type="http://schemas.openxmlformats.org/officeDocument/2006/relationships/image" Target="../media/image9.jpeg"/></Relationships>
</file>

<file path=ppt/diagrams/_rels/drawing8.xml.rels><?xml version="1.0" encoding="UTF-8" standalone="yes"?>
<Relationships xmlns="http://schemas.openxmlformats.org/package/2006/relationships"><Relationship Id="rId1" Type="http://schemas.openxmlformats.org/officeDocument/2006/relationships/image" Target="../media/image9.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E32674-90AB-4B74-859D-C0CFA3DD723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EF48DD8F-494C-47BA-BA1C-69E8722E71A3}">
      <dgm:prSet/>
      <dgm:spPr>
        <a:solidFill>
          <a:schemeClr val="accent1">
            <a:lumMod val="75000"/>
          </a:schemeClr>
        </a:solidFill>
      </dgm:spPr>
      <dgm:t>
        <a:bodyPr/>
        <a:lstStyle/>
        <a:p>
          <a:pPr algn="just" rtl="0"/>
          <a:r>
            <a:rPr lang="es-VE" b="1" dirty="0" smtClean="0"/>
            <a:t>NORMAS PARA REGULAR LAS OPERACONES DE LAS EMPRESAS DE MEDICINA PREPAGADA. GACETA OFICIAL N° 39.617 de Fecha Miércoles 16 de febrero de 2011. SUPERINTENDENCIA DE LA ACTIVIDAD ASEGURADORA</a:t>
          </a:r>
          <a:r>
            <a:rPr lang="es-VE" dirty="0" smtClean="0"/>
            <a:t>.</a:t>
          </a:r>
          <a:endParaRPr lang="es-VE" dirty="0"/>
        </a:p>
      </dgm:t>
    </dgm:pt>
    <dgm:pt modelId="{279C334A-E6BC-4781-A9F4-DF3E8FEE9137}" type="parTrans" cxnId="{5D1225DC-968D-4E70-AEA0-F4BFF76216D7}">
      <dgm:prSet/>
      <dgm:spPr/>
      <dgm:t>
        <a:bodyPr/>
        <a:lstStyle/>
        <a:p>
          <a:endParaRPr lang="es-VE"/>
        </a:p>
      </dgm:t>
    </dgm:pt>
    <dgm:pt modelId="{B924C8A9-ED50-4D66-842F-80711227FFF4}" type="sibTrans" cxnId="{5D1225DC-968D-4E70-AEA0-F4BFF76216D7}">
      <dgm:prSet/>
      <dgm:spPr/>
      <dgm:t>
        <a:bodyPr/>
        <a:lstStyle/>
        <a:p>
          <a:endParaRPr lang="es-VE"/>
        </a:p>
      </dgm:t>
    </dgm:pt>
    <dgm:pt modelId="{ABBB37A6-A86D-46C3-8798-7BB0B5257040}">
      <dgm:prSet/>
      <dgm:spPr>
        <a:solidFill>
          <a:schemeClr val="accent1">
            <a:lumMod val="75000"/>
          </a:schemeClr>
        </a:solidFill>
      </dgm:spPr>
      <dgm:t>
        <a:bodyPr/>
        <a:lstStyle/>
        <a:p>
          <a:pPr algn="just" rtl="0"/>
          <a:r>
            <a:rPr lang="es-VE" b="1" dirty="0" smtClean="0"/>
            <a:t>DECRETO CON RANGO, VALOR Y FUERZA DE LEY DE LA ACTIVIDAD ASEGURADORA EN GACETA OFICIAL N° 6220. Extraordinario del 15/03/2016..</a:t>
          </a:r>
          <a:endParaRPr lang="es-VE" b="1" dirty="0"/>
        </a:p>
      </dgm:t>
    </dgm:pt>
    <dgm:pt modelId="{DA135AF8-3B0F-45B7-BBA5-931AAFA9F2CD}" type="parTrans" cxnId="{D03D4D4D-A755-4139-8494-A53F7846922B}">
      <dgm:prSet/>
      <dgm:spPr/>
      <dgm:t>
        <a:bodyPr/>
        <a:lstStyle/>
        <a:p>
          <a:endParaRPr lang="es-VE"/>
        </a:p>
      </dgm:t>
    </dgm:pt>
    <dgm:pt modelId="{FC0DF742-4C76-49A3-898D-1E3C53D7B9A5}" type="sibTrans" cxnId="{D03D4D4D-A755-4139-8494-A53F7846922B}">
      <dgm:prSet/>
      <dgm:spPr/>
      <dgm:t>
        <a:bodyPr/>
        <a:lstStyle/>
        <a:p>
          <a:endParaRPr lang="es-VE"/>
        </a:p>
      </dgm:t>
    </dgm:pt>
    <dgm:pt modelId="{A3150C87-1EC9-43B1-91AE-1F74C805BDD5}">
      <dgm:prSet/>
      <dgm:spPr>
        <a:solidFill>
          <a:schemeClr val="accent1">
            <a:lumMod val="75000"/>
          </a:schemeClr>
        </a:solidFill>
      </dgm:spPr>
      <dgm:t>
        <a:bodyPr/>
        <a:lstStyle/>
        <a:p>
          <a:pPr algn="just" rtl="0"/>
          <a:r>
            <a:rPr lang="es-VE" b="1" dirty="0" smtClean="0"/>
            <a:t>PROVIDENCIA N° FSAA-9-00-661 de la Superintendencia de la Actividad Aseguradora mediante la cual se dictan las Normas que Regulan la Relación Contractual en la Actividad Aseguradora. Publicado en Gaceta Oficial Nro. 40.973 de fecha 24 de agosto de 2016.</a:t>
          </a:r>
          <a:endParaRPr lang="es-VE" b="1" dirty="0"/>
        </a:p>
      </dgm:t>
    </dgm:pt>
    <dgm:pt modelId="{CA99F411-8CE6-4733-B605-DA041BC0D58B}" type="parTrans" cxnId="{782CE9E4-FA03-4B6B-BE4F-3117379B06EC}">
      <dgm:prSet/>
      <dgm:spPr/>
      <dgm:t>
        <a:bodyPr/>
        <a:lstStyle/>
        <a:p>
          <a:endParaRPr lang="es-VE"/>
        </a:p>
      </dgm:t>
    </dgm:pt>
    <dgm:pt modelId="{16081240-C06E-4A16-866E-EF270A459A9B}" type="sibTrans" cxnId="{782CE9E4-FA03-4B6B-BE4F-3117379B06EC}">
      <dgm:prSet/>
      <dgm:spPr/>
      <dgm:t>
        <a:bodyPr/>
        <a:lstStyle/>
        <a:p>
          <a:endParaRPr lang="es-VE"/>
        </a:p>
      </dgm:t>
    </dgm:pt>
    <dgm:pt modelId="{BD5EB505-92A1-45AD-B38A-C3908C07F16E}" type="pres">
      <dgm:prSet presAssocID="{7FE32674-90AB-4B74-859D-C0CFA3DD7237}" presName="linear" presStyleCnt="0">
        <dgm:presLayoutVars>
          <dgm:animLvl val="lvl"/>
          <dgm:resizeHandles val="exact"/>
        </dgm:presLayoutVars>
      </dgm:prSet>
      <dgm:spPr/>
      <dgm:t>
        <a:bodyPr/>
        <a:lstStyle/>
        <a:p>
          <a:endParaRPr lang="es-VE"/>
        </a:p>
      </dgm:t>
    </dgm:pt>
    <dgm:pt modelId="{4E67CC2C-C9E6-4CC4-9BBD-DAAADA22126F}" type="pres">
      <dgm:prSet presAssocID="{EF48DD8F-494C-47BA-BA1C-69E8722E71A3}" presName="parentText" presStyleLbl="node1" presStyleIdx="0" presStyleCnt="3">
        <dgm:presLayoutVars>
          <dgm:chMax val="0"/>
          <dgm:bulletEnabled val="1"/>
        </dgm:presLayoutVars>
      </dgm:prSet>
      <dgm:spPr/>
      <dgm:t>
        <a:bodyPr/>
        <a:lstStyle/>
        <a:p>
          <a:endParaRPr lang="es-VE"/>
        </a:p>
      </dgm:t>
    </dgm:pt>
    <dgm:pt modelId="{D7A9F0EE-0440-4E4E-83B2-E0061B6FA4B9}" type="pres">
      <dgm:prSet presAssocID="{B924C8A9-ED50-4D66-842F-80711227FFF4}" presName="spacer" presStyleCnt="0"/>
      <dgm:spPr/>
    </dgm:pt>
    <dgm:pt modelId="{344F1F5E-3C50-445B-B75D-CAA86B3A11C1}" type="pres">
      <dgm:prSet presAssocID="{ABBB37A6-A86D-46C3-8798-7BB0B5257040}" presName="parentText" presStyleLbl="node1" presStyleIdx="1" presStyleCnt="3">
        <dgm:presLayoutVars>
          <dgm:chMax val="0"/>
          <dgm:bulletEnabled val="1"/>
        </dgm:presLayoutVars>
      </dgm:prSet>
      <dgm:spPr/>
      <dgm:t>
        <a:bodyPr/>
        <a:lstStyle/>
        <a:p>
          <a:endParaRPr lang="es-VE"/>
        </a:p>
      </dgm:t>
    </dgm:pt>
    <dgm:pt modelId="{28F40FB6-AF39-4B85-8705-0CE1613FE974}" type="pres">
      <dgm:prSet presAssocID="{FC0DF742-4C76-49A3-898D-1E3C53D7B9A5}" presName="spacer" presStyleCnt="0"/>
      <dgm:spPr/>
    </dgm:pt>
    <dgm:pt modelId="{03ABDDA4-BFB9-4021-9985-C6C0284D12BC}" type="pres">
      <dgm:prSet presAssocID="{A3150C87-1EC9-43B1-91AE-1F74C805BDD5}" presName="parentText" presStyleLbl="node1" presStyleIdx="2" presStyleCnt="3">
        <dgm:presLayoutVars>
          <dgm:chMax val="0"/>
          <dgm:bulletEnabled val="1"/>
        </dgm:presLayoutVars>
      </dgm:prSet>
      <dgm:spPr/>
      <dgm:t>
        <a:bodyPr/>
        <a:lstStyle/>
        <a:p>
          <a:endParaRPr lang="es-VE"/>
        </a:p>
      </dgm:t>
    </dgm:pt>
  </dgm:ptLst>
  <dgm:cxnLst>
    <dgm:cxn modelId="{42DC3230-B097-4962-99A1-FEA2095CB23B}" type="presOf" srcId="{EF48DD8F-494C-47BA-BA1C-69E8722E71A3}" destId="{4E67CC2C-C9E6-4CC4-9BBD-DAAADA22126F}" srcOrd="0" destOrd="0" presId="urn:microsoft.com/office/officeart/2005/8/layout/vList2"/>
    <dgm:cxn modelId="{FCD47743-8C1C-47C2-B045-365CBCD69C7E}" type="presOf" srcId="{ABBB37A6-A86D-46C3-8798-7BB0B5257040}" destId="{344F1F5E-3C50-445B-B75D-CAA86B3A11C1}" srcOrd="0" destOrd="0" presId="urn:microsoft.com/office/officeart/2005/8/layout/vList2"/>
    <dgm:cxn modelId="{52206FB7-3A0F-4521-93DC-80B42B53A02C}" type="presOf" srcId="{7FE32674-90AB-4B74-859D-C0CFA3DD7237}" destId="{BD5EB505-92A1-45AD-B38A-C3908C07F16E}" srcOrd="0" destOrd="0" presId="urn:microsoft.com/office/officeart/2005/8/layout/vList2"/>
    <dgm:cxn modelId="{782CE9E4-FA03-4B6B-BE4F-3117379B06EC}" srcId="{7FE32674-90AB-4B74-859D-C0CFA3DD7237}" destId="{A3150C87-1EC9-43B1-91AE-1F74C805BDD5}" srcOrd="2" destOrd="0" parTransId="{CA99F411-8CE6-4733-B605-DA041BC0D58B}" sibTransId="{16081240-C06E-4A16-866E-EF270A459A9B}"/>
    <dgm:cxn modelId="{D03D4D4D-A755-4139-8494-A53F7846922B}" srcId="{7FE32674-90AB-4B74-859D-C0CFA3DD7237}" destId="{ABBB37A6-A86D-46C3-8798-7BB0B5257040}" srcOrd="1" destOrd="0" parTransId="{DA135AF8-3B0F-45B7-BBA5-931AAFA9F2CD}" sibTransId="{FC0DF742-4C76-49A3-898D-1E3C53D7B9A5}"/>
    <dgm:cxn modelId="{5D1225DC-968D-4E70-AEA0-F4BFF76216D7}" srcId="{7FE32674-90AB-4B74-859D-C0CFA3DD7237}" destId="{EF48DD8F-494C-47BA-BA1C-69E8722E71A3}" srcOrd="0" destOrd="0" parTransId="{279C334A-E6BC-4781-A9F4-DF3E8FEE9137}" sibTransId="{B924C8A9-ED50-4D66-842F-80711227FFF4}"/>
    <dgm:cxn modelId="{0649583C-321E-4C53-BB4A-187C4C0F1924}" type="presOf" srcId="{A3150C87-1EC9-43B1-91AE-1F74C805BDD5}" destId="{03ABDDA4-BFB9-4021-9985-C6C0284D12BC}" srcOrd="0" destOrd="0" presId="urn:microsoft.com/office/officeart/2005/8/layout/vList2"/>
    <dgm:cxn modelId="{148A5898-B144-4745-BBA2-D55FB7D10EE9}" type="presParOf" srcId="{BD5EB505-92A1-45AD-B38A-C3908C07F16E}" destId="{4E67CC2C-C9E6-4CC4-9BBD-DAAADA22126F}" srcOrd="0" destOrd="0" presId="urn:microsoft.com/office/officeart/2005/8/layout/vList2"/>
    <dgm:cxn modelId="{896577F1-89E8-4E4C-BEBA-F88CEB9DE61D}" type="presParOf" srcId="{BD5EB505-92A1-45AD-B38A-C3908C07F16E}" destId="{D7A9F0EE-0440-4E4E-83B2-E0061B6FA4B9}" srcOrd="1" destOrd="0" presId="urn:microsoft.com/office/officeart/2005/8/layout/vList2"/>
    <dgm:cxn modelId="{1EAF4278-2A2A-406B-A6C9-DF567172F595}" type="presParOf" srcId="{BD5EB505-92A1-45AD-B38A-C3908C07F16E}" destId="{344F1F5E-3C50-445B-B75D-CAA86B3A11C1}" srcOrd="2" destOrd="0" presId="urn:microsoft.com/office/officeart/2005/8/layout/vList2"/>
    <dgm:cxn modelId="{AA6623F5-3C80-419B-8D93-FD44A19D504F}" type="presParOf" srcId="{BD5EB505-92A1-45AD-B38A-C3908C07F16E}" destId="{28F40FB6-AF39-4B85-8705-0CE1613FE974}" srcOrd="3" destOrd="0" presId="urn:microsoft.com/office/officeart/2005/8/layout/vList2"/>
    <dgm:cxn modelId="{4F49F538-F6D3-454C-AD0F-F23C740A49F7}" type="presParOf" srcId="{BD5EB505-92A1-45AD-B38A-C3908C07F16E}" destId="{03ABDDA4-BFB9-4021-9985-C6C0284D12BC}" srcOrd="4"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926FAA-926E-4A38-90C6-C68FBADEA2D0}" type="doc">
      <dgm:prSet loTypeId="urn:microsoft.com/office/officeart/2005/8/layout/hProcess7" loCatId="list" qsTypeId="urn:microsoft.com/office/officeart/2005/8/quickstyle/simple1" qsCatId="simple" csTypeId="urn:microsoft.com/office/officeart/2005/8/colors/accent1_2" csCatId="accent1" phldr="0"/>
      <dgm:spPr/>
      <dgm:t>
        <a:bodyPr/>
        <a:lstStyle/>
        <a:p>
          <a:endParaRPr lang="es-VE"/>
        </a:p>
      </dgm:t>
    </dgm:pt>
    <dgm:pt modelId="{2037C71D-53DB-48CB-964E-C4A14CA7D81B}" type="pres">
      <dgm:prSet presAssocID="{08926FAA-926E-4A38-90C6-C68FBADEA2D0}" presName="Name0" presStyleCnt="0">
        <dgm:presLayoutVars>
          <dgm:dir/>
          <dgm:animLvl val="lvl"/>
          <dgm:resizeHandles val="exact"/>
        </dgm:presLayoutVars>
      </dgm:prSet>
      <dgm:spPr/>
      <dgm:t>
        <a:bodyPr/>
        <a:lstStyle/>
        <a:p>
          <a:endParaRPr lang="es-VE"/>
        </a:p>
      </dgm:t>
    </dgm:pt>
  </dgm:ptLst>
  <dgm:cxnLst>
    <dgm:cxn modelId="{9DD094E5-EDE0-4501-B7CF-20F73DC34B2E}" type="presOf" srcId="{08926FAA-926E-4A38-90C6-C68FBADEA2D0}" destId="{2037C71D-53DB-48CB-964E-C4A14CA7D81B}" srcOrd="0" destOrd="0" presId="urn:microsoft.com/office/officeart/2005/8/layout/hProcess7"/>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67276B9-8C64-44D1-B4AC-20722AAC6A22}" type="doc">
      <dgm:prSet loTypeId="urn:microsoft.com/office/officeart/2005/8/layout/hProcess7" loCatId="process" qsTypeId="urn:microsoft.com/office/officeart/2005/8/quickstyle/simple1" qsCatId="simple" csTypeId="urn:microsoft.com/office/officeart/2005/8/colors/accent1_2" csCatId="accent1" phldr="1"/>
      <dgm:spPr/>
      <dgm:t>
        <a:bodyPr/>
        <a:lstStyle/>
        <a:p>
          <a:endParaRPr lang="es-VE"/>
        </a:p>
      </dgm:t>
    </dgm:pt>
    <dgm:pt modelId="{8ABD6621-8865-4F8C-AAE5-17117D94E9A4}">
      <dgm:prSet phldrT="[Texto]" custT="1"/>
      <dgm:spPr/>
      <dgm:t>
        <a:bodyPr anchor="ctr"/>
        <a:lstStyle/>
        <a:p>
          <a:pPr algn="l"/>
          <a:r>
            <a:rPr lang="es-VE" sz="1200" dirty="0" smtClean="0">
              <a:solidFill>
                <a:schemeClr val="tx1"/>
              </a:solidFill>
            </a:rPr>
            <a:t>-El Sector Asegurador y de la Medicina Prepagada  debe estar atento a un conjunto de actividades y transacciones que son vulnerables al Riesgo de la Legitimación de Capitales, conocido también como lavado de dinero.</a:t>
          </a:r>
          <a:endParaRPr lang="es-VE" sz="1200" dirty="0">
            <a:solidFill>
              <a:schemeClr val="tx1"/>
            </a:solidFill>
          </a:endParaRPr>
        </a:p>
      </dgm:t>
    </dgm:pt>
    <dgm:pt modelId="{C974C71D-B033-42F0-95F0-D46121DC2E72}" type="parTrans" cxnId="{87980DE7-0496-415C-9A41-8F23C90E4C50}">
      <dgm:prSet/>
      <dgm:spPr/>
      <dgm:t>
        <a:bodyPr/>
        <a:lstStyle/>
        <a:p>
          <a:endParaRPr lang="es-VE" sz="1200">
            <a:solidFill>
              <a:schemeClr val="tx1"/>
            </a:solidFill>
          </a:endParaRPr>
        </a:p>
      </dgm:t>
    </dgm:pt>
    <dgm:pt modelId="{0A0CCA91-0576-4D31-A6B9-DF0AAC6D9942}" type="sibTrans" cxnId="{87980DE7-0496-415C-9A41-8F23C90E4C50}">
      <dgm:prSet/>
      <dgm:spPr/>
      <dgm:t>
        <a:bodyPr/>
        <a:lstStyle/>
        <a:p>
          <a:endParaRPr lang="es-VE" sz="1200">
            <a:solidFill>
              <a:schemeClr val="tx1"/>
            </a:solidFill>
          </a:endParaRPr>
        </a:p>
      </dgm:t>
    </dgm:pt>
    <dgm:pt modelId="{80096576-A05A-4169-A5E7-E27C170673B2}">
      <dgm:prSet custT="1"/>
      <dgm:spPr/>
      <dgm:t>
        <a:bodyPr anchor="ctr"/>
        <a:lstStyle/>
        <a:p>
          <a:pPr rtl="0"/>
          <a:r>
            <a:rPr lang="es-VE" sz="1200" dirty="0" smtClean="0">
              <a:solidFill>
                <a:schemeClr val="tx1"/>
              </a:solidFill>
            </a:rPr>
            <a:t>- La  normativa, pide  al sector asegurador y a las empresas de medicina Prepagada,  implementar un sistema integral de administración de riesgos en esta materia, así como realizar los ajustes necesarios en su estructura.</a:t>
          </a:r>
          <a:br>
            <a:rPr lang="es-VE" sz="1200" dirty="0" smtClean="0">
              <a:solidFill>
                <a:schemeClr val="tx1"/>
              </a:solidFill>
            </a:rPr>
          </a:br>
          <a:r>
            <a:rPr lang="es-VE" sz="1200" dirty="0" smtClean="0">
              <a:solidFill>
                <a:schemeClr val="tx1"/>
              </a:solidFill>
            </a:rPr>
            <a:t> y procesos. </a:t>
          </a:r>
        </a:p>
      </dgm:t>
    </dgm:pt>
    <dgm:pt modelId="{F97D20C2-2283-4EC0-8885-8B6F9D1A6336}" type="parTrans" cxnId="{88D40966-D189-4EE2-9494-2D6E2A9D7D5D}">
      <dgm:prSet/>
      <dgm:spPr/>
      <dgm:t>
        <a:bodyPr/>
        <a:lstStyle/>
        <a:p>
          <a:endParaRPr lang="es-VE" sz="1200">
            <a:solidFill>
              <a:schemeClr val="tx1"/>
            </a:solidFill>
          </a:endParaRPr>
        </a:p>
      </dgm:t>
    </dgm:pt>
    <dgm:pt modelId="{50033869-9CB7-4AE6-B70F-CF5E23262F28}" type="sibTrans" cxnId="{88D40966-D189-4EE2-9494-2D6E2A9D7D5D}">
      <dgm:prSet/>
      <dgm:spPr/>
      <dgm:t>
        <a:bodyPr/>
        <a:lstStyle/>
        <a:p>
          <a:endParaRPr lang="es-VE" sz="1200">
            <a:solidFill>
              <a:schemeClr val="tx1"/>
            </a:solidFill>
          </a:endParaRPr>
        </a:p>
      </dgm:t>
    </dgm:pt>
    <dgm:pt modelId="{ABED152E-4F45-497E-8ABA-F1F504E2702C}">
      <dgm:prSet custT="1"/>
      <dgm:spPr/>
      <dgm:t>
        <a:bodyPr/>
        <a:lstStyle/>
        <a:p>
          <a:pPr rtl="0"/>
          <a:endParaRPr lang="es-VE" sz="1200" dirty="0" smtClean="0">
            <a:solidFill>
              <a:schemeClr val="tx1"/>
            </a:solidFill>
          </a:endParaRPr>
        </a:p>
        <a:p>
          <a:pPr rtl="0"/>
          <a:r>
            <a:rPr lang="es-VE" sz="1200" dirty="0" smtClean="0">
              <a:solidFill>
                <a:schemeClr val="tx1"/>
              </a:solidFill>
            </a:rPr>
            <a:t>-Sin embargo, los grupos de delincuencia organizada operan en todo el mundo y cuentan con recursos y herramientas que vulneran los esfuerzos de las autoridades de los países.</a:t>
          </a:r>
          <a:endParaRPr lang="es-VE" sz="1200" dirty="0">
            <a:solidFill>
              <a:schemeClr val="tx1"/>
            </a:solidFill>
          </a:endParaRPr>
        </a:p>
      </dgm:t>
    </dgm:pt>
    <dgm:pt modelId="{A621BBF7-1558-4EF0-AFDE-63C8383B2749}" type="parTrans" cxnId="{72EC91B1-1009-4F74-BDDF-889D33CCE33A}">
      <dgm:prSet/>
      <dgm:spPr/>
      <dgm:t>
        <a:bodyPr/>
        <a:lstStyle/>
        <a:p>
          <a:endParaRPr lang="es-VE" sz="1200">
            <a:solidFill>
              <a:schemeClr val="tx1"/>
            </a:solidFill>
          </a:endParaRPr>
        </a:p>
      </dgm:t>
    </dgm:pt>
    <dgm:pt modelId="{B32F00DE-1CCE-4B95-82A3-A402F4E0E347}" type="sibTrans" cxnId="{72EC91B1-1009-4F74-BDDF-889D33CCE33A}">
      <dgm:prSet/>
      <dgm:spPr/>
      <dgm:t>
        <a:bodyPr/>
        <a:lstStyle/>
        <a:p>
          <a:endParaRPr lang="es-VE" sz="1200">
            <a:solidFill>
              <a:schemeClr val="tx1"/>
            </a:solidFill>
          </a:endParaRPr>
        </a:p>
      </dgm:t>
    </dgm:pt>
    <dgm:pt modelId="{CDD82AD1-57B9-42C6-B382-F3D9697BC28C}">
      <dgm:prSet custT="1"/>
      <dgm:spPr/>
      <dgm:t>
        <a:bodyPr/>
        <a:lstStyle/>
        <a:p>
          <a:pPr rtl="0"/>
          <a:endParaRPr lang="es-VE" sz="1200" dirty="0">
            <a:solidFill>
              <a:schemeClr val="tx1"/>
            </a:solidFill>
          </a:endParaRPr>
        </a:p>
      </dgm:t>
    </dgm:pt>
    <dgm:pt modelId="{5DC56BA5-2BE1-41E5-956B-88E9A77565C1}" type="parTrans" cxnId="{139814C5-2E79-4527-B022-CCDAB1DF9479}">
      <dgm:prSet/>
      <dgm:spPr/>
      <dgm:t>
        <a:bodyPr/>
        <a:lstStyle/>
        <a:p>
          <a:endParaRPr lang="es-VE" sz="1200">
            <a:solidFill>
              <a:schemeClr val="tx1"/>
            </a:solidFill>
          </a:endParaRPr>
        </a:p>
      </dgm:t>
    </dgm:pt>
    <dgm:pt modelId="{0BDD46F6-8E63-41C3-A219-67019884582D}" type="sibTrans" cxnId="{139814C5-2E79-4527-B022-CCDAB1DF9479}">
      <dgm:prSet/>
      <dgm:spPr/>
      <dgm:t>
        <a:bodyPr/>
        <a:lstStyle/>
        <a:p>
          <a:endParaRPr lang="es-VE" sz="1200">
            <a:solidFill>
              <a:schemeClr val="tx1"/>
            </a:solidFill>
          </a:endParaRPr>
        </a:p>
      </dgm:t>
    </dgm:pt>
    <dgm:pt modelId="{AF045051-050A-437B-B57D-0E1A0EC27AF1}">
      <dgm:prSet custT="1"/>
      <dgm:spPr/>
      <dgm:t>
        <a:bodyPr anchor="ctr"/>
        <a:lstStyle/>
        <a:p>
          <a:pPr rtl="0"/>
          <a:endParaRPr lang="es-VE" sz="1200" dirty="0" smtClean="0">
            <a:solidFill>
              <a:schemeClr val="tx1"/>
            </a:solidFill>
          </a:endParaRPr>
        </a:p>
      </dgm:t>
    </dgm:pt>
    <dgm:pt modelId="{EC03B8C9-E89E-405A-9C6C-FF8CCFCAB862}" type="parTrans" cxnId="{D56176A0-1049-4731-AF57-CF57277E8F63}">
      <dgm:prSet/>
      <dgm:spPr/>
      <dgm:t>
        <a:bodyPr/>
        <a:lstStyle/>
        <a:p>
          <a:endParaRPr lang="es-VE" sz="1200">
            <a:solidFill>
              <a:schemeClr val="tx1"/>
            </a:solidFill>
          </a:endParaRPr>
        </a:p>
      </dgm:t>
    </dgm:pt>
    <dgm:pt modelId="{E402CCE1-796E-486B-9685-5AEE31DE2DD6}" type="sibTrans" cxnId="{D56176A0-1049-4731-AF57-CF57277E8F63}">
      <dgm:prSet/>
      <dgm:spPr/>
      <dgm:t>
        <a:bodyPr/>
        <a:lstStyle/>
        <a:p>
          <a:endParaRPr lang="es-VE" sz="1200">
            <a:solidFill>
              <a:schemeClr val="tx1"/>
            </a:solidFill>
          </a:endParaRPr>
        </a:p>
      </dgm:t>
    </dgm:pt>
    <dgm:pt modelId="{946B53D1-A640-4EE0-9FD2-752D6B9F3653}">
      <dgm:prSet phldrT="[Texto]" custT="1"/>
      <dgm:spPr/>
      <dgm:t>
        <a:bodyPr/>
        <a:lstStyle/>
        <a:p>
          <a:endParaRPr lang="es-VE" sz="1200" dirty="0">
            <a:solidFill>
              <a:schemeClr val="tx1"/>
            </a:solidFill>
          </a:endParaRPr>
        </a:p>
      </dgm:t>
    </dgm:pt>
    <dgm:pt modelId="{7DF80036-C49C-4EC3-9757-DBEE854FF621}" type="parTrans" cxnId="{4DD1DFF1-77E5-4AE7-B6E7-61A321C0329B}">
      <dgm:prSet/>
      <dgm:spPr/>
      <dgm:t>
        <a:bodyPr/>
        <a:lstStyle/>
        <a:p>
          <a:endParaRPr lang="es-VE" sz="1200">
            <a:solidFill>
              <a:schemeClr val="tx1"/>
            </a:solidFill>
          </a:endParaRPr>
        </a:p>
      </dgm:t>
    </dgm:pt>
    <dgm:pt modelId="{8BB2F84B-D137-433F-B46E-6B3272D057FA}" type="sibTrans" cxnId="{4DD1DFF1-77E5-4AE7-B6E7-61A321C0329B}">
      <dgm:prSet/>
      <dgm:spPr/>
      <dgm:t>
        <a:bodyPr/>
        <a:lstStyle/>
        <a:p>
          <a:endParaRPr lang="es-VE" sz="1200">
            <a:solidFill>
              <a:schemeClr val="tx1"/>
            </a:solidFill>
          </a:endParaRPr>
        </a:p>
      </dgm:t>
    </dgm:pt>
    <dgm:pt modelId="{4474E24C-551E-4DCF-923D-69E2C222D5E8}">
      <dgm:prSet custT="1"/>
      <dgm:spPr/>
      <dgm:t>
        <a:bodyPr/>
        <a:lstStyle/>
        <a:p>
          <a:pPr rtl="0"/>
          <a:endParaRPr lang="es-VE" sz="1200" dirty="0" smtClean="0">
            <a:solidFill>
              <a:schemeClr val="tx1"/>
            </a:solidFill>
          </a:endParaRPr>
        </a:p>
        <a:p>
          <a:pPr rtl="0"/>
          <a:r>
            <a:rPr lang="es-VE" sz="1200" dirty="0" smtClean="0">
              <a:solidFill>
                <a:schemeClr val="tx1"/>
              </a:solidFill>
            </a:rPr>
            <a:t>-“Venezuela suma esfuerzos para frenar estas actividades ilícitas y las empresas consideran cada día más estos riesgos”.</a:t>
          </a:r>
          <a:endParaRPr lang="es-VE" sz="1200" dirty="0">
            <a:solidFill>
              <a:schemeClr val="tx1"/>
            </a:solidFill>
          </a:endParaRPr>
        </a:p>
      </dgm:t>
    </dgm:pt>
    <dgm:pt modelId="{D6B1DE53-2E24-40DC-B424-5920A8587318}" type="parTrans" cxnId="{CF16529A-52CA-4FD4-A6C0-238A7483CC8E}">
      <dgm:prSet/>
      <dgm:spPr/>
      <dgm:t>
        <a:bodyPr/>
        <a:lstStyle/>
        <a:p>
          <a:endParaRPr lang="es-VE" sz="1200"/>
        </a:p>
      </dgm:t>
    </dgm:pt>
    <dgm:pt modelId="{81BBDFA0-0AFC-4B02-BA7C-741EF69C06B4}" type="sibTrans" cxnId="{CF16529A-52CA-4FD4-A6C0-238A7483CC8E}">
      <dgm:prSet/>
      <dgm:spPr/>
      <dgm:t>
        <a:bodyPr/>
        <a:lstStyle/>
        <a:p>
          <a:endParaRPr lang="es-VE" sz="1200"/>
        </a:p>
      </dgm:t>
    </dgm:pt>
    <dgm:pt modelId="{F64BEF9E-60F5-4CA6-A59F-7E746B8F1C9A}">
      <dgm:prSet custT="1"/>
      <dgm:spPr/>
      <dgm:t>
        <a:bodyPr/>
        <a:lstStyle/>
        <a:p>
          <a:pPr rtl="0"/>
          <a:endParaRPr lang="es-VE" sz="1200" dirty="0">
            <a:solidFill>
              <a:schemeClr val="tx1"/>
            </a:solidFill>
          </a:endParaRPr>
        </a:p>
      </dgm:t>
    </dgm:pt>
    <dgm:pt modelId="{9DA58495-AC42-41D7-A22A-BDA2A6C8D2AB}" type="parTrans" cxnId="{498A7949-C11B-46FA-B276-A520E93CE284}">
      <dgm:prSet/>
      <dgm:spPr/>
      <dgm:t>
        <a:bodyPr/>
        <a:lstStyle/>
        <a:p>
          <a:endParaRPr lang="es-VE" sz="1200"/>
        </a:p>
      </dgm:t>
    </dgm:pt>
    <dgm:pt modelId="{3EA37355-2AA1-4079-A4AC-2FE233084100}" type="sibTrans" cxnId="{498A7949-C11B-46FA-B276-A520E93CE284}">
      <dgm:prSet/>
      <dgm:spPr/>
      <dgm:t>
        <a:bodyPr/>
        <a:lstStyle/>
        <a:p>
          <a:endParaRPr lang="es-VE" sz="1200"/>
        </a:p>
      </dgm:t>
    </dgm:pt>
    <dgm:pt modelId="{0E470E6A-34AD-4BE7-8A76-C0B7E3180D75}" type="pres">
      <dgm:prSet presAssocID="{867276B9-8C64-44D1-B4AC-20722AAC6A22}" presName="Name0" presStyleCnt="0">
        <dgm:presLayoutVars>
          <dgm:dir/>
          <dgm:animLvl val="lvl"/>
          <dgm:resizeHandles val="exact"/>
        </dgm:presLayoutVars>
      </dgm:prSet>
      <dgm:spPr/>
      <dgm:t>
        <a:bodyPr/>
        <a:lstStyle/>
        <a:p>
          <a:endParaRPr lang="es-VE"/>
        </a:p>
      </dgm:t>
    </dgm:pt>
    <dgm:pt modelId="{7FA44D6C-2B68-4DA9-967C-508517799486}" type="pres">
      <dgm:prSet presAssocID="{946B53D1-A640-4EE0-9FD2-752D6B9F3653}" presName="compositeNode" presStyleCnt="0">
        <dgm:presLayoutVars>
          <dgm:bulletEnabled val="1"/>
        </dgm:presLayoutVars>
      </dgm:prSet>
      <dgm:spPr/>
    </dgm:pt>
    <dgm:pt modelId="{3A227F70-17D3-497D-9920-34F895956E14}" type="pres">
      <dgm:prSet presAssocID="{946B53D1-A640-4EE0-9FD2-752D6B9F3653}" presName="bgRect" presStyleLbl="node1" presStyleIdx="0" presStyleCnt="4" custScaleY="117874" custLinFactNeighborX="-127" custLinFactNeighborY="1077"/>
      <dgm:spPr/>
      <dgm:t>
        <a:bodyPr/>
        <a:lstStyle/>
        <a:p>
          <a:endParaRPr lang="es-VE"/>
        </a:p>
      </dgm:t>
    </dgm:pt>
    <dgm:pt modelId="{8BE45EC0-B09F-4149-8EE6-9FC4BA1BBD24}" type="pres">
      <dgm:prSet presAssocID="{946B53D1-A640-4EE0-9FD2-752D6B9F3653}" presName="parentNode" presStyleLbl="node1" presStyleIdx="0" presStyleCnt="4">
        <dgm:presLayoutVars>
          <dgm:chMax val="0"/>
          <dgm:bulletEnabled val="1"/>
        </dgm:presLayoutVars>
      </dgm:prSet>
      <dgm:spPr/>
      <dgm:t>
        <a:bodyPr/>
        <a:lstStyle/>
        <a:p>
          <a:endParaRPr lang="es-VE"/>
        </a:p>
      </dgm:t>
    </dgm:pt>
    <dgm:pt modelId="{52C24ECF-5580-434C-9F73-B21FC8191636}" type="pres">
      <dgm:prSet presAssocID="{946B53D1-A640-4EE0-9FD2-752D6B9F3653}" presName="childNode" presStyleLbl="node1" presStyleIdx="0" presStyleCnt="4">
        <dgm:presLayoutVars>
          <dgm:bulletEnabled val="1"/>
        </dgm:presLayoutVars>
      </dgm:prSet>
      <dgm:spPr/>
      <dgm:t>
        <a:bodyPr/>
        <a:lstStyle/>
        <a:p>
          <a:endParaRPr lang="es-VE"/>
        </a:p>
      </dgm:t>
    </dgm:pt>
    <dgm:pt modelId="{EF3DEAFC-B39A-4A9F-9927-0A5B7F881E7C}" type="pres">
      <dgm:prSet presAssocID="{8BB2F84B-D137-433F-B46E-6B3272D057FA}" presName="hSp" presStyleCnt="0"/>
      <dgm:spPr/>
    </dgm:pt>
    <dgm:pt modelId="{3BCDAB7B-6FC6-4AE5-8AFE-D398CEE67CFF}" type="pres">
      <dgm:prSet presAssocID="{8BB2F84B-D137-433F-B46E-6B3272D057FA}" presName="vProcSp" presStyleCnt="0"/>
      <dgm:spPr/>
    </dgm:pt>
    <dgm:pt modelId="{E99A009A-870D-4816-9251-B27EE995EA1E}" type="pres">
      <dgm:prSet presAssocID="{8BB2F84B-D137-433F-B46E-6B3272D057FA}" presName="vSp1" presStyleCnt="0"/>
      <dgm:spPr/>
    </dgm:pt>
    <dgm:pt modelId="{6ECBADA2-DB9D-4417-9B55-DB3DE1A555A1}" type="pres">
      <dgm:prSet presAssocID="{8BB2F84B-D137-433F-B46E-6B3272D057FA}" presName="simulatedConn" presStyleLbl="solidFgAcc1" presStyleIdx="0" presStyleCnt="3"/>
      <dgm:spPr/>
    </dgm:pt>
    <dgm:pt modelId="{88A5169C-E77F-4B3A-B8EA-93D8451C6076}" type="pres">
      <dgm:prSet presAssocID="{8BB2F84B-D137-433F-B46E-6B3272D057FA}" presName="vSp2" presStyleCnt="0"/>
      <dgm:spPr/>
    </dgm:pt>
    <dgm:pt modelId="{24660995-F480-4CBD-A3D4-4091810DCC48}" type="pres">
      <dgm:prSet presAssocID="{8BB2F84B-D137-433F-B46E-6B3272D057FA}" presName="sibTrans" presStyleCnt="0"/>
      <dgm:spPr/>
    </dgm:pt>
    <dgm:pt modelId="{E38EA583-3997-4F89-866C-A10A8DE3313E}" type="pres">
      <dgm:prSet presAssocID="{CDD82AD1-57B9-42C6-B382-F3D9697BC28C}" presName="compositeNode" presStyleCnt="0">
        <dgm:presLayoutVars>
          <dgm:bulletEnabled val="1"/>
        </dgm:presLayoutVars>
      </dgm:prSet>
      <dgm:spPr/>
    </dgm:pt>
    <dgm:pt modelId="{97DBCB3E-F6AC-4A34-8FB1-2C76F22A41A3}" type="pres">
      <dgm:prSet presAssocID="{CDD82AD1-57B9-42C6-B382-F3D9697BC28C}" presName="bgRect" presStyleLbl="node1" presStyleIdx="1" presStyleCnt="4" custScaleX="90029" custScaleY="122180"/>
      <dgm:spPr/>
      <dgm:t>
        <a:bodyPr/>
        <a:lstStyle/>
        <a:p>
          <a:endParaRPr lang="es-VE"/>
        </a:p>
      </dgm:t>
    </dgm:pt>
    <dgm:pt modelId="{6CDE7DF9-66C7-4995-B913-DD4067569BE6}" type="pres">
      <dgm:prSet presAssocID="{CDD82AD1-57B9-42C6-B382-F3D9697BC28C}" presName="parentNode" presStyleLbl="node1" presStyleIdx="1" presStyleCnt="4">
        <dgm:presLayoutVars>
          <dgm:chMax val="0"/>
          <dgm:bulletEnabled val="1"/>
        </dgm:presLayoutVars>
      </dgm:prSet>
      <dgm:spPr/>
      <dgm:t>
        <a:bodyPr/>
        <a:lstStyle/>
        <a:p>
          <a:endParaRPr lang="es-VE"/>
        </a:p>
      </dgm:t>
    </dgm:pt>
    <dgm:pt modelId="{C5149767-001E-42CA-A67F-8D2A5B11114B}" type="pres">
      <dgm:prSet presAssocID="{CDD82AD1-57B9-42C6-B382-F3D9697BC28C}" presName="childNode" presStyleLbl="node1" presStyleIdx="1" presStyleCnt="4">
        <dgm:presLayoutVars>
          <dgm:bulletEnabled val="1"/>
        </dgm:presLayoutVars>
      </dgm:prSet>
      <dgm:spPr/>
      <dgm:t>
        <a:bodyPr/>
        <a:lstStyle/>
        <a:p>
          <a:endParaRPr lang="es-VE"/>
        </a:p>
      </dgm:t>
    </dgm:pt>
    <dgm:pt modelId="{C2CA975E-DBFA-4969-9DC7-5903641DCBDD}" type="pres">
      <dgm:prSet presAssocID="{0BDD46F6-8E63-41C3-A219-67019884582D}" presName="hSp" presStyleCnt="0"/>
      <dgm:spPr/>
    </dgm:pt>
    <dgm:pt modelId="{0D615EC1-E340-46BA-A93A-6EF0F1DD915E}" type="pres">
      <dgm:prSet presAssocID="{0BDD46F6-8E63-41C3-A219-67019884582D}" presName="vProcSp" presStyleCnt="0"/>
      <dgm:spPr/>
    </dgm:pt>
    <dgm:pt modelId="{61CC9594-1A1B-4E81-8F65-08ABBCC68444}" type="pres">
      <dgm:prSet presAssocID="{0BDD46F6-8E63-41C3-A219-67019884582D}" presName="vSp1" presStyleCnt="0"/>
      <dgm:spPr/>
    </dgm:pt>
    <dgm:pt modelId="{46024F1B-5D1A-434B-97A6-AF8AE8F9F7AB}" type="pres">
      <dgm:prSet presAssocID="{0BDD46F6-8E63-41C3-A219-67019884582D}" presName="simulatedConn" presStyleLbl="solidFgAcc1" presStyleIdx="1" presStyleCnt="3"/>
      <dgm:spPr/>
    </dgm:pt>
    <dgm:pt modelId="{3B1D7771-528C-4377-AC10-139D8B56F9DA}" type="pres">
      <dgm:prSet presAssocID="{0BDD46F6-8E63-41C3-A219-67019884582D}" presName="vSp2" presStyleCnt="0"/>
      <dgm:spPr/>
    </dgm:pt>
    <dgm:pt modelId="{DB61C521-5D22-4390-9F91-C09A1C79A3F7}" type="pres">
      <dgm:prSet presAssocID="{0BDD46F6-8E63-41C3-A219-67019884582D}" presName="sibTrans" presStyleCnt="0"/>
      <dgm:spPr/>
    </dgm:pt>
    <dgm:pt modelId="{F42E83E3-3F23-479B-B4DC-299C10266084}" type="pres">
      <dgm:prSet presAssocID="{AF045051-050A-437B-B57D-0E1A0EC27AF1}" presName="compositeNode" presStyleCnt="0">
        <dgm:presLayoutVars>
          <dgm:bulletEnabled val="1"/>
        </dgm:presLayoutVars>
      </dgm:prSet>
      <dgm:spPr/>
    </dgm:pt>
    <dgm:pt modelId="{5F3272BF-5C1E-41FD-8324-87B61B6E8A2D}" type="pres">
      <dgm:prSet presAssocID="{AF045051-050A-437B-B57D-0E1A0EC27AF1}" presName="bgRect" presStyleLbl="node1" presStyleIdx="2" presStyleCnt="4" custScaleY="122180"/>
      <dgm:spPr/>
      <dgm:t>
        <a:bodyPr/>
        <a:lstStyle/>
        <a:p>
          <a:endParaRPr lang="es-VE"/>
        </a:p>
      </dgm:t>
    </dgm:pt>
    <dgm:pt modelId="{32646067-F3CB-4371-8EB6-A2B1C23FF482}" type="pres">
      <dgm:prSet presAssocID="{AF045051-050A-437B-B57D-0E1A0EC27AF1}" presName="parentNode" presStyleLbl="node1" presStyleIdx="2" presStyleCnt="4">
        <dgm:presLayoutVars>
          <dgm:chMax val="0"/>
          <dgm:bulletEnabled val="1"/>
        </dgm:presLayoutVars>
      </dgm:prSet>
      <dgm:spPr/>
      <dgm:t>
        <a:bodyPr/>
        <a:lstStyle/>
        <a:p>
          <a:endParaRPr lang="es-VE"/>
        </a:p>
      </dgm:t>
    </dgm:pt>
    <dgm:pt modelId="{08C71B09-DEEF-4E32-881F-92E793AC5693}" type="pres">
      <dgm:prSet presAssocID="{AF045051-050A-437B-B57D-0E1A0EC27AF1}" presName="childNode" presStyleLbl="node1" presStyleIdx="2" presStyleCnt="4">
        <dgm:presLayoutVars>
          <dgm:bulletEnabled val="1"/>
        </dgm:presLayoutVars>
      </dgm:prSet>
      <dgm:spPr/>
      <dgm:t>
        <a:bodyPr/>
        <a:lstStyle/>
        <a:p>
          <a:endParaRPr lang="es-VE"/>
        </a:p>
      </dgm:t>
    </dgm:pt>
    <dgm:pt modelId="{08D8CCB3-5C23-4251-B940-F40A7CB0B8B0}" type="pres">
      <dgm:prSet presAssocID="{E402CCE1-796E-486B-9685-5AEE31DE2DD6}" presName="hSp" presStyleCnt="0"/>
      <dgm:spPr/>
    </dgm:pt>
    <dgm:pt modelId="{D789965B-5A11-4DEF-A5C3-AC2610674197}" type="pres">
      <dgm:prSet presAssocID="{E402CCE1-796E-486B-9685-5AEE31DE2DD6}" presName="vProcSp" presStyleCnt="0"/>
      <dgm:spPr/>
    </dgm:pt>
    <dgm:pt modelId="{3D649973-8247-449B-838E-41745DECCFA8}" type="pres">
      <dgm:prSet presAssocID="{E402CCE1-796E-486B-9685-5AEE31DE2DD6}" presName="vSp1" presStyleCnt="0"/>
      <dgm:spPr/>
    </dgm:pt>
    <dgm:pt modelId="{4E8C41A9-6710-4394-A1B2-CF97F8822AAC}" type="pres">
      <dgm:prSet presAssocID="{E402CCE1-796E-486B-9685-5AEE31DE2DD6}" presName="simulatedConn" presStyleLbl="solidFgAcc1" presStyleIdx="2" presStyleCnt="3"/>
      <dgm:spPr/>
    </dgm:pt>
    <dgm:pt modelId="{3D43DC9F-13D4-4C9C-B4B0-9DA5BF190D55}" type="pres">
      <dgm:prSet presAssocID="{E402CCE1-796E-486B-9685-5AEE31DE2DD6}" presName="vSp2" presStyleCnt="0"/>
      <dgm:spPr/>
    </dgm:pt>
    <dgm:pt modelId="{47F564C9-E9DF-40EE-8315-4852510F60D8}" type="pres">
      <dgm:prSet presAssocID="{E402CCE1-796E-486B-9685-5AEE31DE2DD6}" presName="sibTrans" presStyleCnt="0"/>
      <dgm:spPr/>
    </dgm:pt>
    <dgm:pt modelId="{775F3BA4-77EA-46C9-A50B-047E9C73F572}" type="pres">
      <dgm:prSet presAssocID="{F64BEF9E-60F5-4CA6-A59F-7E746B8F1C9A}" presName="compositeNode" presStyleCnt="0">
        <dgm:presLayoutVars>
          <dgm:bulletEnabled val="1"/>
        </dgm:presLayoutVars>
      </dgm:prSet>
      <dgm:spPr/>
    </dgm:pt>
    <dgm:pt modelId="{5030646C-7577-4942-A141-4E1A3B6016F8}" type="pres">
      <dgm:prSet presAssocID="{F64BEF9E-60F5-4CA6-A59F-7E746B8F1C9A}" presName="bgRect" presStyleLbl="node1" presStyleIdx="3" presStyleCnt="4" custScaleY="122180"/>
      <dgm:spPr/>
      <dgm:t>
        <a:bodyPr/>
        <a:lstStyle/>
        <a:p>
          <a:endParaRPr lang="es-VE"/>
        </a:p>
      </dgm:t>
    </dgm:pt>
    <dgm:pt modelId="{1646752E-303C-4274-90E8-22116DD18E97}" type="pres">
      <dgm:prSet presAssocID="{F64BEF9E-60F5-4CA6-A59F-7E746B8F1C9A}" presName="parentNode" presStyleLbl="node1" presStyleIdx="3" presStyleCnt="4">
        <dgm:presLayoutVars>
          <dgm:chMax val="0"/>
          <dgm:bulletEnabled val="1"/>
        </dgm:presLayoutVars>
      </dgm:prSet>
      <dgm:spPr/>
      <dgm:t>
        <a:bodyPr/>
        <a:lstStyle/>
        <a:p>
          <a:endParaRPr lang="es-VE"/>
        </a:p>
      </dgm:t>
    </dgm:pt>
    <dgm:pt modelId="{C1773167-87BA-4075-A269-9E15A9AF7242}" type="pres">
      <dgm:prSet presAssocID="{F64BEF9E-60F5-4CA6-A59F-7E746B8F1C9A}" presName="childNode" presStyleLbl="node1" presStyleIdx="3" presStyleCnt="4">
        <dgm:presLayoutVars>
          <dgm:bulletEnabled val="1"/>
        </dgm:presLayoutVars>
      </dgm:prSet>
      <dgm:spPr/>
      <dgm:t>
        <a:bodyPr/>
        <a:lstStyle/>
        <a:p>
          <a:endParaRPr lang="es-VE"/>
        </a:p>
      </dgm:t>
    </dgm:pt>
  </dgm:ptLst>
  <dgm:cxnLst>
    <dgm:cxn modelId="{DD71C41B-BF2E-4295-B78B-A1775E165CC4}" type="presOf" srcId="{8ABD6621-8865-4F8C-AAE5-17117D94E9A4}" destId="{52C24ECF-5580-434C-9F73-B21FC8191636}" srcOrd="0" destOrd="0" presId="urn:microsoft.com/office/officeart/2005/8/layout/hProcess7"/>
    <dgm:cxn modelId="{498A7949-C11B-46FA-B276-A520E93CE284}" srcId="{867276B9-8C64-44D1-B4AC-20722AAC6A22}" destId="{F64BEF9E-60F5-4CA6-A59F-7E746B8F1C9A}" srcOrd="3" destOrd="0" parTransId="{9DA58495-AC42-41D7-A22A-BDA2A6C8D2AB}" sibTransId="{3EA37355-2AA1-4079-A4AC-2FE233084100}"/>
    <dgm:cxn modelId="{DDFA5765-C092-469B-A0B3-C0C93AA0D0D6}" type="presOf" srcId="{ABED152E-4F45-497E-8ABA-F1F504E2702C}" destId="{08C71B09-DEEF-4E32-881F-92E793AC5693}" srcOrd="0" destOrd="0" presId="urn:microsoft.com/office/officeart/2005/8/layout/hProcess7"/>
    <dgm:cxn modelId="{867EDCEA-A872-4FBD-B70C-363B15316D92}" type="presOf" srcId="{867276B9-8C64-44D1-B4AC-20722AAC6A22}" destId="{0E470E6A-34AD-4BE7-8A76-C0B7E3180D75}" srcOrd="0" destOrd="0" presId="urn:microsoft.com/office/officeart/2005/8/layout/hProcess7"/>
    <dgm:cxn modelId="{4DD1DFF1-77E5-4AE7-B6E7-61A321C0329B}" srcId="{867276B9-8C64-44D1-B4AC-20722AAC6A22}" destId="{946B53D1-A640-4EE0-9FD2-752D6B9F3653}" srcOrd="0" destOrd="0" parTransId="{7DF80036-C49C-4EC3-9757-DBEE854FF621}" sibTransId="{8BB2F84B-D137-433F-B46E-6B3272D057FA}"/>
    <dgm:cxn modelId="{CF16529A-52CA-4FD4-A6C0-238A7483CC8E}" srcId="{F64BEF9E-60F5-4CA6-A59F-7E746B8F1C9A}" destId="{4474E24C-551E-4DCF-923D-69E2C222D5E8}" srcOrd="0" destOrd="0" parTransId="{D6B1DE53-2E24-40DC-B424-5920A8587318}" sibTransId="{81BBDFA0-0AFC-4B02-BA7C-741EF69C06B4}"/>
    <dgm:cxn modelId="{8EF76D25-52F4-43FA-B840-039C8E2E5554}" type="presOf" srcId="{946B53D1-A640-4EE0-9FD2-752D6B9F3653}" destId="{3A227F70-17D3-497D-9920-34F895956E14}" srcOrd="0" destOrd="0" presId="urn:microsoft.com/office/officeart/2005/8/layout/hProcess7"/>
    <dgm:cxn modelId="{FD8D5E59-AD94-4621-8E7F-C63B5F681893}" type="presOf" srcId="{4474E24C-551E-4DCF-923D-69E2C222D5E8}" destId="{C1773167-87BA-4075-A269-9E15A9AF7242}" srcOrd="0" destOrd="0" presId="urn:microsoft.com/office/officeart/2005/8/layout/hProcess7"/>
    <dgm:cxn modelId="{A543A0B6-7514-4735-8732-EAD0F713FAB0}" type="presOf" srcId="{CDD82AD1-57B9-42C6-B382-F3D9697BC28C}" destId="{97DBCB3E-F6AC-4A34-8FB1-2C76F22A41A3}" srcOrd="0" destOrd="0" presId="urn:microsoft.com/office/officeart/2005/8/layout/hProcess7"/>
    <dgm:cxn modelId="{4A0A4DD7-F658-4BE3-B176-00D37A76B32C}" type="presOf" srcId="{F64BEF9E-60F5-4CA6-A59F-7E746B8F1C9A}" destId="{1646752E-303C-4274-90E8-22116DD18E97}" srcOrd="1" destOrd="0" presId="urn:microsoft.com/office/officeart/2005/8/layout/hProcess7"/>
    <dgm:cxn modelId="{C25C9D91-702B-4450-9E7E-DFAF7631191D}" type="presOf" srcId="{946B53D1-A640-4EE0-9FD2-752D6B9F3653}" destId="{8BE45EC0-B09F-4149-8EE6-9FC4BA1BBD24}" srcOrd="1" destOrd="0" presId="urn:microsoft.com/office/officeart/2005/8/layout/hProcess7"/>
    <dgm:cxn modelId="{1ED350BC-95B6-48A7-8C40-22DCB74958B0}" type="presOf" srcId="{80096576-A05A-4169-A5E7-E27C170673B2}" destId="{C5149767-001E-42CA-A67F-8D2A5B11114B}" srcOrd="0" destOrd="0" presId="urn:microsoft.com/office/officeart/2005/8/layout/hProcess7"/>
    <dgm:cxn modelId="{959F3BC3-C57F-47C2-A892-2BEDED24964C}" type="presOf" srcId="{F64BEF9E-60F5-4CA6-A59F-7E746B8F1C9A}" destId="{5030646C-7577-4942-A141-4E1A3B6016F8}" srcOrd="0" destOrd="0" presId="urn:microsoft.com/office/officeart/2005/8/layout/hProcess7"/>
    <dgm:cxn modelId="{7161CF31-D7A5-49EC-A76F-0AA78FC8C5F4}" type="presOf" srcId="{AF045051-050A-437B-B57D-0E1A0EC27AF1}" destId="{32646067-F3CB-4371-8EB6-A2B1C23FF482}" srcOrd="1" destOrd="0" presId="urn:microsoft.com/office/officeart/2005/8/layout/hProcess7"/>
    <dgm:cxn modelId="{D56176A0-1049-4731-AF57-CF57277E8F63}" srcId="{867276B9-8C64-44D1-B4AC-20722AAC6A22}" destId="{AF045051-050A-437B-B57D-0E1A0EC27AF1}" srcOrd="2" destOrd="0" parTransId="{EC03B8C9-E89E-405A-9C6C-FF8CCFCAB862}" sibTransId="{E402CCE1-796E-486B-9685-5AEE31DE2DD6}"/>
    <dgm:cxn modelId="{88D40966-D189-4EE2-9494-2D6E2A9D7D5D}" srcId="{CDD82AD1-57B9-42C6-B382-F3D9697BC28C}" destId="{80096576-A05A-4169-A5E7-E27C170673B2}" srcOrd="0" destOrd="0" parTransId="{F97D20C2-2283-4EC0-8885-8B6F9D1A6336}" sibTransId="{50033869-9CB7-4AE6-B70F-CF5E23262F28}"/>
    <dgm:cxn modelId="{72EC91B1-1009-4F74-BDDF-889D33CCE33A}" srcId="{AF045051-050A-437B-B57D-0E1A0EC27AF1}" destId="{ABED152E-4F45-497E-8ABA-F1F504E2702C}" srcOrd="0" destOrd="0" parTransId="{A621BBF7-1558-4EF0-AFDE-63C8383B2749}" sibTransId="{B32F00DE-1CCE-4B95-82A3-A402F4E0E347}"/>
    <dgm:cxn modelId="{97A9A649-A1FA-4E1B-A446-A99D048BEC51}" type="presOf" srcId="{AF045051-050A-437B-B57D-0E1A0EC27AF1}" destId="{5F3272BF-5C1E-41FD-8324-87B61B6E8A2D}" srcOrd="0" destOrd="0" presId="urn:microsoft.com/office/officeart/2005/8/layout/hProcess7"/>
    <dgm:cxn modelId="{7A92A105-BF55-481F-B9ED-38A059841706}" type="presOf" srcId="{CDD82AD1-57B9-42C6-B382-F3D9697BC28C}" destId="{6CDE7DF9-66C7-4995-B913-DD4067569BE6}" srcOrd="1" destOrd="0" presId="urn:microsoft.com/office/officeart/2005/8/layout/hProcess7"/>
    <dgm:cxn modelId="{139814C5-2E79-4527-B022-CCDAB1DF9479}" srcId="{867276B9-8C64-44D1-B4AC-20722AAC6A22}" destId="{CDD82AD1-57B9-42C6-B382-F3D9697BC28C}" srcOrd="1" destOrd="0" parTransId="{5DC56BA5-2BE1-41E5-956B-88E9A77565C1}" sibTransId="{0BDD46F6-8E63-41C3-A219-67019884582D}"/>
    <dgm:cxn modelId="{87980DE7-0496-415C-9A41-8F23C90E4C50}" srcId="{946B53D1-A640-4EE0-9FD2-752D6B9F3653}" destId="{8ABD6621-8865-4F8C-AAE5-17117D94E9A4}" srcOrd="0" destOrd="0" parTransId="{C974C71D-B033-42F0-95F0-D46121DC2E72}" sibTransId="{0A0CCA91-0576-4D31-A6B9-DF0AAC6D9942}"/>
    <dgm:cxn modelId="{3383E98E-9CDD-45BA-9B49-11BF008BC9D6}" type="presParOf" srcId="{0E470E6A-34AD-4BE7-8A76-C0B7E3180D75}" destId="{7FA44D6C-2B68-4DA9-967C-508517799486}" srcOrd="0" destOrd="0" presId="urn:microsoft.com/office/officeart/2005/8/layout/hProcess7"/>
    <dgm:cxn modelId="{AF65BF1F-5931-4A57-8422-2BAB5BEF727C}" type="presParOf" srcId="{7FA44D6C-2B68-4DA9-967C-508517799486}" destId="{3A227F70-17D3-497D-9920-34F895956E14}" srcOrd="0" destOrd="0" presId="urn:microsoft.com/office/officeart/2005/8/layout/hProcess7"/>
    <dgm:cxn modelId="{21031853-06B9-4342-A78B-C38B23B1E735}" type="presParOf" srcId="{7FA44D6C-2B68-4DA9-967C-508517799486}" destId="{8BE45EC0-B09F-4149-8EE6-9FC4BA1BBD24}" srcOrd="1" destOrd="0" presId="urn:microsoft.com/office/officeart/2005/8/layout/hProcess7"/>
    <dgm:cxn modelId="{2158D50B-4EDD-4FE3-B828-B69FD06561B8}" type="presParOf" srcId="{7FA44D6C-2B68-4DA9-967C-508517799486}" destId="{52C24ECF-5580-434C-9F73-B21FC8191636}" srcOrd="2" destOrd="0" presId="urn:microsoft.com/office/officeart/2005/8/layout/hProcess7"/>
    <dgm:cxn modelId="{9B7098C2-71C4-4334-85A6-5D92D0067B7A}" type="presParOf" srcId="{0E470E6A-34AD-4BE7-8A76-C0B7E3180D75}" destId="{EF3DEAFC-B39A-4A9F-9927-0A5B7F881E7C}" srcOrd="1" destOrd="0" presId="urn:microsoft.com/office/officeart/2005/8/layout/hProcess7"/>
    <dgm:cxn modelId="{8E4D98BC-576A-42B9-ABB4-F59C06954177}" type="presParOf" srcId="{0E470E6A-34AD-4BE7-8A76-C0B7E3180D75}" destId="{3BCDAB7B-6FC6-4AE5-8AFE-D398CEE67CFF}" srcOrd="2" destOrd="0" presId="urn:microsoft.com/office/officeart/2005/8/layout/hProcess7"/>
    <dgm:cxn modelId="{8AA8A5B1-082F-41CB-9C9A-6BB01E2A74E0}" type="presParOf" srcId="{3BCDAB7B-6FC6-4AE5-8AFE-D398CEE67CFF}" destId="{E99A009A-870D-4816-9251-B27EE995EA1E}" srcOrd="0" destOrd="0" presId="urn:microsoft.com/office/officeart/2005/8/layout/hProcess7"/>
    <dgm:cxn modelId="{DDE4149F-F3D3-41DB-ACC6-76C2ED4CE595}" type="presParOf" srcId="{3BCDAB7B-6FC6-4AE5-8AFE-D398CEE67CFF}" destId="{6ECBADA2-DB9D-4417-9B55-DB3DE1A555A1}" srcOrd="1" destOrd="0" presId="urn:microsoft.com/office/officeart/2005/8/layout/hProcess7"/>
    <dgm:cxn modelId="{624F6072-D7D3-4948-91D1-BBBE0DE46D54}" type="presParOf" srcId="{3BCDAB7B-6FC6-4AE5-8AFE-D398CEE67CFF}" destId="{88A5169C-E77F-4B3A-B8EA-93D8451C6076}" srcOrd="2" destOrd="0" presId="urn:microsoft.com/office/officeart/2005/8/layout/hProcess7"/>
    <dgm:cxn modelId="{5319395D-C9EE-47DF-8EDC-9C7072A7F10B}" type="presParOf" srcId="{0E470E6A-34AD-4BE7-8A76-C0B7E3180D75}" destId="{24660995-F480-4CBD-A3D4-4091810DCC48}" srcOrd="3" destOrd="0" presId="urn:microsoft.com/office/officeart/2005/8/layout/hProcess7"/>
    <dgm:cxn modelId="{55808469-A460-4ABA-847A-56B172E64CF8}" type="presParOf" srcId="{0E470E6A-34AD-4BE7-8A76-C0B7E3180D75}" destId="{E38EA583-3997-4F89-866C-A10A8DE3313E}" srcOrd="4" destOrd="0" presId="urn:microsoft.com/office/officeart/2005/8/layout/hProcess7"/>
    <dgm:cxn modelId="{D1BA35B9-5E39-494D-9A24-E33C632D5271}" type="presParOf" srcId="{E38EA583-3997-4F89-866C-A10A8DE3313E}" destId="{97DBCB3E-F6AC-4A34-8FB1-2C76F22A41A3}" srcOrd="0" destOrd="0" presId="urn:microsoft.com/office/officeart/2005/8/layout/hProcess7"/>
    <dgm:cxn modelId="{F3E9187D-23D2-49A7-AF5A-B1E72B02080A}" type="presParOf" srcId="{E38EA583-3997-4F89-866C-A10A8DE3313E}" destId="{6CDE7DF9-66C7-4995-B913-DD4067569BE6}" srcOrd="1" destOrd="0" presId="urn:microsoft.com/office/officeart/2005/8/layout/hProcess7"/>
    <dgm:cxn modelId="{02F285B6-A881-4CA9-9046-E0BF9DEF2B50}" type="presParOf" srcId="{E38EA583-3997-4F89-866C-A10A8DE3313E}" destId="{C5149767-001E-42CA-A67F-8D2A5B11114B}" srcOrd="2" destOrd="0" presId="urn:microsoft.com/office/officeart/2005/8/layout/hProcess7"/>
    <dgm:cxn modelId="{58CDF6B1-3199-4AF9-853B-B854569D9BAE}" type="presParOf" srcId="{0E470E6A-34AD-4BE7-8A76-C0B7E3180D75}" destId="{C2CA975E-DBFA-4969-9DC7-5903641DCBDD}" srcOrd="5" destOrd="0" presId="urn:microsoft.com/office/officeart/2005/8/layout/hProcess7"/>
    <dgm:cxn modelId="{9A47AABF-6045-4AC7-AC0E-1D611EC99C7F}" type="presParOf" srcId="{0E470E6A-34AD-4BE7-8A76-C0B7E3180D75}" destId="{0D615EC1-E340-46BA-A93A-6EF0F1DD915E}" srcOrd="6" destOrd="0" presId="urn:microsoft.com/office/officeart/2005/8/layout/hProcess7"/>
    <dgm:cxn modelId="{45BFE62F-5271-4584-8530-94243D5AF783}" type="presParOf" srcId="{0D615EC1-E340-46BA-A93A-6EF0F1DD915E}" destId="{61CC9594-1A1B-4E81-8F65-08ABBCC68444}" srcOrd="0" destOrd="0" presId="urn:microsoft.com/office/officeart/2005/8/layout/hProcess7"/>
    <dgm:cxn modelId="{BDA13383-5623-4160-BEFF-5C66F797F380}" type="presParOf" srcId="{0D615EC1-E340-46BA-A93A-6EF0F1DD915E}" destId="{46024F1B-5D1A-434B-97A6-AF8AE8F9F7AB}" srcOrd="1" destOrd="0" presId="urn:microsoft.com/office/officeart/2005/8/layout/hProcess7"/>
    <dgm:cxn modelId="{BD4F25D5-A95E-4C18-9DDD-FDB12E7C3DF7}" type="presParOf" srcId="{0D615EC1-E340-46BA-A93A-6EF0F1DD915E}" destId="{3B1D7771-528C-4377-AC10-139D8B56F9DA}" srcOrd="2" destOrd="0" presId="urn:microsoft.com/office/officeart/2005/8/layout/hProcess7"/>
    <dgm:cxn modelId="{4C510118-A1D7-47C2-B5EC-C60636D3D5DB}" type="presParOf" srcId="{0E470E6A-34AD-4BE7-8A76-C0B7E3180D75}" destId="{DB61C521-5D22-4390-9F91-C09A1C79A3F7}" srcOrd="7" destOrd="0" presId="urn:microsoft.com/office/officeart/2005/8/layout/hProcess7"/>
    <dgm:cxn modelId="{F11BC29A-9C75-44B1-BFB7-DF519FCA988F}" type="presParOf" srcId="{0E470E6A-34AD-4BE7-8A76-C0B7E3180D75}" destId="{F42E83E3-3F23-479B-B4DC-299C10266084}" srcOrd="8" destOrd="0" presId="urn:microsoft.com/office/officeart/2005/8/layout/hProcess7"/>
    <dgm:cxn modelId="{6D62F9EE-C4B2-4923-B511-CFF174ADBC77}" type="presParOf" srcId="{F42E83E3-3F23-479B-B4DC-299C10266084}" destId="{5F3272BF-5C1E-41FD-8324-87B61B6E8A2D}" srcOrd="0" destOrd="0" presId="urn:microsoft.com/office/officeart/2005/8/layout/hProcess7"/>
    <dgm:cxn modelId="{555663FC-D8D5-44A3-A34E-11C1C97848A1}" type="presParOf" srcId="{F42E83E3-3F23-479B-B4DC-299C10266084}" destId="{32646067-F3CB-4371-8EB6-A2B1C23FF482}" srcOrd="1" destOrd="0" presId="urn:microsoft.com/office/officeart/2005/8/layout/hProcess7"/>
    <dgm:cxn modelId="{80A2DC6E-BC56-4129-9D75-B05C69894535}" type="presParOf" srcId="{F42E83E3-3F23-479B-B4DC-299C10266084}" destId="{08C71B09-DEEF-4E32-881F-92E793AC5693}" srcOrd="2" destOrd="0" presId="urn:microsoft.com/office/officeart/2005/8/layout/hProcess7"/>
    <dgm:cxn modelId="{5B92F1FB-BBD6-4903-817D-6EB44745504E}" type="presParOf" srcId="{0E470E6A-34AD-4BE7-8A76-C0B7E3180D75}" destId="{08D8CCB3-5C23-4251-B940-F40A7CB0B8B0}" srcOrd="9" destOrd="0" presId="urn:microsoft.com/office/officeart/2005/8/layout/hProcess7"/>
    <dgm:cxn modelId="{182821A7-AA67-4722-A6B6-4AA95717BAA1}" type="presParOf" srcId="{0E470E6A-34AD-4BE7-8A76-C0B7E3180D75}" destId="{D789965B-5A11-4DEF-A5C3-AC2610674197}" srcOrd="10" destOrd="0" presId="urn:microsoft.com/office/officeart/2005/8/layout/hProcess7"/>
    <dgm:cxn modelId="{370CC0EB-76F6-471B-ABCC-30C2BE865E9D}" type="presParOf" srcId="{D789965B-5A11-4DEF-A5C3-AC2610674197}" destId="{3D649973-8247-449B-838E-41745DECCFA8}" srcOrd="0" destOrd="0" presId="urn:microsoft.com/office/officeart/2005/8/layout/hProcess7"/>
    <dgm:cxn modelId="{C4DFF898-6C21-492D-BD68-372E108D2565}" type="presParOf" srcId="{D789965B-5A11-4DEF-A5C3-AC2610674197}" destId="{4E8C41A9-6710-4394-A1B2-CF97F8822AAC}" srcOrd="1" destOrd="0" presId="urn:microsoft.com/office/officeart/2005/8/layout/hProcess7"/>
    <dgm:cxn modelId="{A05AABAA-7617-47FE-88DC-7CD39DB3E70F}" type="presParOf" srcId="{D789965B-5A11-4DEF-A5C3-AC2610674197}" destId="{3D43DC9F-13D4-4C9C-B4B0-9DA5BF190D55}" srcOrd="2" destOrd="0" presId="urn:microsoft.com/office/officeart/2005/8/layout/hProcess7"/>
    <dgm:cxn modelId="{483970DD-42D3-445F-A731-C72C926C2B20}" type="presParOf" srcId="{0E470E6A-34AD-4BE7-8A76-C0B7E3180D75}" destId="{47F564C9-E9DF-40EE-8315-4852510F60D8}" srcOrd="11" destOrd="0" presId="urn:microsoft.com/office/officeart/2005/8/layout/hProcess7"/>
    <dgm:cxn modelId="{57C08C5E-5230-4F96-AAD0-7801D643C657}" type="presParOf" srcId="{0E470E6A-34AD-4BE7-8A76-C0B7E3180D75}" destId="{775F3BA4-77EA-46C9-A50B-047E9C73F572}" srcOrd="12" destOrd="0" presId="urn:microsoft.com/office/officeart/2005/8/layout/hProcess7"/>
    <dgm:cxn modelId="{29C508A5-3BA7-4903-B3B5-40C9B5B262BE}" type="presParOf" srcId="{775F3BA4-77EA-46C9-A50B-047E9C73F572}" destId="{5030646C-7577-4942-A141-4E1A3B6016F8}" srcOrd="0" destOrd="0" presId="urn:microsoft.com/office/officeart/2005/8/layout/hProcess7"/>
    <dgm:cxn modelId="{70B8B350-7746-4FBF-97B8-9572087F021D}" type="presParOf" srcId="{775F3BA4-77EA-46C9-A50B-047E9C73F572}" destId="{1646752E-303C-4274-90E8-22116DD18E97}" srcOrd="1" destOrd="0" presId="urn:microsoft.com/office/officeart/2005/8/layout/hProcess7"/>
    <dgm:cxn modelId="{119C1FF7-103C-47F2-A457-CB3163962A65}" type="presParOf" srcId="{775F3BA4-77EA-46C9-A50B-047E9C73F572}" destId="{C1773167-87BA-4075-A269-9E15A9AF7242}" srcOrd="2" destOrd="0" presId="urn:microsoft.com/office/officeart/2005/8/layout/hProcess7"/>
  </dgm:cxnLst>
  <dgm:bg/>
  <dgm:whole/>
  <dgm:extLst>
    <a:ext uri="http://schemas.microsoft.com/office/drawing/2008/diagram">
      <dsp:dataModelExt xmlns:dsp="http://schemas.microsoft.com/office/drawing/2008/diagram" xmlns="" relId="rId1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1D87B90-CFF9-4D9A-B010-A849DA02E2B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43AD3C12-1900-4EE3-9D66-1210A55B4CBE}">
      <dgm:prSet custT="1"/>
      <dgm:spPr/>
      <dgm:t>
        <a:bodyPr/>
        <a:lstStyle/>
        <a:p>
          <a:pPr algn="ctr" rtl="0"/>
          <a:endParaRPr lang="es-VE" sz="2800" b="1" dirty="0" smtClean="0">
            <a:solidFill>
              <a:schemeClr val="tx1"/>
            </a:solidFill>
          </a:endParaRPr>
        </a:p>
        <a:p>
          <a:pPr algn="ctr" rtl="0"/>
          <a:r>
            <a:rPr lang="es-VE" sz="2800" b="1" dirty="0" smtClean="0">
              <a:solidFill>
                <a:schemeClr val="tx1"/>
              </a:solidFill>
            </a:rPr>
            <a:t>PROVIDENCIA ADMINISTRATIVA N°SAA-8-004-2021                     DE LA SUPERINTENDENCIA DE LA ACTIVIDAD ASEGURADORA</a:t>
          </a:r>
        </a:p>
        <a:p>
          <a:pPr algn="ctr" rtl="0"/>
          <a:r>
            <a:rPr lang="es-VE" sz="2800" b="1" dirty="0" smtClean="0">
              <a:solidFill>
                <a:schemeClr val="tx1"/>
              </a:solidFill>
            </a:rPr>
            <a:t>                          </a:t>
          </a:r>
          <a:endParaRPr lang="es-VE" sz="2800" b="1" dirty="0">
            <a:solidFill>
              <a:schemeClr val="tx1"/>
            </a:solidFill>
          </a:endParaRPr>
        </a:p>
      </dgm:t>
    </dgm:pt>
    <dgm:pt modelId="{9348F7BC-F139-432A-B8D2-407962341FE5}" type="parTrans" cxnId="{0481347D-25C7-4F4C-9B3A-A12D6D3A4A54}">
      <dgm:prSet/>
      <dgm:spPr/>
      <dgm:t>
        <a:bodyPr/>
        <a:lstStyle/>
        <a:p>
          <a:endParaRPr lang="es-VE" sz="2800"/>
        </a:p>
      </dgm:t>
    </dgm:pt>
    <dgm:pt modelId="{02EFB71B-EB12-4CC1-A7C3-FC863FF5DE1E}" type="sibTrans" cxnId="{0481347D-25C7-4F4C-9B3A-A12D6D3A4A54}">
      <dgm:prSet/>
      <dgm:spPr/>
      <dgm:t>
        <a:bodyPr/>
        <a:lstStyle/>
        <a:p>
          <a:endParaRPr lang="es-VE" sz="2800"/>
        </a:p>
      </dgm:t>
    </dgm:pt>
    <dgm:pt modelId="{EC9F46ED-6AEE-497C-BA69-3D7D23F9E32E}" type="pres">
      <dgm:prSet presAssocID="{B1D87B90-CFF9-4D9A-B010-A849DA02E2B1}" presName="linear" presStyleCnt="0">
        <dgm:presLayoutVars>
          <dgm:animLvl val="lvl"/>
          <dgm:resizeHandles val="exact"/>
        </dgm:presLayoutVars>
      </dgm:prSet>
      <dgm:spPr/>
      <dgm:t>
        <a:bodyPr/>
        <a:lstStyle/>
        <a:p>
          <a:endParaRPr lang="es-VE"/>
        </a:p>
      </dgm:t>
    </dgm:pt>
    <dgm:pt modelId="{64FB5EB1-7477-40C1-8A49-0E3A2846B440}" type="pres">
      <dgm:prSet presAssocID="{43AD3C12-1900-4EE3-9D66-1210A55B4CBE}" presName="parentText" presStyleLbl="node1" presStyleIdx="0" presStyleCnt="1" custScaleY="557386" custLinFactNeighborY="8364">
        <dgm:presLayoutVars>
          <dgm:chMax val="0"/>
          <dgm:bulletEnabled val="1"/>
        </dgm:presLayoutVars>
      </dgm:prSet>
      <dgm:spPr/>
      <dgm:t>
        <a:bodyPr/>
        <a:lstStyle/>
        <a:p>
          <a:endParaRPr lang="es-VE"/>
        </a:p>
      </dgm:t>
    </dgm:pt>
  </dgm:ptLst>
  <dgm:cxnLst>
    <dgm:cxn modelId="{0481347D-25C7-4F4C-9B3A-A12D6D3A4A54}" srcId="{B1D87B90-CFF9-4D9A-B010-A849DA02E2B1}" destId="{43AD3C12-1900-4EE3-9D66-1210A55B4CBE}" srcOrd="0" destOrd="0" parTransId="{9348F7BC-F139-432A-B8D2-407962341FE5}" sibTransId="{02EFB71B-EB12-4CC1-A7C3-FC863FF5DE1E}"/>
    <dgm:cxn modelId="{433B1E2D-A968-4F1C-B318-E5007E0D954A}" type="presOf" srcId="{43AD3C12-1900-4EE3-9D66-1210A55B4CBE}" destId="{64FB5EB1-7477-40C1-8A49-0E3A2846B440}" srcOrd="0" destOrd="0" presId="urn:microsoft.com/office/officeart/2005/8/layout/vList2"/>
    <dgm:cxn modelId="{A540DF1A-EFF7-4652-B45E-F5AA876FC5A3}" type="presOf" srcId="{B1D87B90-CFF9-4D9A-B010-A849DA02E2B1}" destId="{EC9F46ED-6AEE-497C-BA69-3D7D23F9E32E}" srcOrd="0" destOrd="0" presId="urn:microsoft.com/office/officeart/2005/8/layout/vList2"/>
    <dgm:cxn modelId="{CFFCBB0C-5E0F-402A-84F3-5AD5E4E6BFE6}" type="presParOf" srcId="{EC9F46ED-6AEE-497C-BA69-3D7D23F9E32E}" destId="{64FB5EB1-7477-40C1-8A49-0E3A2846B440}" srcOrd="0"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7D1AF22-13E3-4D8E-92F7-B60428D3028D}"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138DCA22-B59D-495A-B20E-3B3350FAAADE}">
      <dgm:prSet custT="1"/>
      <dgm:spPr/>
      <dgm:t>
        <a:bodyPr/>
        <a:lstStyle/>
        <a:p>
          <a:pPr algn="ctr" rtl="0"/>
          <a:r>
            <a:rPr lang="es-VE" sz="1600" b="1" dirty="0" smtClean="0">
              <a:solidFill>
                <a:schemeClr val="tx1"/>
              </a:solidFill>
            </a:rPr>
            <a:t>Publicada el 17 de mayo de 2021 en Gaceta Oficial Nº 42.128.</a:t>
          </a:r>
          <a:br>
            <a:rPr lang="es-VE" sz="1600" b="1" dirty="0" smtClean="0">
              <a:solidFill>
                <a:schemeClr val="tx1"/>
              </a:solidFill>
            </a:rPr>
          </a:br>
          <a:r>
            <a:rPr lang="es-VE" sz="1600" b="1" dirty="0" smtClean="0">
              <a:solidFill>
                <a:schemeClr val="tx1"/>
              </a:solidFill>
            </a:rPr>
            <a:t> </a:t>
          </a:r>
          <a:br>
            <a:rPr lang="es-VE" sz="1600" b="1" dirty="0" smtClean="0">
              <a:solidFill>
                <a:schemeClr val="tx1"/>
              </a:solidFill>
            </a:rPr>
          </a:br>
          <a:r>
            <a:rPr lang="es-VE" sz="1600" b="1" dirty="0" smtClean="0">
              <a:solidFill>
                <a:schemeClr val="tx1"/>
              </a:solidFill>
            </a:rPr>
            <a:t> La mencionada Providencia Administrativa está integrada por 113 artículos.</a:t>
          </a:r>
          <a:br>
            <a:rPr lang="es-VE" sz="1600" b="1" dirty="0" smtClean="0">
              <a:solidFill>
                <a:schemeClr val="tx1"/>
              </a:solidFill>
            </a:rPr>
          </a:br>
          <a:r>
            <a:rPr lang="es-VE" sz="1600" b="1" dirty="0" smtClean="0">
              <a:solidFill>
                <a:schemeClr val="tx1"/>
              </a:solidFill>
            </a:rPr>
            <a:t>1 Disposición Transitoria; </a:t>
          </a:r>
          <a:br>
            <a:rPr lang="es-VE" sz="1600" b="1" dirty="0" smtClean="0">
              <a:solidFill>
                <a:schemeClr val="tx1"/>
              </a:solidFill>
            </a:rPr>
          </a:br>
          <a:r>
            <a:rPr lang="es-VE" sz="1600" b="1" dirty="0" smtClean="0">
              <a:solidFill>
                <a:schemeClr val="tx1"/>
              </a:solidFill>
            </a:rPr>
            <a:t>1 Disposición Derogatoria  </a:t>
          </a:r>
          <a:br>
            <a:rPr lang="es-VE" sz="1600" b="1" dirty="0" smtClean="0">
              <a:solidFill>
                <a:schemeClr val="tx1"/>
              </a:solidFill>
            </a:rPr>
          </a:br>
          <a:r>
            <a:rPr lang="es-VE" sz="1600" b="1" dirty="0" smtClean="0">
              <a:solidFill>
                <a:schemeClr val="tx1"/>
              </a:solidFill>
            </a:rPr>
            <a:t>1 Disposición Final, </a:t>
          </a:r>
          <a:br>
            <a:rPr lang="es-VE" sz="1600" b="1" dirty="0" smtClean="0">
              <a:solidFill>
                <a:schemeClr val="tx1"/>
              </a:solidFill>
            </a:rPr>
          </a:br>
          <a:r>
            <a:rPr lang="es-VE" sz="1600" b="1" dirty="0" smtClean="0">
              <a:solidFill>
                <a:schemeClr val="tx1"/>
              </a:solidFill>
            </a:rPr>
            <a:t>Organizados en una estructura y con referencias similares a las que presentan las regulaciones emanadas de otros entes respecto a la misma materia y entre otros aspectos, </a:t>
          </a:r>
          <a:br>
            <a:rPr lang="es-VE" sz="1600" b="1" dirty="0" smtClean="0">
              <a:solidFill>
                <a:schemeClr val="tx1"/>
              </a:solidFill>
            </a:rPr>
          </a:br>
          <a:r>
            <a:rPr lang="es-VE" sz="1400" b="1" dirty="0" smtClean="0"/>
            <a:t/>
          </a:r>
          <a:br>
            <a:rPr lang="es-VE" sz="1400" b="1" dirty="0" smtClean="0"/>
          </a:br>
          <a:r>
            <a:rPr lang="es-VE" sz="1400" b="1" dirty="0" smtClean="0"/>
            <a:t/>
          </a:r>
          <a:br>
            <a:rPr lang="es-VE" sz="1400" b="1" dirty="0" smtClean="0"/>
          </a:br>
          <a:endParaRPr lang="es-VE" sz="1400" b="1" dirty="0"/>
        </a:p>
      </dgm:t>
    </dgm:pt>
    <dgm:pt modelId="{F36DF863-8D97-460D-AF75-20712D2B591E}" type="parTrans" cxnId="{FF7BEEBA-D0A2-411E-88F8-34B02EAA625F}">
      <dgm:prSet/>
      <dgm:spPr/>
      <dgm:t>
        <a:bodyPr/>
        <a:lstStyle/>
        <a:p>
          <a:endParaRPr lang="es-VE"/>
        </a:p>
      </dgm:t>
    </dgm:pt>
    <dgm:pt modelId="{3951A030-A855-4DF5-B9CC-6744D06EE5A9}" type="sibTrans" cxnId="{FF7BEEBA-D0A2-411E-88F8-34B02EAA625F}">
      <dgm:prSet/>
      <dgm:spPr/>
      <dgm:t>
        <a:bodyPr/>
        <a:lstStyle/>
        <a:p>
          <a:endParaRPr lang="es-VE"/>
        </a:p>
      </dgm:t>
    </dgm:pt>
    <dgm:pt modelId="{4BF07965-2288-424B-A789-D3B4D4D4311A}" type="pres">
      <dgm:prSet presAssocID="{87D1AF22-13E3-4D8E-92F7-B60428D3028D}" presName="linear" presStyleCnt="0">
        <dgm:presLayoutVars>
          <dgm:animLvl val="lvl"/>
          <dgm:resizeHandles val="exact"/>
        </dgm:presLayoutVars>
      </dgm:prSet>
      <dgm:spPr/>
      <dgm:t>
        <a:bodyPr/>
        <a:lstStyle/>
        <a:p>
          <a:endParaRPr lang="es-VE"/>
        </a:p>
      </dgm:t>
    </dgm:pt>
    <dgm:pt modelId="{3AAC5393-2B9B-4912-8563-7CB89D1A597D}" type="pres">
      <dgm:prSet presAssocID="{138DCA22-B59D-495A-B20E-3B3350FAAADE}" presName="parentText" presStyleLbl="node1" presStyleIdx="0" presStyleCnt="1">
        <dgm:presLayoutVars>
          <dgm:chMax val="0"/>
          <dgm:bulletEnabled val="1"/>
        </dgm:presLayoutVars>
      </dgm:prSet>
      <dgm:spPr/>
      <dgm:t>
        <a:bodyPr/>
        <a:lstStyle/>
        <a:p>
          <a:endParaRPr lang="es-VE"/>
        </a:p>
      </dgm:t>
    </dgm:pt>
  </dgm:ptLst>
  <dgm:cxnLst>
    <dgm:cxn modelId="{FF7BEEBA-D0A2-411E-88F8-34B02EAA625F}" srcId="{87D1AF22-13E3-4D8E-92F7-B60428D3028D}" destId="{138DCA22-B59D-495A-B20E-3B3350FAAADE}" srcOrd="0" destOrd="0" parTransId="{F36DF863-8D97-460D-AF75-20712D2B591E}" sibTransId="{3951A030-A855-4DF5-B9CC-6744D06EE5A9}"/>
    <dgm:cxn modelId="{29A64C0B-A0C4-4ED3-9499-BDD28746FA23}" type="presOf" srcId="{138DCA22-B59D-495A-B20E-3B3350FAAADE}" destId="{3AAC5393-2B9B-4912-8563-7CB89D1A597D}" srcOrd="0" destOrd="0" presId="urn:microsoft.com/office/officeart/2005/8/layout/vList2"/>
    <dgm:cxn modelId="{08983079-BFA1-413A-AE64-5CCA2425F814}" type="presOf" srcId="{87D1AF22-13E3-4D8E-92F7-B60428D3028D}" destId="{4BF07965-2288-424B-A789-D3B4D4D4311A}" srcOrd="0" destOrd="0" presId="urn:microsoft.com/office/officeart/2005/8/layout/vList2"/>
    <dgm:cxn modelId="{C3C27F66-61A0-41C4-9649-858452E9432C}" type="presParOf" srcId="{4BF07965-2288-424B-A789-D3B4D4D4311A}" destId="{3AAC5393-2B9B-4912-8563-7CB89D1A597D}" srcOrd="0"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7F49E62-9356-4073-9D65-AC40611AE248}" type="doc">
      <dgm:prSet loTypeId="urn:microsoft.com/office/officeart/2005/8/layout/pyramid2" loCatId="list" qsTypeId="urn:microsoft.com/office/officeart/2005/8/quickstyle/simple1" qsCatId="simple" csTypeId="urn:microsoft.com/office/officeart/2005/8/colors/accent1_2" csCatId="accent1" phldr="1"/>
      <dgm:spPr/>
    </dgm:pt>
    <dgm:pt modelId="{E2F80346-F2F4-4092-824D-082F7F220288}">
      <dgm:prSet phldrT="[Texto]" custT="1"/>
      <dgm:spPr/>
      <dgm:t>
        <a:bodyPr/>
        <a:lstStyle/>
        <a:p>
          <a:r>
            <a:rPr lang="es-VE" sz="1400" b="1" dirty="0" smtClean="0">
              <a:solidFill>
                <a:schemeClr val="tx1"/>
              </a:solidFill>
            </a:rPr>
            <a:t>La Superintendencia de la Actividad Aseguradora, ejercerá:</a:t>
          </a:r>
          <a:br>
            <a:rPr lang="es-VE" sz="1400" b="1" dirty="0" smtClean="0">
              <a:solidFill>
                <a:schemeClr val="tx1"/>
              </a:solidFill>
            </a:rPr>
          </a:br>
          <a:endParaRPr lang="es-VE" sz="1400" b="1" dirty="0">
            <a:solidFill>
              <a:schemeClr val="tx1"/>
            </a:solidFill>
          </a:endParaRPr>
        </a:p>
      </dgm:t>
    </dgm:pt>
    <dgm:pt modelId="{D0221378-9E6E-4EDF-9594-0A8303FEAF7E}" type="parTrans" cxnId="{0CD3C07A-90C1-4BFD-BB0E-8851A0ED37D7}">
      <dgm:prSet/>
      <dgm:spPr/>
      <dgm:t>
        <a:bodyPr/>
        <a:lstStyle/>
        <a:p>
          <a:endParaRPr lang="es-VE"/>
        </a:p>
      </dgm:t>
    </dgm:pt>
    <dgm:pt modelId="{FF7CE59B-4D35-4CC8-A276-929FCA1E6A60}" type="sibTrans" cxnId="{0CD3C07A-90C1-4BFD-BB0E-8851A0ED37D7}">
      <dgm:prSet/>
      <dgm:spPr/>
      <dgm:t>
        <a:bodyPr/>
        <a:lstStyle/>
        <a:p>
          <a:endParaRPr lang="es-VE"/>
        </a:p>
      </dgm:t>
    </dgm:pt>
    <dgm:pt modelId="{63CC7110-0E6B-4906-987F-E950CD62032B}">
      <dgm:prSet phldrT="[Texto]" custT="1"/>
      <dgm:spPr/>
      <dgm:t>
        <a:bodyPr/>
        <a:lstStyle/>
        <a:p>
          <a:r>
            <a:rPr lang="es-VE" sz="1400" b="1" dirty="0" smtClean="0"/>
            <a:t>El control, Vigilancia, Supervisión, Fiscalización, Autorización, Regulación y Funcionamiento</a:t>
          </a:r>
          <a:endParaRPr lang="es-VE" sz="1400" b="1" dirty="0"/>
        </a:p>
      </dgm:t>
    </dgm:pt>
    <dgm:pt modelId="{E7B474DA-CF67-4271-8089-E826EF7DE25B}" type="parTrans" cxnId="{C5C1468E-14BD-4EDD-AF52-B07BAB638C86}">
      <dgm:prSet/>
      <dgm:spPr/>
      <dgm:t>
        <a:bodyPr/>
        <a:lstStyle/>
        <a:p>
          <a:endParaRPr lang="es-VE"/>
        </a:p>
      </dgm:t>
    </dgm:pt>
    <dgm:pt modelId="{24D373F4-A186-4BA9-8A6E-8E9B3F7ADF37}" type="sibTrans" cxnId="{C5C1468E-14BD-4EDD-AF52-B07BAB638C86}">
      <dgm:prSet/>
      <dgm:spPr/>
      <dgm:t>
        <a:bodyPr/>
        <a:lstStyle/>
        <a:p>
          <a:endParaRPr lang="es-VE"/>
        </a:p>
      </dgm:t>
    </dgm:pt>
    <dgm:pt modelId="{4E606B0D-2976-49CD-A35C-7F41ABE6DE77}">
      <dgm:prSet phldrT="[Texto]" custT="1"/>
      <dgm:spPr/>
      <dgm:t>
        <a:bodyPr/>
        <a:lstStyle/>
        <a:p>
          <a:r>
            <a:rPr lang="es-VE" sz="1400" b="1" dirty="0" smtClean="0"/>
            <a:t>De las operaciones que realicen los sujetos obligados regulados por la ley que rige la actividad aseguradora</a:t>
          </a:r>
          <a:endParaRPr lang="es-VE" sz="1400" b="1" dirty="0"/>
        </a:p>
      </dgm:t>
    </dgm:pt>
    <dgm:pt modelId="{F102B852-39DB-4187-95D2-89F4BF1C8A68}" type="parTrans" cxnId="{9E9F72FE-E07E-4269-AC91-A8C8BDB486EB}">
      <dgm:prSet/>
      <dgm:spPr/>
      <dgm:t>
        <a:bodyPr/>
        <a:lstStyle/>
        <a:p>
          <a:endParaRPr lang="es-VE"/>
        </a:p>
      </dgm:t>
    </dgm:pt>
    <dgm:pt modelId="{A663A014-D5D0-48AD-ABA2-C638DC82DCA2}" type="sibTrans" cxnId="{9E9F72FE-E07E-4269-AC91-A8C8BDB486EB}">
      <dgm:prSet/>
      <dgm:spPr/>
      <dgm:t>
        <a:bodyPr/>
        <a:lstStyle/>
        <a:p>
          <a:endParaRPr lang="es-VE"/>
        </a:p>
      </dgm:t>
    </dgm:pt>
    <dgm:pt modelId="{68EC62CF-5342-4FC5-968F-446E6586FD09}" type="pres">
      <dgm:prSet presAssocID="{87F49E62-9356-4073-9D65-AC40611AE248}" presName="compositeShape" presStyleCnt="0">
        <dgm:presLayoutVars>
          <dgm:dir/>
          <dgm:resizeHandles/>
        </dgm:presLayoutVars>
      </dgm:prSet>
      <dgm:spPr/>
    </dgm:pt>
    <dgm:pt modelId="{DFCC4E3A-1AE7-4A3D-80B1-13C7690A0E66}" type="pres">
      <dgm:prSet presAssocID="{87F49E62-9356-4073-9D65-AC40611AE248}" presName="pyramid" presStyleLbl="node1" presStyleIdx="0" presStyleCnt="1"/>
      <dgm:spPr/>
    </dgm:pt>
    <dgm:pt modelId="{AF613F1B-F675-4F74-9742-2873BD621FEF}" type="pres">
      <dgm:prSet presAssocID="{87F49E62-9356-4073-9D65-AC40611AE248}" presName="theList" presStyleCnt="0"/>
      <dgm:spPr/>
    </dgm:pt>
    <dgm:pt modelId="{831868F3-4A81-41F4-B134-E83A9DDB3382}" type="pres">
      <dgm:prSet presAssocID="{E2F80346-F2F4-4092-824D-082F7F220288}" presName="aNode" presStyleLbl="fgAcc1" presStyleIdx="0" presStyleCnt="3" custScaleX="136538" custScaleY="303521">
        <dgm:presLayoutVars>
          <dgm:bulletEnabled val="1"/>
        </dgm:presLayoutVars>
      </dgm:prSet>
      <dgm:spPr/>
      <dgm:t>
        <a:bodyPr/>
        <a:lstStyle/>
        <a:p>
          <a:endParaRPr lang="es-VE"/>
        </a:p>
      </dgm:t>
    </dgm:pt>
    <dgm:pt modelId="{C289AF55-D9B5-42AE-837E-D221A3E950E5}" type="pres">
      <dgm:prSet presAssocID="{E2F80346-F2F4-4092-824D-082F7F220288}" presName="aSpace" presStyleCnt="0"/>
      <dgm:spPr/>
    </dgm:pt>
    <dgm:pt modelId="{257458E0-795D-4FCF-A61A-7ECCD81B5C6F}" type="pres">
      <dgm:prSet presAssocID="{63CC7110-0E6B-4906-987F-E950CD62032B}" presName="aNode" presStyleLbl="fgAcc1" presStyleIdx="1" presStyleCnt="3" custScaleX="137179" custScaleY="309919">
        <dgm:presLayoutVars>
          <dgm:bulletEnabled val="1"/>
        </dgm:presLayoutVars>
      </dgm:prSet>
      <dgm:spPr/>
      <dgm:t>
        <a:bodyPr/>
        <a:lstStyle/>
        <a:p>
          <a:endParaRPr lang="es-VE"/>
        </a:p>
      </dgm:t>
    </dgm:pt>
    <dgm:pt modelId="{A4D49A25-DA65-4951-B689-D7EF2F4CFE94}" type="pres">
      <dgm:prSet presAssocID="{63CC7110-0E6B-4906-987F-E950CD62032B}" presName="aSpace" presStyleCnt="0"/>
      <dgm:spPr/>
    </dgm:pt>
    <dgm:pt modelId="{D67A75A4-9261-433D-8055-7B75260D47EA}" type="pres">
      <dgm:prSet presAssocID="{4E606B0D-2976-49CD-A35C-7F41ABE6DE77}" presName="aNode" presStyleLbl="fgAcc1" presStyleIdx="2" presStyleCnt="3" custScaleX="136538" custScaleY="321857">
        <dgm:presLayoutVars>
          <dgm:bulletEnabled val="1"/>
        </dgm:presLayoutVars>
      </dgm:prSet>
      <dgm:spPr/>
      <dgm:t>
        <a:bodyPr/>
        <a:lstStyle/>
        <a:p>
          <a:endParaRPr lang="es-VE"/>
        </a:p>
      </dgm:t>
    </dgm:pt>
    <dgm:pt modelId="{6F512D96-F64D-42BA-B3AF-3338AD1155CE}" type="pres">
      <dgm:prSet presAssocID="{4E606B0D-2976-49CD-A35C-7F41ABE6DE77}" presName="aSpace" presStyleCnt="0"/>
      <dgm:spPr/>
    </dgm:pt>
  </dgm:ptLst>
  <dgm:cxnLst>
    <dgm:cxn modelId="{0CD3C07A-90C1-4BFD-BB0E-8851A0ED37D7}" srcId="{87F49E62-9356-4073-9D65-AC40611AE248}" destId="{E2F80346-F2F4-4092-824D-082F7F220288}" srcOrd="0" destOrd="0" parTransId="{D0221378-9E6E-4EDF-9594-0A8303FEAF7E}" sibTransId="{FF7CE59B-4D35-4CC8-A276-929FCA1E6A60}"/>
    <dgm:cxn modelId="{C5C1468E-14BD-4EDD-AF52-B07BAB638C86}" srcId="{87F49E62-9356-4073-9D65-AC40611AE248}" destId="{63CC7110-0E6B-4906-987F-E950CD62032B}" srcOrd="1" destOrd="0" parTransId="{E7B474DA-CF67-4271-8089-E826EF7DE25B}" sibTransId="{24D373F4-A186-4BA9-8A6E-8E9B3F7ADF37}"/>
    <dgm:cxn modelId="{A9A8A15D-808B-4FA7-A3D2-78380B5A15BB}" type="presOf" srcId="{63CC7110-0E6B-4906-987F-E950CD62032B}" destId="{257458E0-795D-4FCF-A61A-7ECCD81B5C6F}" srcOrd="0" destOrd="0" presId="urn:microsoft.com/office/officeart/2005/8/layout/pyramid2"/>
    <dgm:cxn modelId="{D2E15E97-1654-4570-A2E4-061A9769F13F}" type="presOf" srcId="{E2F80346-F2F4-4092-824D-082F7F220288}" destId="{831868F3-4A81-41F4-B134-E83A9DDB3382}" srcOrd="0" destOrd="0" presId="urn:microsoft.com/office/officeart/2005/8/layout/pyramid2"/>
    <dgm:cxn modelId="{ED541948-F354-41A0-BFE2-885E8958C39F}" type="presOf" srcId="{87F49E62-9356-4073-9D65-AC40611AE248}" destId="{68EC62CF-5342-4FC5-968F-446E6586FD09}" srcOrd="0" destOrd="0" presId="urn:microsoft.com/office/officeart/2005/8/layout/pyramid2"/>
    <dgm:cxn modelId="{9E9F72FE-E07E-4269-AC91-A8C8BDB486EB}" srcId="{87F49E62-9356-4073-9D65-AC40611AE248}" destId="{4E606B0D-2976-49CD-A35C-7F41ABE6DE77}" srcOrd="2" destOrd="0" parTransId="{F102B852-39DB-4187-95D2-89F4BF1C8A68}" sibTransId="{A663A014-D5D0-48AD-ABA2-C638DC82DCA2}"/>
    <dgm:cxn modelId="{DDCEC855-EC10-4FC8-B216-F60DA86D6C20}" type="presOf" srcId="{4E606B0D-2976-49CD-A35C-7F41ABE6DE77}" destId="{D67A75A4-9261-433D-8055-7B75260D47EA}" srcOrd="0" destOrd="0" presId="urn:microsoft.com/office/officeart/2005/8/layout/pyramid2"/>
    <dgm:cxn modelId="{CB4C212E-CA40-44ED-92EA-F9F81FF6F7FB}" type="presParOf" srcId="{68EC62CF-5342-4FC5-968F-446E6586FD09}" destId="{DFCC4E3A-1AE7-4A3D-80B1-13C7690A0E66}" srcOrd="0" destOrd="0" presId="urn:microsoft.com/office/officeart/2005/8/layout/pyramid2"/>
    <dgm:cxn modelId="{8559A3CB-442F-4A0C-9AC1-ED72C83844A8}" type="presParOf" srcId="{68EC62CF-5342-4FC5-968F-446E6586FD09}" destId="{AF613F1B-F675-4F74-9742-2873BD621FEF}" srcOrd="1" destOrd="0" presId="urn:microsoft.com/office/officeart/2005/8/layout/pyramid2"/>
    <dgm:cxn modelId="{DA965744-2197-4887-A950-25F02644C079}" type="presParOf" srcId="{AF613F1B-F675-4F74-9742-2873BD621FEF}" destId="{831868F3-4A81-41F4-B134-E83A9DDB3382}" srcOrd="0" destOrd="0" presId="urn:microsoft.com/office/officeart/2005/8/layout/pyramid2"/>
    <dgm:cxn modelId="{1657DA8B-E4C7-4884-8246-6E641A93CC2C}" type="presParOf" srcId="{AF613F1B-F675-4F74-9742-2873BD621FEF}" destId="{C289AF55-D9B5-42AE-837E-D221A3E950E5}" srcOrd="1" destOrd="0" presId="urn:microsoft.com/office/officeart/2005/8/layout/pyramid2"/>
    <dgm:cxn modelId="{1DD04536-D3A4-487A-B7C7-4C1F4EA49474}" type="presParOf" srcId="{AF613F1B-F675-4F74-9742-2873BD621FEF}" destId="{257458E0-795D-4FCF-A61A-7ECCD81B5C6F}" srcOrd="2" destOrd="0" presId="urn:microsoft.com/office/officeart/2005/8/layout/pyramid2"/>
    <dgm:cxn modelId="{0D617DBC-5EB2-4EE7-BB7D-6FD8E1AFDB9F}" type="presParOf" srcId="{AF613F1B-F675-4F74-9742-2873BD621FEF}" destId="{A4D49A25-DA65-4951-B689-D7EF2F4CFE94}" srcOrd="3" destOrd="0" presId="urn:microsoft.com/office/officeart/2005/8/layout/pyramid2"/>
    <dgm:cxn modelId="{CAC9E27F-13F1-4BCE-826C-7D93B68E0183}" type="presParOf" srcId="{AF613F1B-F675-4F74-9742-2873BD621FEF}" destId="{D67A75A4-9261-433D-8055-7B75260D47EA}" srcOrd="4" destOrd="0" presId="urn:microsoft.com/office/officeart/2005/8/layout/pyramid2"/>
    <dgm:cxn modelId="{F8D4681D-46C5-41B7-B012-7A9052616C1D}" type="presParOf" srcId="{AF613F1B-F675-4F74-9742-2873BD621FEF}" destId="{6F512D96-F64D-42BA-B3AF-3338AD1155CE}" srcOrd="5" destOrd="0" presId="urn:microsoft.com/office/officeart/2005/8/layout/pyramid2"/>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96DFF56-5DAC-4C92-B55B-F9F6E00B04AF}" type="doc">
      <dgm:prSet loTypeId="urn:microsoft.com/office/officeart/2005/8/layout/vList2" loCatId="list" qsTypeId="urn:microsoft.com/office/officeart/2005/8/quickstyle/3d6" qsCatId="3D" csTypeId="urn:microsoft.com/office/officeart/2005/8/colors/accent1_2" csCatId="accent1"/>
      <dgm:spPr/>
      <dgm:t>
        <a:bodyPr/>
        <a:lstStyle/>
        <a:p>
          <a:endParaRPr lang="es-VE"/>
        </a:p>
      </dgm:t>
    </dgm:pt>
    <dgm:pt modelId="{BB1B948E-F7E1-4AE0-9EC6-EA68CB026B8A}">
      <dgm:prSet/>
      <dgm:spPr/>
      <dgm:t>
        <a:bodyPr/>
        <a:lstStyle/>
        <a:p>
          <a:pPr algn="ctr" rtl="0"/>
          <a:r>
            <a:rPr lang="es-VE" b="1" dirty="0" smtClean="0">
              <a:solidFill>
                <a:schemeClr val="tx1"/>
              </a:solidFill>
            </a:rPr>
            <a:t>TÍTULO I</a:t>
          </a:r>
          <a:r>
            <a:rPr lang="es-VE" b="0" dirty="0" smtClean="0">
              <a:solidFill>
                <a:schemeClr val="tx1"/>
              </a:solidFill>
            </a:rPr>
            <a:t/>
          </a:r>
          <a:br>
            <a:rPr lang="es-VE" b="0" dirty="0" smtClean="0">
              <a:solidFill>
                <a:schemeClr val="tx1"/>
              </a:solidFill>
            </a:rPr>
          </a:br>
          <a:r>
            <a:rPr lang="es-VE" b="1" dirty="0" smtClean="0">
              <a:solidFill>
                <a:schemeClr val="tx1"/>
              </a:solidFill>
            </a:rPr>
            <a:t>DISPOSICIONES GENERALES</a:t>
          </a:r>
          <a:r>
            <a:rPr lang="es-VE" b="0" dirty="0" smtClean="0">
              <a:solidFill>
                <a:schemeClr val="tx1"/>
              </a:solidFill>
            </a:rPr>
            <a:t/>
          </a:r>
          <a:br>
            <a:rPr lang="es-VE" b="0" dirty="0" smtClean="0">
              <a:solidFill>
                <a:schemeClr val="tx1"/>
              </a:solidFill>
            </a:rPr>
          </a:br>
          <a:endParaRPr lang="es-VE" b="1" dirty="0">
            <a:solidFill>
              <a:schemeClr val="tx1"/>
            </a:solidFill>
          </a:endParaRPr>
        </a:p>
      </dgm:t>
    </dgm:pt>
    <dgm:pt modelId="{4D53F01B-8789-4005-BA57-E174E734B3B3}" type="parTrans" cxnId="{33BCB644-5BB7-4E6A-B57A-711DAF81AAF7}">
      <dgm:prSet/>
      <dgm:spPr/>
      <dgm:t>
        <a:bodyPr/>
        <a:lstStyle/>
        <a:p>
          <a:endParaRPr lang="es-VE"/>
        </a:p>
      </dgm:t>
    </dgm:pt>
    <dgm:pt modelId="{10ADB2A4-6DE0-48FD-A1AC-2408ABEB505E}" type="sibTrans" cxnId="{33BCB644-5BB7-4E6A-B57A-711DAF81AAF7}">
      <dgm:prSet/>
      <dgm:spPr/>
      <dgm:t>
        <a:bodyPr/>
        <a:lstStyle/>
        <a:p>
          <a:endParaRPr lang="es-VE"/>
        </a:p>
      </dgm:t>
    </dgm:pt>
    <dgm:pt modelId="{2F1CB8A2-570B-40FD-95E9-A0A27B03F2C5}" type="pres">
      <dgm:prSet presAssocID="{C96DFF56-5DAC-4C92-B55B-F9F6E00B04AF}" presName="linear" presStyleCnt="0">
        <dgm:presLayoutVars>
          <dgm:animLvl val="lvl"/>
          <dgm:resizeHandles val="exact"/>
        </dgm:presLayoutVars>
      </dgm:prSet>
      <dgm:spPr/>
      <dgm:t>
        <a:bodyPr/>
        <a:lstStyle/>
        <a:p>
          <a:endParaRPr lang="es-VE"/>
        </a:p>
      </dgm:t>
    </dgm:pt>
    <dgm:pt modelId="{2DF3E433-1FCC-4639-B8BB-0ED856B70219}" type="pres">
      <dgm:prSet presAssocID="{BB1B948E-F7E1-4AE0-9EC6-EA68CB026B8A}" presName="parentText" presStyleLbl="node1" presStyleIdx="0" presStyleCnt="1">
        <dgm:presLayoutVars>
          <dgm:chMax val="0"/>
          <dgm:bulletEnabled val="1"/>
        </dgm:presLayoutVars>
      </dgm:prSet>
      <dgm:spPr/>
      <dgm:t>
        <a:bodyPr/>
        <a:lstStyle/>
        <a:p>
          <a:endParaRPr lang="es-VE"/>
        </a:p>
      </dgm:t>
    </dgm:pt>
  </dgm:ptLst>
  <dgm:cxnLst>
    <dgm:cxn modelId="{8CC3A673-4B15-4C40-B06D-1CF7CFC44490}" type="presOf" srcId="{BB1B948E-F7E1-4AE0-9EC6-EA68CB026B8A}" destId="{2DF3E433-1FCC-4639-B8BB-0ED856B70219}" srcOrd="0" destOrd="0" presId="urn:microsoft.com/office/officeart/2005/8/layout/vList2"/>
    <dgm:cxn modelId="{0B8D0D8C-5725-434E-9A6C-5CA9CA8A5116}" type="presOf" srcId="{C96DFF56-5DAC-4C92-B55B-F9F6E00B04AF}" destId="{2F1CB8A2-570B-40FD-95E9-A0A27B03F2C5}" srcOrd="0" destOrd="0" presId="urn:microsoft.com/office/officeart/2005/8/layout/vList2"/>
    <dgm:cxn modelId="{33BCB644-5BB7-4E6A-B57A-711DAF81AAF7}" srcId="{C96DFF56-5DAC-4C92-B55B-F9F6E00B04AF}" destId="{BB1B948E-F7E1-4AE0-9EC6-EA68CB026B8A}" srcOrd="0" destOrd="0" parTransId="{4D53F01B-8789-4005-BA57-E174E734B3B3}" sibTransId="{10ADB2A4-6DE0-48FD-A1AC-2408ABEB505E}"/>
    <dgm:cxn modelId="{E4071C7C-23D6-4103-B17C-D6F627179790}" type="presParOf" srcId="{2F1CB8A2-570B-40FD-95E9-A0A27B03F2C5}" destId="{2DF3E433-1FCC-4639-B8BB-0ED856B70219}" srcOrd="0"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01C2522-A209-4D1C-8D39-F85DBB97AEC2}" type="doc">
      <dgm:prSet loTypeId="urn:microsoft.com/office/officeart/2005/8/layout/hList7" loCatId="list" qsTypeId="urn:microsoft.com/office/officeart/2005/8/quickstyle/simple1" qsCatId="simple" csTypeId="urn:microsoft.com/office/officeart/2005/8/colors/accent1_2" csCatId="accent1" phldr="1"/>
      <dgm:spPr/>
      <dgm:t>
        <a:bodyPr/>
        <a:lstStyle/>
        <a:p>
          <a:endParaRPr lang="es-VE"/>
        </a:p>
      </dgm:t>
    </dgm:pt>
    <dgm:pt modelId="{0B61DED0-65FA-414D-AEC5-8B4C90BFAD8C}">
      <dgm:prSet custT="1"/>
      <dgm:spPr/>
      <dgm:t>
        <a:bodyPr/>
        <a:lstStyle/>
        <a:p>
          <a:pPr rtl="0"/>
          <a:r>
            <a:rPr lang="es-VE" sz="1400" b="1" dirty="0" smtClean="0">
              <a:solidFill>
                <a:schemeClr val="tx1"/>
              </a:solidFill>
            </a:rPr>
            <a:t>OBJETO</a:t>
          </a:r>
          <a:br>
            <a:rPr lang="es-VE" sz="1400" b="1" dirty="0" smtClean="0">
              <a:solidFill>
                <a:schemeClr val="tx1"/>
              </a:solidFill>
            </a:rPr>
          </a:br>
          <a:r>
            <a:rPr lang="es-VE" sz="1400" b="1" dirty="0" smtClean="0">
              <a:solidFill>
                <a:schemeClr val="tx1"/>
              </a:solidFill>
            </a:rPr>
            <a:t>Articulo 1.- En dicha providencia se establecen las políticas, normas y procedimientos que como mínimo deben seguir los sujetos obligados, </a:t>
          </a:r>
          <a:endParaRPr lang="es-VE" sz="1400" b="1" dirty="0">
            <a:solidFill>
              <a:schemeClr val="tx1"/>
            </a:solidFill>
          </a:endParaRPr>
        </a:p>
      </dgm:t>
    </dgm:pt>
    <dgm:pt modelId="{3949888B-E76E-4A0A-AF0B-2099B6790C83}" type="parTrans" cxnId="{DC7E58EB-EC3E-4BA0-AB61-41BFAFA4F5AA}">
      <dgm:prSet/>
      <dgm:spPr/>
      <dgm:t>
        <a:bodyPr/>
        <a:lstStyle/>
        <a:p>
          <a:endParaRPr lang="es-VE"/>
        </a:p>
      </dgm:t>
    </dgm:pt>
    <dgm:pt modelId="{4CB4EDA1-BF67-463E-B75D-3429E4852BEE}" type="sibTrans" cxnId="{DC7E58EB-EC3E-4BA0-AB61-41BFAFA4F5AA}">
      <dgm:prSet/>
      <dgm:spPr/>
      <dgm:t>
        <a:bodyPr/>
        <a:lstStyle/>
        <a:p>
          <a:endParaRPr lang="es-VE"/>
        </a:p>
      </dgm:t>
    </dgm:pt>
    <dgm:pt modelId="{115E79F6-6CDD-4A8B-AFE0-57F4FF1A6C0D}">
      <dgm:prSet custT="1"/>
      <dgm:spPr/>
      <dgm:t>
        <a:bodyPr/>
        <a:lstStyle/>
        <a:p>
          <a:pPr algn="ctr" rtl="0"/>
          <a:endParaRPr lang="es-VE" sz="1400" b="1" dirty="0" smtClean="0">
            <a:solidFill>
              <a:schemeClr val="tx1"/>
            </a:solidFill>
          </a:endParaRPr>
        </a:p>
        <a:p>
          <a:pPr algn="ctr" rtl="0"/>
          <a:r>
            <a:rPr lang="es-VE" sz="1400" b="1" dirty="0" smtClean="0">
              <a:solidFill>
                <a:schemeClr val="tx1"/>
              </a:solidFill>
            </a:rPr>
            <a:t>FIN</a:t>
          </a:r>
        </a:p>
        <a:p>
          <a:pPr algn="ctr" rtl="0"/>
          <a:r>
            <a:rPr lang="es-VE" sz="1400" b="1" dirty="0" smtClean="0">
              <a:solidFill>
                <a:schemeClr val="tx1"/>
              </a:solidFill>
            </a:rPr>
            <a:t>Con el fin de administrar los riesgos asociados con la legitimación de capitales, financiamiento al terrorismo y financiamiento de la proliferación de armas de destrucción masiva,.</a:t>
          </a:r>
          <a:endParaRPr lang="es-VE" sz="1400" b="1" dirty="0">
            <a:solidFill>
              <a:schemeClr val="tx1"/>
            </a:solidFill>
          </a:endParaRPr>
        </a:p>
      </dgm:t>
    </dgm:pt>
    <dgm:pt modelId="{04A2AEAB-B44E-4BFF-B6B4-3FF1C5CA3E9F}" type="parTrans" cxnId="{1BD5EAAA-A3BA-4D88-A466-87A111168A9D}">
      <dgm:prSet/>
      <dgm:spPr/>
      <dgm:t>
        <a:bodyPr/>
        <a:lstStyle/>
        <a:p>
          <a:endParaRPr lang="es-VE"/>
        </a:p>
      </dgm:t>
    </dgm:pt>
    <dgm:pt modelId="{7F6C0692-928F-44D6-AF30-C136C4DA37F2}" type="sibTrans" cxnId="{1BD5EAAA-A3BA-4D88-A466-87A111168A9D}">
      <dgm:prSet/>
      <dgm:spPr/>
      <dgm:t>
        <a:bodyPr/>
        <a:lstStyle/>
        <a:p>
          <a:endParaRPr lang="es-VE"/>
        </a:p>
      </dgm:t>
    </dgm:pt>
    <dgm:pt modelId="{292A0426-FBAD-48D6-8BE7-FF5FD57971EC}">
      <dgm:prSet custT="1"/>
      <dgm:spPr/>
      <dgm:t>
        <a:bodyPr/>
        <a:lstStyle/>
        <a:p>
          <a:pPr rtl="0"/>
          <a:endParaRPr lang="es-VE" sz="1400" b="1" dirty="0" smtClean="0"/>
        </a:p>
        <a:p>
          <a:pPr rtl="0"/>
          <a:r>
            <a:rPr lang="es-VE" sz="1400" b="1" dirty="0" smtClean="0">
              <a:solidFill>
                <a:schemeClr val="tx1"/>
              </a:solidFill>
            </a:rPr>
            <a:t>Delitos establecidos en la Ley Orgánica contra la Delincuencia Organizada y Financiamiento al Terrorismo.</a:t>
          </a:r>
          <a:br>
            <a:rPr lang="es-VE" sz="1400" b="1" dirty="0" smtClean="0">
              <a:solidFill>
                <a:schemeClr val="tx1"/>
              </a:solidFill>
            </a:rPr>
          </a:br>
          <a:r>
            <a:rPr lang="es-VE" sz="1400" b="1" dirty="0" smtClean="0"/>
            <a:t/>
          </a:r>
          <a:br>
            <a:rPr lang="es-VE" sz="1400" b="1" dirty="0" smtClean="0"/>
          </a:br>
          <a:r>
            <a:rPr lang="es-VE" sz="1000" b="1" dirty="0" smtClean="0"/>
            <a:t/>
          </a:r>
          <a:br>
            <a:rPr lang="es-VE" sz="1000" b="1" dirty="0" smtClean="0"/>
          </a:br>
          <a:r>
            <a:rPr lang="es-VE" sz="1000" b="1" dirty="0" smtClean="0"/>
            <a:t/>
          </a:r>
          <a:br>
            <a:rPr lang="es-VE" sz="1000" b="1" dirty="0" smtClean="0"/>
          </a:br>
          <a:endParaRPr lang="es-VE" sz="1000" b="1" dirty="0"/>
        </a:p>
      </dgm:t>
    </dgm:pt>
    <dgm:pt modelId="{6C90B0F8-1A91-4754-8BB7-2FFA5477E2D1}" type="parTrans" cxnId="{23D73CBE-8A2B-46ED-BF81-B796E838E9E6}">
      <dgm:prSet/>
      <dgm:spPr/>
      <dgm:t>
        <a:bodyPr/>
        <a:lstStyle/>
        <a:p>
          <a:endParaRPr lang="es-VE"/>
        </a:p>
      </dgm:t>
    </dgm:pt>
    <dgm:pt modelId="{553E8F3A-BC32-49A3-8E6B-82DDF0C9B879}" type="sibTrans" cxnId="{23D73CBE-8A2B-46ED-BF81-B796E838E9E6}">
      <dgm:prSet/>
      <dgm:spPr/>
      <dgm:t>
        <a:bodyPr/>
        <a:lstStyle/>
        <a:p>
          <a:endParaRPr lang="es-VE"/>
        </a:p>
      </dgm:t>
    </dgm:pt>
    <dgm:pt modelId="{8E38B93F-28A9-457D-BB04-763DD35635DB}" type="pres">
      <dgm:prSet presAssocID="{701C2522-A209-4D1C-8D39-F85DBB97AEC2}" presName="Name0" presStyleCnt="0">
        <dgm:presLayoutVars>
          <dgm:dir/>
          <dgm:resizeHandles val="exact"/>
        </dgm:presLayoutVars>
      </dgm:prSet>
      <dgm:spPr/>
      <dgm:t>
        <a:bodyPr/>
        <a:lstStyle/>
        <a:p>
          <a:endParaRPr lang="es-VE"/>
        </a:p>
      </dgm:t>
    </dgm:pt>
    <dgm:pt modelId="{6E62C75E-8604-4847-A55B-60B0EAD5575E}" type="pres">
      <dgm:prSet presAssocID="{701C2522-A209-4D1C-8D39-F85DBB97AEC2}" presName="fgShape" presStyleLbl="fgShp" presStyleIdx="0" presStyleCnt="1" custFlipVert="1" custFlipHor="1" custScaleX="3047" custScaleY="28100" custLinFactNeighborX="45713" custLinFactNeighborY="39372"/>
      <dgm:spPr/>
    </dgm:pt>
    <dgm:pt modelId="{FCF05C34-AF73-4BB5-8141-1791128045BB}" type="pres">
      <dgm:prSet presAssocID="{701C2522-A209-4D1C-8D39-F85DBB97AEC2}" presName="linComp" presStyleCnt="0"/>
      <dgm:spPr/>
    </dgm:pt>
    <dgm:pt modelId="{A29FEF27-63C2-4338-8D84-E98919876207}" type="pres">
      <dgm:prSet presAssocID="{0B61DED0-65FA-414D-AEC5-8B4C90BFAD8C}" presName="compNode" presStyleCnt="0"/>
      <dgm:spPr/>
    </dgm:pt>
    <dgm:pt modelId="{89F0221B-94F6-4694-9627-954C35EFC654}" type="pres">
      <dgm:prSet presAssocID="{0B61DED0-65FA-414D-AEC5-8B4C90BFAD8C}" presName="bkgdShape" presStyleLbl="node1" presStyleIdx="0" presStyleCnt="3"/>
      <dgm:spPr/>
      <dgm:t>
        <a:bodyPr/>
        <a:lstStyle/>
        <a:p>
          <a:endParaRPr lang="es-VE"/>
        </a:p>
      </dgm:t>
    </dgm:pt>
    <dgm:pt modelId="{EC53BA0F-AB5E-43B0-BF24-32110C9A2976}" type="pres">
      <dgm:prSet presAssocID="{0B61DED0-65FA-414D-AEC5-8B4C90BFAD8C}" presName="nodeTx" presStyleLbl="node1" presStyleIdx="0" presStyleCnt="3">
        <dgm:presLayoutVars>
          <dgm:bulletEnabled val="1"/>
        </dgm:presLayoutVars>
      </dgm:prSet>
      <dgm:spPr/>
      <dgm:t>
        <a:bodyPr/>
        <a:lstStyle/>
        <a:p>
          <a:endParaRPr lang="es-VE"/>
        </a:p>
      </dgm:t>
    </dgm:pt>
    <dgm:pt modelId="{2D932D59-BA9C-4A00-8451-EDF29F1C9C4C}" type="pres">
      <dgm:prSet presAssocID="{0B61DED0-65FA-414D-AEC5-8B4C90BFAD8C}" presName="invisiNode" presStyleLbl="node1" presStyleIdx="0" presStyleCnt="3"/>
      <dgm:spPr/>
    </dgm:pt>
    <dgm:pt modelId="{60890538-00D1-4E25-B222-433ED87A11DD}" type="pres">
      <dgm:prSet presAssocID="{0B61DED0-65FA-414D-AEC5-8B4C90BFAD8C}" presName="imagNode" presStyleLbl="fgImgPlace1" presStyleIdx="0" presStyleCnt="3" custScaleX="70578" custScaleY="64955"/>
      <dgm:spPr>
        <a:blipFill rotWithShape="0">
          <a:blip xmlns:r="http://schemas.openxmlformats.org/officeDocument/2006/relationships" r:embed="rId1"/>
          <a:stretch>
            <a:fillRect/>
          </a:stretch>
        </a:blipFill>
      </dgm:spPr>
    </dgm:pt>
    <dgm:pt modelId="{CCE139D2-227E-4E28-9432-C3CFF7354E2B}" type="pres">
      <dgm:prSet presAssocID="{4CB4EDA1-BF67-463E-B75D-3429E4852BEE}" presName="sibTrans" presStyleLbl="sibTrans2D1" presStyleIdx="0" presStyleCnt="0"/>
      <dgm:spPr/>
      <dgm:t>
        <a:bodyPr/>
        <a:lstStyle/>
        <a:p>
          <a:endParaRPr lang="es-VE"/>
        </a:p>
      </dgm:t>
    </dgm:pt>
    <dgm:pt modelId="{246AC2BB-5A16-4088-B1A1-74C2D0C499C4}" type="pres">
      <dgm:prSet presAssocID="{115E79F6-6CDD-4A8B-AFE0-57F4FF1A6C0D}" presName="compNode" presStyleCnt="0"/>
      <dgm:spPr/>
    </dgm:pt>
    <dgm:pt modelId="{17A53FB9-DFA2-4C5C-BDA7-37A6466FCB44}" type="pres">
      <dgm:prSet presAssocID="{115E79F6-6CDD-4A8B-AFE0-57F4FF1A6C0D}" presName="bkgdShape" presStyleLbl="node1" presStyleIdx="1" presStyleCnt="3" custScaleX="127869" custLinFactNeighborX="-74" custLinFactNeighborY="-1691"/>
      <dgm:spPr/>
      <dgm:t>
        <a:bodyPr/>
        <a:lstStyle/>
        <a:p>
          <a:endParaRPr lang="es-VE"/>
        </a:p>
      </dgm:t>
    </dgm:pt>
    <dgm:pt modelId="{C774E2EB-E26E-4A64-AA32-896EFC1FF155}" type="pres">
      <dgm:prSet presAssocID="{115E79F6-6CDD-4A8B-AFE0-57F4FF1A6C0D}" presName="nodeTx" presStyleLbl="node1" presStyleIdx="1" presStyleCnt="3">
        <dgm:presLayoutVars>
          <dgm:bulletEnabled val="1"/>
        </dgm:presLayoutVars>
      </dgm:prSet>
      <dgm:spPr/>
      <dgm:t>
        <a:bodyPr/>
        <a:lstStyle/>
        <a:p>
          <a:endParaRPr lang="es-VE"/>
        </a:p>
      </dgm:t>
    </dgm:pt>
    <dgm:pt modelId="{736FA1CF-9F05-4137-900F-235FCE4F9504}" type="pres">
      <dgm:prSet presAssocID="{115E79F6-6CDD-4A8B-AFE0-57F4FF1A6C0D}" presName="invisiNode" presStyleLbl="node1" presStyleIdx="1" presStyleCnt="3"/>
      <dgm:spPr/>
    </dgm:pt>
    <dgm:pt modelId="{22966CAA-E5A0-4946-A7CB-4E7786CD6DB9}" type="pres">
      <dgm:prSet presAssocID="{115E79F6-6CDD-4A8B-AFE0-57F4FF1A6C0D}" presName="imagNode" presStyleLbl="fgImgPlace1" presStyleIdx="1" presStyleCnt="3" custScaleX="66004" custScaleY="67052"/>
      <dgm:spPr>
        <a:blipFill rotWithShape="0">
          <a:blip xmlns:r="http://schemas.openxmlformats.org/officeDocument/2006/relationships" r:embed="rId1"/>
          <a:stretch>
            <a:fillRect/>
          </a:stretch>
        </a:blipFill>
      </dgm:spPr>
    </dgm:pt>
    <dgm:pt modelId="{11BEB744-01E9-44ED-A082-6E0B667C622F}" type="pres">
      <dgm:prSet presAssocID="{7F6C0692-928F-44D6-AF30-C136C4DA37F2}" presName="sibTrans" presStyleLbl="sibTrans2D1" presStyleIdx="0" presStyleCnt="0"/>
      <dgm:spPr/>
      <dgm:t>
        <a:bodyPr/>
        <a:lstStyle/>
        <a:p>
          <a:endParaRPr lang="es-VE"/>
        </a:p>
      </dgm:t>
    </dgm:pt>
    <dgm:pt modelId="{5F5481AE-2603-41AF-A7D0-E19F858FA6C3}" type="pres">
      <dgm:prSet presAssocID="{292A0426-FBAD-48D6-8BE7-FF5FD57971EC}" presName="compNode" presStyleCnt="0"/>
      <dgm:spPr/>
    </dgm:pt>
    <dgm:pt modelId="{F7344D69-F5A9-4204-AEF8-855937D0AF9D}" type="pres">
      <dgm:prSet presAssocID="{292A0426-FBAD-48D6-8BE7-FF5FD57971EC}" presName="bkgdShape" presStyleLbl="node1" presStyleIdx="2" presStyleCnt="3"/>
      <dgm:spPr/>
      <dgm:t>
        <a:bodyPr/>
        <a:lstStyle/>
        <a:p>
          <a:endParaRPr lang="es-VE"/>
        </a:p>
      </dgm:t>
    </dgm:pt>
    <dgm:pt modelId="{813008EB-EB91-4BB1-AD31-3D4718477CED}" type="pres">
      <dgm:prSet presAssocID="{292A0426-FBAD-48D6-8BE7-FF5FD57971EC}" presName="nodeTx" presStyleLbl="node1" presStyleIdx="2" presStyleCnt="3">
        <dgm:presLayoutVars>
          <dgm:bulletEnabled val="1"/>
        </dgm:presLayoutVars>
      </dgm:prSet>
      <dgm:spPr/>
      <dgm:t>
        <a:bodyPr/>
        <a:lstStyle/>
        <a:p>
          <a:endParaRPr lang="es-VE"/>
        </a:p>
      </dgm:t>
    </dgm:pt>
    <dgm:pt modelId="{FB4A0C03-58FB-4262-B3A4-4E72998FEC9A}" type="pres">
      <dgm:prSet presAssocID="{292A0426-FBAD-48D6-8BE7-FF5FD57971EC}" presName="invisiNode" presStyleLbl="node1" presStyleIdx="2" presStyleCnt="3"/>
      <dgm:spPr/>
    </dgm:pt>
    <dgm:pt modelId="{805D98DC-6F7F-4923-A2F9-33C55945EEDF}" type="pres">
      <dgm:prSet presAssocID="{292A0426-FBAD-48D6-8BE7-FF5FD57971EC}" presName="imagNode" presStyleLbl="fgImgPlace1" presStyleIdx="2" presStyleCnt="3" custScaleX="70578" custScaleY="64955"/>
      <dgm:spPr>
        <a:blipFill rotWithShape="0">
          <a:blip xmlns:r="http://schemas.openxmlformats.org/officeDocument/2006/relationships" r:embed="rId1"/>
          <a:stretch>
            <a:fillRect/>
          </a:stretch>
        </a:blipFill>
      </dgm:spPr>
    </dgm:pt>
  </dgm:ptLst>
  <dgm:cxnLst>
    <dgm:cxn modelId="{53753D10-529B-4AB8-B2FB-4D9BEA5C040D}" type="presOf" srcId="{0B61DED0-65FA-414D-AEC5-8B4C90BFAD8C}" destId="{EC53BA0F-AB5E-43B0-BF24-32110C9A2976}" srcOrd="1" destOrd="0" presId="urn:microsoft.com/office/officeart/2005/8/layout/hList7"/>
    <dgm:cxn modelId="{FEE9BC21-08F8-4D9C-96EE-FC14B90253C1}" type="presOf" srcId="{0B61DED0-65FA-414D-AEC5-8B4C90BFAD8C}" destId="{89F0221B-94F6-4694-9627-954C35EFC654}" srcOrd="0" destOrd="0" presId="urn:microsoft.com/office/officeart/2005/8/layout/hList7"/>
    <dgm:cxn modelId="{878B5FAD-AAC8-4B97-B5AA-7B002EC92D47}" type="presOf" srcId="{7F6C0692-928F-44D6-AF30-C136C4DA37F2}" destId="{11BEB744-01E9-44ED-A082-6E0B667C622F}" srcOrd="0" destOrd="0" presId="urn:microsoft.com/office/officeart/2005/8/layout/hList7"/>
    <dgm:cxn modelId="{B907EEC5-C961-46B8-9763-D0E35C20B6AA}" type="presOf" srcId="{292A0426-FBAD-48D6-8BE7-FF5FD57971EC}" destId="{813008EB-EB91-4BB1-AD31-3D4718477CED}" srcOrd="1" destOrd="0" presId="urn:microsoft.com/office/officeart/2005/8/layout/hList7"/>
    <dgm:cxn modelId="{1BD5EAAA-A3BA-4D88-A466-87A111168A9D}" srcId="{701C2522-A209-4D1C-8D39-F85DBB97AEC2}" destId="{115E79F6-6CDD-4A8B-AFE0-57F4FF1A6C0D}" srcOrd="1" destOrd="0" parTransId="{04A2AEAB-B44E-4BFF-B6B4-3FF1C5CA3E9F}" sibTransId="{7F6C0692-928F-44D6-AF30-C136C4DA37F2}"/>
    <dgm:cxn modelId="{23D73CBE-8A2B-46ED-BF81-B796E838E9E6}" srcId="{701C2522-A209-4D1C-8D39-F85DBB97AEC2}" destId="{292A0426-FBAD-48D6-8BE7-FF5FD57971EC}" srcOrd="2" destOrd="0" parTransId="{6C90B0F8-1A91-4754-8BB7-2FFA5477E2D1}" sibTransId="{553E8F3A-BC32-49A3-8E6B-82DDF0C9B879}"/>
    <dgm:cxn modelId="{099254AF-E0BF-4ADB-AB8B-2437F42C16A6}" type="presOf" srcId="{115E79F6-6CDD-4A8B-AFE0-57F4FF1A6C0D}" destId="{C774E2EB-E26E-4A64-AA32-896EFC1FF155}" srcOrd="1" destOrd="0" presId="urn:microsoft.com/office/officeart/2005/8/layout/hList7"/>
    <dgm:cxn modelId="{49C9736A-6542-425A-898C-3A39FD244FCF}" type="presOf" srcId="{4CB4EDA1-BF67-463E-B75D-3429E4852BEE}" destId="{CCE139D2-227E-4E28-9432-C3CFF7354E2B}" srcOrd="0" destOrd="0" presId="urn:microsoft.com/office/officeart/2005/8/layout/hList7"/>
    <dgm:cxn modelId="{DC7E58EB-EC3E-4BA0-AB61-41BFAFA4F5AA}" srcId="{701C2522-A209-4D1C-8D39-F85DBB97AEC2}" destId="{0B61DED0-65FA-414D-AEC5-8B4C90BFAD8C}" srcOrd="0" destOrd="0" parTransId="{3949888B-E76E-4A0A-AF0B-2099B6790C83}" sibTransId="{4CB4EDA1-BF67-463E-B75D-3429E4852BEE}"/>
    <dgm:cxn modelId="{BA394AEB-3C12-421B-A24E-F68E90E00906}" type="presOf" srcId="{292A0426-FBAD-48D6-8BE7-FF5FD57971EC}" destId="{F7344D69-F5A9-4204-AEF8-855937D0AF9D}" srcOrd="0" destOrd="0" presId="urn:microsoft.com/office/officeart/2005/8/layout/hList7"/>
    <dgm:cxn modelId="{95E4C4B6-DA57-4A73-86DC-B8C19C629056}" type="presOf" srcId="{701C2522-A209-4D1C-8D39-F85DBB97AEC2}" destId="{8E38B93F-28A9-457D-BB04-763DD35635DB}" srcOrd="0" destOrd="0" presId="urn:microsoft.com/office/officeart/2005/8/layout/hList7"/>
    <dgm:cxn modelId="{512830F7-7049-4AB8-9537-F3F1C441D42D}" type="presOf" srcId="{115E79F6-6CDD-4A8B-AFE0-57F4FF1A6C0D}" destId="{17A53FB9-DFA2-4C5C-BDA7-37A6466FCB44}" srcOrd="0" destOrd="0" presId="urn:microsoft.com/office/officeart/2005/8/layout/hList7"/>
    <dgm:cxn modelId="{EA52DF65-AA60-45F7-8B53-00A5D4538C79}" type="presParOf" srcId="{8E38B93F-28A9-457D-BB04-763DD35635DB}" destId="{6E62C75E-8604-4847-A55B-60B0EAD5575E}" srcOrd="0" destOrd="0" presId="urn:microsoft.com/office/officeart/2005/8/layout/hList7"/>
    <dgm:cxn modelId="{80668908-460C-4DAC-ADE9-F95FE4FB9825}" type="presParOf" srcId="{8E38B93F-28A9-457D-BB04-763DD35635DB}" destId="{FCF05C34-AF73-4BB5-8141-1791128045BB}" srcOrd="1" destOrd="0" presId="urn:microsoft.com/office/officeart/2005/8/layout/hList7"/>
    <dgm:cxn modelId="{C7371801-D053-413B-B635-0A6C8D3B5ED3}" type="presParOf" srcId="{FCF05C34-AF73-4BB5-8141-1791128045BB}" destId="{A29FEF27-63C2-4338-8D84-E98919876207}" srcOrd="0" destOrd="0" presId="urn:microsoft.com/office/officeart/2005/8/layout/hList7"/>
    <dgm:cxn modelId="{BE23262D-3471-418F-A515-D5929381E71C}" type="presParOf" srcId="{A29FEF27-63C2-4338-8D84-E98919876207}" destId="{89F0221B-94F6-4694-9627-954C35EFC654}" srcOrd="0" destOrd="0" presId="urn:microsoft.com/office/officeart/2005/8/layout/hList7"/>
    <dgm:cxn modelId="{26E62072-A99B-4C45-B9A4-05A13E16AF26}" type="presParOf" srcId="{A29FEF27-63C2-4338-8D84-E98919876207}" destId="{EC53BA0F-AB5E-43B0-BF24-32110C9A2976}" srcOrd="1" destOrd="0" presId="urn:microsoft.com/office/officeart/2005/8/layout/hList7"/>
    <dgm:cxn modelId="{ACBE26B1-4715-46BC-8A29-43F304045300}" type="presParOf" srcId="{A29FEF27-63C2-4338-8D84-E98919876207}" destId="{2D932D59-BA9C-4A00-8451-EDF29F1C9C4C}" srcOrd="2" destOrd="0" presId="urn:microsoft.com/office/officeart/2005/8/layout/hList7"/>
    <dgm:cxn modelId="{C4F115BE-75A2-40E7-8827-6023080C0068}" type="presParOf" srcId="{A29FEF27-63C2-4338-8D84-E98919876207}" destId="{60890538-00D1-4E25-B222-433ED87A11DD}" srcOrd="3" destOrd="0" presId="urn:microsoft.com/office/officeart/2005/8/layout/hList7"/>
    <dgm:cxn modelId="{5CC3F1FB-3DD4-4D05-A010-B7BA8E584E1B}" type="presParOf" srcId="{FCF05C34-AF73-4BB5-8141-1791128045BB}" destId="{CCE139D2-227E-4E28-9432-C3CFF7354E2B}" srcOrd="1" destOrd="0" presId="urn:microsoft.com/office/officeart/2005/8/layout/hList7"/>
    <dgm:cxn modelId="{BBB1AC65-150D-43CA-B32A-EC6992F69D3E}" type="presParOf" srcId="{FCF05C34-AF73-4BB5-8141-1791128045BB}" destId="{246AC2BB-5A16-4088-B1A1-74C2D0C499C4}" srcOrd="2" destOrd="0" presId="urn:microsoft.com/office/officeart/2005/8/layout/hList7"/>
    <dgm:cxn modelId="{7C32A691-B965-4AE2-A06A-573AFDFEAAB2}" type="presParOf" srcId="{246AC2BB-5A16-4088-B1A1-74C2D0C499C4}" destId="{17A53FB9-DFA2-4C5C-BDA7-37A6466FCB44}" srcOrd="0" destOrd="0" presId="urn:microsoft.com/office/officeart/2005/8/layout/hList7"/>
    <dgm:cxn modelId="{1D1CE909-9C69-4BAC-B351-54ABF9200E98}" type="presParOf" srcId="{246AC2BB-5A16-4088-B1A1-74C2D0C499C4}" destId="{C774E2EB-E26E-4A64-AA32-896EFC1FF155}" srcOrd="1" destOrd="0" presId="urn:microsoft.com/office/officeart/2005/8/layout/hList7"/>
    <dgm:cxn modelId="{EFDF28A4-F2DB-4B3A-946D-56943FA5A765}" type="presParOf" srcId="{246AC2BB-5A16-4088-B1A1-74C2D0C499C4}" destId="{736FA1CF-9F05-4137-900F-235FCE4F9504}" srcOrd="2" destOrd="0" presId="urn:microsoft.com/office/officeart/2005/8/layout/hList7"/>
    <dgm:cxn modelId="{A8911AEC-1E28-43BD-964D-3ABBE4E1BE79}" type="presParOf" srcId="{246AC2BB-5A16-4088-B1A1-74C2D0C499C4}" destId="{22966CAA-E5A0-4946-A7CB-4E7786CD6DB9}" srcOrd="3" destOrd="0" presId="urn:microsoft.com/office/officeart/2005/8/layout/hList7"/>
    <dgm:cxn modelId="{7C06F0F5-796A-497F-8450-A20534BB6702}" type="presParOf" srcId="{FCF05C34-AF73-4BB5-8141-1791128045BB}" destId="{11BEB744-01E9-44ED-A082-6E0B667C622F}" srcOrd="3" destOrd="0" presId="urn:microsoft.com/office/officeart/2005/8/layout/hList7"/>
    <dgm:cxn modelId="{17790598-9247-4486-BB90-344678983E85}" type="presParOf" srcId="{FCF05C34-AF73-4BB5-8141-1791128045BB}" destId="{5F5481AE-2603-41AF-A7D0-E19F858FA6C3}" srcOrd="4" destOrd="0" presId="urn:microsoft.com/office/officeart/2005/8/layout/hList7"/>
    <dgm:cxn modelId="{C8FB259E-339B-4A96-AEC4-BE091229FE8F}" type="presParOf" srcId="{5F5481AE-2603-41AF-A7D0-E19F858FA6C3}" destId="{F7344D69-F5A9-4204-AEF8-855937D0AF9D}" srcOrd="0" destOrd="0" presId="urn:microsoft.com/office/officeart/2005/8/layout/hList7"/>
    <dgm:cxn modelId="{F74713BD-C132-4785-AF0C-985393402343}" type="presParOf" srcId="{5F5481AE-2603-41AF-A7D0-E19F858FA6C3}" destId="{813008EB-EB91-4BB1-AD31-3D4718477CED}" srcOrd="1" destOrd="0" presId="urn:microsoft.com/office/officeart/2005/8/layout/hList7"/>
    <dgm:cxn modelId="{ACAD4C57-2F49-4FDF-AB24-0BE2DA8B38C9}" type="presParOf" srcId="{5F5481AE-2603-41AF-A7D0-E19F858FA6C3}" destId="{FB4A0C03-58FB-4262-B3A4-4E72998FEC9A}" srcOrd="2" destOrd="0" presId="urn:microsoft.com/office/officeart/2005/8/layout/hList7"/>
    <dgm:cxn modelId="{FF39902A-ED41-447D-8265-B46E62B6F8E5}" type="presParOf" srcId="{5F5481AE-2603-41AF-A7D0-E19F858FA6C3}" destId="{805D98DC-6F7F-4923-A2F9-33C55945EEDF}" srcOrd="3" destOrd="0" presId="urn:microsoft.com/office/officeart/2005/8/layout/hList7"/>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9750B2B-2DE8-4EFB-AE83-64F9CE0CEEF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VE"/>
        </a:p>
      </dgm:t>
    </dgm:pt>
    <dgm:pt modelId="{4D264990-BBA2-4311-BA78-C42CDA506E4A}">
      <dgm:prSet phldrT="[Texto]" custT="1"/>
      <dgm:spPr/>
      <dgm:t>
        <a:bodyPr/>
        <a:lstStyle/>
        <a:p>
          <a:r>
            <a:rPr lang="es-VE" sz="1400" dirty="0" smtClean="0">
              <a:solidFill>
                <a:schemeClr val="tx1"/>
              </a:solidFill>
            </a:rPr>
            <a:t>Artículo 2.- Los sujetos obligados deben diseñar e implementar, bajo un enfoque basado en riesgo, un Manual que contenga las Políticas, Normas y Procedimientos para Administrar los Riesgos en materia de LC/FT/FPADM, </a:t>
          </a:r>
          <a:endParaRPr lang="es-VE" sz="1400" dirty="0">
            <a:solidFill>
              <a:schemeClr val="tx1"/>
            </a:solidFill>
          </a:endParaRPr>
        </a:p>
      </dgm:t>
    </dgm:pt>
    <dgm:pt modelId="{C6680431-9106-45EE-8995-46231A4CE40D}" type="parTrans" cxnId="{BA563759-056C-44D4-994D-FB423A2F63C0}">
      <dgm:prSet/>
      <dgm:spPr/>
      <dgm:t>
        <a:bodyPr/>
        <a:lstStyle/>
        <a:p>
          <a:endParaRPr lang="es-VE"/>
        </a:p>
      </dgm:t>
    </dgm:pt>
    <dgm:pt modelId="{80A5F185-03FB-4538-80C1-41F213F51219}" type="sibTrans" cxnId="{BA563759-056C-44D4-994D-FB423A2F63C0}">
      <dgm:prSet/>
      <dgm:spPr/>
      <dgm:t>
        <a:bodyPr/>
        <a:lstStyle/>
        <a:p>
          <a:endParaRPr lang="es-VE"/>
        </a:p>
      </dgm:t>
    </dgm:pt>
    <dgm:pt modelId="{0011368B-8A78-4FD6-8132-524D1C7A6833}">
      <dgm:prSet phldrT="[Texto]"/>
      <dgm:spPr/>
      <dgm:t>
        <a:bodyPr/>
        <a:lstStyle/>
        <a:p>
          <a:r>
            <a:rPr lang="es-VE" dirty="0" smtClean="0">
              <a:solidFill>
                <a:schemeClr val="tx1"/>
              </a:solidFill>
            </a:rPr>
            <a:t> Demostrar que los han implementado y puesto en práctica cuando les sea requerido por la Superintendencia de la Actividad Aseguradora. </a:t>
          </a:r>
          <a:br>
            <a:rPr lang="es-VE" dirty="0" smtClean="0">
              <a:solidFill>
                <a:schemeClr val="tx1"/>
              </a:solidFill>
            </a:rPr>
          </a:br>
          <a:endParaRPr lang="es-VE" dirty="0">
            <a:solidFill>
              <a:schemeClr val="tx1"/>
            </a:solidFill>
          </a:endParaRPr>
        </a:p>
      </dgm:t>
    </dgm:pt>
    <dgm:pt modelId="{1955A1F0-F86A-4DD0-8469-7394366C917A}" type="parTrans" cxnId="{6259F41B-2843-4577-BE9B-AAAA839A2C4D}">
      <dgm:prSet/>
      <dgm:spPr/>
      <dgm:t>
        <a:bodyPr/>
        <a:lstStyle/>
        <a:p>
          <a:endParaRPr lang="es-VE"/>
        </a:p>
      </dgm:t>
    </dgm:pt>
    <dgm:pt modelId="{BFA4BDAC-4ECC-4CFA-B9B6-BB0CD20DA317}" type="sibTrans" cxnId="{6259F41B-2843-4577-BE9B-AAAA839A2C4D}">
      <dgm:prSet/>
      <dgm:spPr/>
      <dgm:t>
        <a:bodyPr/>
        <a:lstStyle/>
        <a:p>
          <a:endParaRPr lang="es-VE"/>
        </a:p>
      </dgm:t>
    </dgm:pt>
    <dgm:pt modelId="{A1DC9D41-BE65-475C-830E-14A2096AA287}">
      <dgm:prSet phldrT="[Texto]"/>
      <dgm:spPr/>
      <dgm:t>
        <a:bodyPr/>
        <a:lstStyle/>
        <a:p>
          <a:r>
            <a:rPr lang="es-VE" dirty="0" smtClean="0">
              <a:solidFill>
                <a:schemeClr val="tx1"/>
              </a:solidFill>
            </a:rPr>
            <a:t>Será responsabilidad de los Sujetos Obligados evaluar y ponderar sus riesgos de ser utilizados como mecanismos de Legitimación de Capitales, Financiamiento al Terrorismo y Financiamiento de la Proliferación de Armas de Destrucción Masiva, y realizar los ajustes necesarios</a:t>
          </a:r>
          <a:endParaRPr lang="es-VE" dirty="0">
            <a:solidFill>
              <a:schemeClr val="tx1"/>
            </a:solidFill>
          </a:endParaRPr>
        </a:p>
      </dgm:t>
    </dgm:pt>
    <dgm:pt modelId="{1EF1732D-E1F3-4911-8D52-549DEC9C1EF9}" type="parTrans" cxnId="{F827E19B-71F4-4D65-8F2A-223902F23B18}">
      <dgm:prSet/>
      <dgm:spPr/>
      <dgm:t>
        <a:bodyPr/>
        <a:lstStyle/>
        <a:p>
          <a:endParaRPr lang="es-VE"/>
        </a:p>
      </dgm:t>
    </dgm:pt>
    <dgm:pt modelId="{6B3BDCDE-6985-4CB1-B8A1-10EB17E35498}" type="sibTrans" cxnId="{F827E19B-71F4-4D65-8F2A-223902F23B18}">
      <dgm:prSet/>
      <dgm:spPr/>
      <dgm:t>
        <a:bodyPr/>
        <a:lstStyle/>
        <a:p>
          <a:endParaRPr lang="es-VE"/>
        </a:p>
      </dgm:t>
    </dgm:pt>
    <dgm:pt modelId="{A9DEE996-DD80-4F88-AE2C-FD5250F4DA0E}" type="pres">
      <dgm:prSet presAssocID="{09750B2B-2DE8-4EFB-AE83-64F9CE0CEEF8}" presName="Name0" presStyleCnt="0">
        <dgm:presLayoutVars>
          <dgm:dir/>
          <dgm:animLvl val="lvl"/>
          <dgm:resizeHandles val="exact"/>
        </dgm:presLayoutVars>
      </dgm:prSet>
      <dgm:spPr/>
      <dgm:t>
        <a:bodyPr/>
        <a:lstStyle/>
        <a:p>
          <a:endParaRPr lang="es-VE"/>
        </a:p>
      </dgm:t>
    </dgm:pt>
    <dgm:pt modelId="{24BEBE5E-E844-4602-AF6E-D904F2EAC14F}" type="pres">
      <dgm:prSet presAssocID="{4D264990-BBA2-4311-BA78-C42CDA506E4A}" presName="linNode" presStyleCnt="0"/>
      <dgm:spPr/>
    </dgm:pt>
    <dgm:pt modelId="{76538797-E9B7-47C2-BBA0-B7A2A298359A}" type="pres">
      <dgm:prSet presAssocID="{4D264990-BBA2-4311-BA78-C42CDA506E4A}" presName="parentText" presStyleLbl="node1" presStyleIdx="0" presStyleCnt="3" custScaleX="277778">
        <dgm:presLayoutVars>
          <dgm:chMax val="1"/>
          <dgm:bulletEnabled val="1"/>
        </dgm:presLayoutVars>
      </dgm:prSet>
      <dgm:spPr/>
      <dgm:t>
        <a:bodyPr/>
        <a:lstStyle/>
        <a:p>
          <a:endParaRPr lang="es-VE"/>
        </a:p>
      </dgm:t>
    </dgm:pt>
    <dgm:pt modelId="{405DB19D-683F-4936-8DFF-9FFAF19B6644}" type="pres">
      <dgm:prSet presAssocID="{80A5F185-03FB-4538-80C1-41F213F51219}" presName="sp" presStyleCnt="0"/>
      <dgm:spPr/>
    </dgm:pt>
    <dgm:pt modelId="{CD012059-FD7E-4079-9E4B-C739E76AD1C2}" type="pres">
      <dgm:prSet presAssocID="{0011368B-8A78-4FD6-8132-524D1C7A6833}" presName="linNode" presStyleCnt="0"/>
      <dgm:spPr/>
    </dgm:pt>
    <dgm:pt modelId="{74E74C5F-EDD8-4F05-B80A-E6251CD36673}" type="pres">
      <dgm:prSet presAssocID="{0011368B-8A78-4FD6-8132-524D1C7A6833}" presName="parentText" presStyleLbl="node1" presStyleIdx="1" presStyleCnt="3" custScaleX="277778">
        <dgm:presLayoutVars>
          <dgm:chMax val="1"/>
          <dgm:bulletEnabled val="1"/>
        </dgm:presLayoutVars>
      </dgm:prSet>
      <dgm:spPr/>
      <dgm:t>
        <a:bodyPr/>
        <a:lstStyle/>
        <a:p>
          <a:endParaRPr lang="es-VE"/>
        </a:p>
      </dgm:t>
    </dgm:pt>
    <dgm:pt modelId="{6F8241FB-3D68-49E5-A734-931069980F3B}" type="pres">
      <dgm:prSet presAssocID="{BFA4BDAC-4ECC-4CFA-B9B6-BB0CD20DA317}" presName="sp" presStyleCnt="0"/>
      <dgm:spPr/>
    </dgm:pt>
    <dgm:pt modelId="{A4330554-64BC-4B10-9BA2-CF35AEFFCBCF}" type="pres">
      <dgm:prSet presAssocID="{A1DC9D41-BE65-475C-830E-14A2096AA287}" presName="linNode" presStyleCnt="0"/>
      <dgm:spPr/>
    </dgm:pt>
    <dgm:pt modelId="{430F744A-419D-4C95-B556-FD43BAC50C9A}" type="pres">
      <dgm:prSet presAssocID="{A1DC9D41-BE65-475C-830E-14A2096AA287}" presName="parentText" presStyleLbl="node1" presStyleIdx="2" presStyleCnt="3" custScaleX="2000000">
        <dgm:presLayoutVars>
          <dgm:chMax val="1"/>
          <dgm:bulletEnabled val="1"/>
        </dgm:presLayoutVars>
      </dgm:prSet>
      <dgm:spPr/>
      <dgm:t>
        <a:bodyPr/>
        <a:lstStyle/>
        <a:p>
          <a:endParaRPr lang="es-VE"/>
        </a:p>
      </dgm:t>
    </dgm:pt>
  </dgm:ptLst>
  <dgm:cxnLst>
    <dgm:cxn modelId="{BA563759-056C-44D4-994D-FB423A2F63C0}" srcId="{09750B2B-2DE8-4EFB-AE83-64F9CE0CEEF8}" destId="{4D264990-BBA2-4311-BA78-C42CDA506E4A}" srcOrd="0" destOrd="0" parTransId="{C6680431-9106-45EE-8995-46231A4CE40D}" sibTransId="{80A5F185-03FB-4538-80C1-41F213F51219}"/>
    <dgm:cxn modelId="{44909DC2-E260-4402-99AD-C1D042293D86}" type="presOf" srcId="{4D264990-BBA2-4311-BA78-C42CDA506E4A}" destId="{76538797-E9B7-47C2-BBA0-B7A2A298359A}" srcOrd="0" destOrd="0" presId="urn:microsoft.com/office/officeart/2005/8/layout/vList5"/>
    <dgm:cxn modelId="{1C297DFA-8496-4D21-AAA3-A6DCE93A7BA1}" type="presOf" srcId="{0011368B-8A78-4FD6-8132-524D1C7A6833}" destId="{74E74C5F-EDD8-4F05-B80A-E6251CD36673}" srcOrd="0" destOrd="0" presId="urn:microsoft.com/office/officeart/2005/8/layout/vList5"/>
    <dgm:cxn modelId="{054003E6-B30B-46AB-A705-3322C4D31E59}" type="presOf" srcId="{09750B2B-2DE8-4EFB-AE83-64F9CE0CEEF8}" destId="{A9DEE996-DD80-4F88-AE2C-FD5250F4DA0E}" srcOrd="0" destOrd="0" presId="urn:microsoft.com/office/officeart/2005/8/layout/vList5"/>
    <dgm:cxn modelId="{1685FE7C-49C5-4A33-8903-A96E9FB5E2E7}" type="presOf" srcId="{A1DC9D41-BE65-475C-830E-14A2096AA287}" destId="{430F744A-419D-4C95-B556-FD43BAC50C9A}" srcOrd="0" destOrd="0" presId="urn:microsoft.com/office/officeart/2005/8/layout/vList5"/>
    <dgm:cxn modelId="{F827E19B-71F4-4D65-8F2A-223902F23B18}" srcId="{09750B2B-2DE8-4EFB-AE83-64F9CE0CEEF8}" destId="{A1DC9D41-BE65-475C-830E-14A2096AA287}" srcOrd="2" destOrd="0" parTransId="{1EF1732D-E1F3-4911-8D52-549DEC9C1EF9}" sibTransId="{6B3BDCDE-6985-4CB1-B8A1-10EB17E35498}"/>
    <dgm:cxn modelId="{6259F41B-2843-4577-BE9B-AAAA839A2C4D}" srcId="{09750B2B-2DE8-4EFB-AE83-64F9CE0CEEF8}" destId="{0011368B-8A78-4FD6-8132-524D1C7A6833}" srcOrd="1" destOrd="0" parTransId="{1955A1F0-F86A-4DD0-8469-7394366C917A}" sibTransId="{BFA4BDAC-4ECC-4CFA-B9B6-BB0CD20DA317}"/>
    <dgm:cxn modelId="{099EDEF5-DFBA-4CB5-A37A-739ED90A8EB5}" type="presParOf" srcId="{A9DEE996-DD80-4F88-AE2C-FD5250F4DA0E}" destId="{24BEBE5E-E844-4602-AF6E-D904F2EAC14F}" srcOrd="0" destOrd="0" presId="urn:microsoft.com/office/officeart/2005/8/layout/vList5"/>
    <dgm:cxn modelId="{C1B7DE2E-40D7-47D9-A52F-FEE30801E24D}" type="presParOf" srcId="{24BEBE5E-E844-4602-AF6E-D904F2EAC14F}" destId="{76538797-E9B7-47C2-BBA0-B7A2A298359A}" srcOrd="0" destOrd="0" presId="urn:microsoft.com/office/officeart/2005/8/layout/vList5"/>
    <dgm:cxn modelId="{F81402BA-AFC5-4C07-B3AA-30A6337613FE}" type="presParOf" srcId="{A9DEE996-DD80-4F88-AE2C-FD5250F4DA0E}" destId="{405DB19D-683F-4936-8DFF-9FFAF19B6644}" srcOrd="1" destOrd="0" presId="urn:microsoft.com/office/officeart/2005/8/layout/vList5"/>
    <dgm:cxn modelId="{8362CDF4-68EE-4065-9873-09A0A89D722B}" type="presParOf" srcId="{A9DEE996-DD80-4F88-AE2C-FD5250F4DA0E}" destId="{CD012059-FD7E-4079-9E4B-C739E76AD1C2}" srcOrd="2" destOrd="0" presId="urn:microsoft.com/office/officeart/2005/8/layout/vList5"/>
    <dgm:cxn modelId="{56B054CB-68D8-491F-A715-2986AECA77F8}" type="presParOf" srcId="{CD012059-FD7E-4079-9E4B-C739E76AD1C2}" destId="{74E74C5F-EDD8-4F05-B80A-E6251CD36673}" srcOrd="0" destOrd="0" presId="urn:microsoft.com/office/officeart/2005/8/layout/vList5"/>
    <dgm:cxn modelId="{5293701F-4135-498B-A44E-8D309A50AF38}" type="presParOf" srcId="{A9DEE996-DD80-4F88-AE2C-FD5250F4DA0E}" destId="{6F8241FB-3D68-49E5-A734-931069980F3B}" srcOrd="3" destOrd="0" presId="urn:microsoft.com/office/officeart/2005/8/layout/vList5"/>
    <dgm:cxn modelId="{C2EE307E-FF7E-4916-A11B-C8F3025BD03C}" type="presParOf" srcId="{A9DEE996-DD80-4F88-AE2C-FD5250F4DA0E}" destId="{A4330554-64BC-4B10-9BA2-CF35AEFFCBCF}" srcOrd="4" destOrd="0" presId="urn:microsoft.com/office/officeart/2005/8/layout/vList5"/>
    <dgm:cxn modelId="{7FC5CD1C-39D6-4BF9-915C-3789441708A6}" type="presParOf" srcId="{A4330554-64BC-4B10-9BA2-CF35AEFFCBCF}" destId="{430F744A-419D-4C95-B556-FD43BAC50C9A}" srcOrd="0" destOrd="0" presId="urn:microsoft.com/office/officeart/2005/8/layout/vList5"/>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219303B-D19C-468E-8954-C5588D0FF59E}"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s-VE"/>
        </a:p>
      </dgm:t>
    </dgm:pt>
    <dgm:pt modelId="{A6463258-B015-49B0-B114-C542C05736AB}">
      <dgm:prSet phldrT="[Texto]" custT="1"/>
      <dgm:spPr/>
      <dgm:t>
        <a:bodyPr/>
        <a:lstStyle/>
        <a:p>
          <a:pPr algn="ctr"/>
          <a:r>
            <a:rPr lang="es-VE" sz="1400" b="1" i="1" u="sng" dirty="0" smtClean="0">
              <a:solidFill>
                <a:schemeClr val="tx1"/>
              </a:solidFill>
            </a:rPr>
            <a:t>Sujetos obligados</a:t>
          </a:r>
          <a:r>
            <a:rPr lang="es-VE" sz="1400" b="1" dirty="0" smtClean="0">
              <a:solidFill>
                <a:schemeClr val="tx1"/>
              </a:solidFill>
            </a:rPr>
            <a:t>: Todo organismo, institución o persona natural o jurídica, sometida bajo el control y directrices de un órgano o ente de control, de conformidad con esta Ley</a:t>
          </a:r>
          <a:endParaRPr lang="es-VE" sz="1400" dirty="0">
            <a:solidFill>
              <a:schemeClr val="tx1"/>
            </a:solidFill>
          </a:endParaRPr>
        </a:p>
      </dgm:t>
    </dgm:pt>
    <dgm:pt modelId="{7C567E68-80BC-4091-8373-A1A59F4D7F14}" type="parTrans" cxnId="{B0126565-9EC0-45FE-A307-9258C0FA689C}">
      <dgm:prSet/>
      <dgm:spPr/>
      <dgm:t>
        <a:bodyPr/>
        <a:lstStyle/>
        <a:p>
          <a:endParaRPr lang="es-VE"/>
        </a:p>
      </dgm:t>
    </dgm:pt>
    <dgm:pt modelId="{0151CB51-E78F-4C1F-BB83-A49FBD2607EE}" type="sibTrans" cxnId="{B0126565-9EC0-45FE-A307-9258C0FA689C}">
      <dgm:prSet/>
      <dgm:spPr/>
      <dgm:t>
        <a:bodyPr/>
        <a:lstStyle/>
        <a:p>
          <a:endParaRPr lang="es-VE"/>
        </a:p>
      </dgm:t>
    </dgm:pt>
    <dgm:pt modelId="{8FFC6001-4CD7-4A07-9DE8-D8918A5D476A}">
      <dgm:prSet phldrT="[Texto]" custT="1"/>
      <dgm:spPr/>
      <dgm:t>
        <a:bodyPr/>
        <a:lstStyle/>
        <a:p>
          <a:r>
            <a:rPr lang="es-VE" sz="1100" b="1" dirty="0" smtClean="0">
              <a:solidFill>
                <a:schemeClr val="tx1"/>
              </a:solidFill>
            </a:rPr>
            <a:t>Grupo A: Las empresas de seguros, las empresas de reaseguros, </a:t>
          </a:r>
          <a:r>
            <a:rPr lang="es-VE" sz="1100" b="1" i="1" dirty="0" smtClean="0">
              <a:solidFill>
                <a:schemeClr val="tx1"/>
              </a:solidFill>
            </a:rPr>
            <a:t>Empresas de medicina prepagada</a:t>
          </a:r>
          <a:r>
            <a:rPr lang="es-VE" sz="1100" b="1" dirty="0" smtClean="0">
              <a:solidFill>
                <a:schemeClr val="tx1"/>
              </a:solidFill>
            </a:rPr>
            <a:t>, las empresas administradoras de riesgos, las empresas financiadoras de primas o cuotas, las sociedades de corretaje de seguros, las sociedades de corretaje de reaseguros, las asociaciones cooperativas que realicen actividad aseguradora o de medicina prepagada, las oficinas de representación o sucursales de empresas de reaseguros extranjeras y las sucursales de sociedades de corretaje de reaseguros domiciliadas en el exterior:</a:t>
          </a:r>
          <a:br>
            <a:rPr lang="es-VE" sz="1100" b="1" dirty="0" smtClean="0">
              <a:solidFill>
                <a:schemeClr val="tx1"/>
              </a:solidFill>
            </a:rPr>
          </a:br>
          <a:r>
            <a:rPr lang="es-VE" sz="1100" b="1" dirty="0" smtClean="0">
              <a:solidFill>
                <a:schemeClr val="tx1"/>
              </a:solidFill>
            </a:rPr>
            <a:t/>
          </a:r>
          <a:br>
            <a:rPr lang="es-VE" sz="1100" b="1" dirty="0" smtClean="0">
              <a:solidFill>
                <a:schemeClr val="tx1"/>
              </a:solidFill>
            </a:rPr>
          </a:br>
          <a:endParaRPr lang="es-VE" sz="1100" b="1" dirty="0">
            <a:solidFill>
              <a:schemeClr val="tx1"/>
            </a:solidFill>
          </a:endParaRPr>
        </a:p>
      </dgm:t>
    </dgm:pt>
    <dgm:pt modelId="{7B54698A-FAB9-47AE-99E5-0A5549B19034}" type="parTrans" cxnId="{8884DFCA-2DD2-4276-BEEF-26A01D0C818E}">
      <dgm:prSet/>
      <dgm:spPr/>
      <dgm:t>
        <a:bodyPr/>
        <a:lstStyle/>
        <a:p>
          <a:endParaRPr lang="es-VE"/>
        </a:p>
      </dgm:t>
    </dgm:pt>
    <dgm:pt modelId="{70E88C26-4CCA-40C3-8A7F-9E9E754106B4}" type="sibTrans" cxnId="{8884DFCA-2DD2-4276-BEEF-26A01D0C818E}">
      <dgm:prSet/>
      <dgm:spPr/>
      <dgm:t>
        <a:bodyPr/>
        <a:lstStyle/>
        <a:p>
          <a:endParaRPr lang="es-VE"/>
        </a:p>
      </dgm:t>
    </dgm:pt>
    <dgm:pt modelId="{6D76191D-25A2-4E46-9981-48FB6A3032E7}">
      <dgm:prSet phldrT="[Texto]"/>
      <dgm:spPr/>
      <dgm:t>
        <a:bodyPr/>
        <a:lstStyle/>
        <a:p>
          <a:r>
            <a:rPr lang="es-VE" b="1" dirty="0" smtClean="0">
              <a:solidFill>
                <a:schemeClr val="tx1"/>
              </a:solidFill>
              <a:effectLst/>
            </a:rPr>
            <a:t>Grupo B: Los agentes de seguros, los corredores de seguros, los auditores externos, los inspectores de riesgos, los peritos evaluadores, los ajustadores de pérdidas, los actuarios independientes, las empresas dedicadas al ajuste de pérdidas, las empresas de peritaje, las empresas dedicadas a las inspecciones de riesgos relacionadas con la actividad aseguradora.</a:t>
          </a:r>
          <a:endParaRPr lang="es-VE" b="1" dirty="0">
            <a:solidFill>
              <a:schemeClr val="tx1"/>
            </a:solidFill>
          </a:endParaRPr>
        </a:p>
      </dgm:t>
    </dgm:pt>
    <dgm:pt modelId="{1A48DBC7-020E-4649-91F8-5072ED80F9D1}" type="parTrans" cxnId="{BA9FB10E-3934-4C26-987E-260DC1F86364}">
      <dgm:prSet/>
      <dgm:spPr/>
      <dgm:t>
        <a:bodyPr/>
        <a:lstStyle/>
        <a:p>
          <a:endParaRPr lang="es-VE"/>
        </a:p>
      </dgm:t>
    </dgm:pt>
    <dgm:pt modelId="{B0EA6160-2DDC-49F8-91C3-4E00C3AEBCFE}" type="sibTrans" cxnId="{BA9FB10E-3934-4C26-987E-260DC1F86364}">
      <dgm:prSet/>
      <dgm:spPr/>
      <dgm:t>
        <a:bodyPr/>
        <a:lstStyle/>
        <a:p>
          <a:endParaRPr lang="es-VE"/>
        </a:p>
      </dgm:t>
    </dgm:pt>
    <dgm:pt modelId="{F4A5DE9D-4CB4-45B0-A8CF-874F4E720965}" type="pres">
      <dgm:prSet presAssocID="{9219303B-D19C-468E-8954-C5588D0FF59E}" presName="Name0" presStyleCnt="0">
        <dgm:presLayoutVars>
          <dgm:dir/>
          <dgm:resizeHandles val="exact"/>
        </dgm:presLayoutVars>
      </dgm:prSet>
      <dgm:spPr/>
      <dgm:t>
        <a:bodyPr/>
        <a:lstStyle/>
        <a:p>
          <a:endParaRPr lang="es-VE"/>
        </a:p>
      </dgm:t>
    </dgm:pt>
    <dgm:pt modelId="{4045C19C-620E-40D7-A119-85AEA0184058}" type="pres">
      <dgm:prSet presAssocID="{A6463258-B015-49B0-B114-C542C05736AB}" presName="node" presStyleLbl="node1" presStyleIdx="0" presStyleCnt="3" custScaleX="67027" custLinFactNeighborX="-610" custLinFactNeighborY="1563">
        <dgm:presLayoutVars>
          <dgm:bulletEnabled val="1"/>
        </dgm:presLayoutVars>
      </dgm:prSet>
      <dgm:spPr/>
      <dgm:t>
        <a:bodyPr/>
        <a:lstStyle/>
        <a:p>
          <a:endParaRPr lang="es-VE"/>
        </a:p>
      </dgm:t>
    </dgm:pt>
    <dgm:pt modelId="{A424AFC1-9ED6-4A11-B2D9-CCEA5AD54FD4}" type="pres">
      <dgm:prSet presAssocID="{0151CB51-E78F-4C1F-BB83-A49FBD2607EE}" presName="sibTrans" presStyleCnt="0"/>
      <dgm:spPr/>
    </dgm:pt>
    <dgm:pt modelId="{1219E05A-03FA-4C14-8CB2-34C9F480386C}" type="pres">
      <dgm:prSet presAssocID="{8FFC6001-4CD7-4A07-9DE8-D8918A5D476A}" presName="node" presStyleLbl="node1" presStyleIdx="1" presStyleCnt="3" custScaleX="134963">
        <dgm:presLayoutVars>
          <dgm:bulletEnabled val="1"/>
        </dgm:presLayoutVars>
      </dgm:prSet>
      <dgm:spPr/>
      <dgm:t>
        <a:bodyPr/>
        <a:lstStyle/>
        <a:p>
          <a:endParaRPr lang="es-VE"/>
        </a:p>
      </dgm:t>
    </dgm:pt>
    <dgm:pt modelId="{06884501-CEA5-4080-8F30-DDF8B53CB98D}" type="pres">
      <dgm:prSet presAssocID="{70E88C26-4CCA-40C3-8A7F-9E9E754106B4}" presName="sibTrans" presStyleCnt="0"/>
      <dgm:spPr/>
    </dgm:pt>
    <dgm:pt modelId="{1B7BBC0F-5206-40D6-917D-9B900D108D20}" type="pres">
      <dgm:prSet presAssocID="{6D76191D-25A2-4E46-9981-48FB6A3032E7}" presName="node" presStyleLbl="node1" presStyleIdx="2" presStyleCnt="3">
        <dgm:presLayoutVars>
          <dgm:bulletEnabled val="1"/>
        </dgm:presLayoutVars>
      </dgm:prSet>
      <dgm:spPr/>
      <dgm:t>
        <a:bodyPr/>
        <a:lstStyle/>
        <a:p>
          <a:endParaRPr lang="es-VE"/>
        </a:p>
      </dgm:t>
    </dgm:pt>
  </dgm:ptLst>
  <dgm:cxnLst>
    <dgm:cxn modelId="{8884DFCA-2DD2-4276-BEEF-26A01D0C818E}" srcId="{9219303B-D19C-468E-8954-C5588D0FF59E}" destId="{8FFC6001-4CD7-4A07-9DE8-D8918A5D476A}" srcOrd="1" destOrd="0" parTransId="{7B54698A-FAB9-47AE-99E5-0A5549B19034}" sibTransId="{70E88C26-4CCA-40C3-8A7F-9E9E754106B4}"/>
    <dgm:cxn modelId="{B0126565-9EC0-45FE-A307-9258C0FA689C}" srcId="{9219303B-D19C-468E-8954-C5588D0FF59E}" destId="{A6463258-B015-49B0-B114-C542C05736AB}" srcOrd="0" destOrd="0" parTransId="{7C567E68-80BC-4091-8373-A1A59F4D7F14}" sibTransId="{0151CB51-E78F-4C1F-BB83-A49FBD2607EE}"/>
    <dgm:cxn modelId="{BA9FB10E-3934-4C26-987E-260DC1F86364}" srcId="{9219303B-D19C-468E-8954-C5588D0FF59E}" destId="{6D76191D-25A2-4E46-9981-48FB6A3032E7}" srcOrd="2" destOrd="0" parTransId="{1A48DBC7-020E-4649-91F8-5072ED80F9D1}" sibTransId="{B0EA6160-2DDC-49F8-91C3-4E00C3AEBCFE}"/>
    <dgm:cxn modelId="{0D104A78-85B8-4E58-9910-5079D2402F79}" type="presOf" srcId="{6D76191D-25A2-4E46-9981-48FB6A3032E7}" destId="{1B7BBC0F-5206-40D6-917D-9B900D108D20}" srcOrd="0" destOrd="0" presId="urn:microsoft.com/office/officeart/2005/8/layout/hList6"/>
    <dgm:cxn modelId="{951DDD67-8C2D-409E-80E0-5EB537505F9B}" type="presOf" srcId="{A6463258-B015-49B0-B114-C542C05736AB}" destId="{4045C19C-620E-40D7-A119-85AEA0184058}" srcOrd="0" destOrd="0" presId="urn:microsoft.com/office/officeart/2005/8/layout/hList6"/>
    <dgm:cxn modelId="{4BD8CC53-8127-45B0-ADF3-C84AF72864CF}" type="presOf" srcId="{9219303B-D19C-468E-8954-C5588D0FF59E}" destId="{F4A5DE9D-4CB4-45B0-A8CF-874F4E720965}" srcOrd="0" destOrd="0" presId="urn:microsoft.com/office/officeart/2005/8/layout/hList6"/>
    <dgm:cxn modelId="{9423C04D-2602-49F0-9081-FABCE8C7145C}" type="presOf" srcId="{8FFC6001-4CD7-4A07-9DE8-D8918A5D476A}" destId="{1219E05A-03FA-4C14-8CB2-34C9F480386C}" srcOrd="0" destOrd="0" presId="urn:microsoft.com/office/officeart/2005/8/layout/hList6"/>
    <dgm:cxn modelId="{0799C3CA-0863-40B2-A705-A970D4D7A50E}" type="presParOf" srcId="{F4A5DE9D-4CB4-45B0-A8CF-874F4E720965}" destId="{4045C19C-620E-40D7-A119-85AEA0184058}" srcOrd="0" destOrd="0" presId="urn:microsoft.com/office/officeart/2005/8/layout/hList6"/>
    <dgm:cxn modelId="{4083BE9B-F66E-40DB-AD04-706EBCA0B349}" type="presParOf" srcId="{F4A5DE9D-4CB4-45B0-A8CF-874F4E720965}" destId="{A424AFC1-9ED6-4A11-B2D9-CCEA5AD54FD4}" srcOrd="1" destOrd="0" presId="urn:microsoft.com/office/officeart/2005/8/layout/hList6"/>
    <dgm:cxn modelId="{99DE3576-C004-4EC5-B596-C3739C1A4536}" type="presParOf" srcId="{F4A5DE9D-4CB4-45B0-A8CF-874F4E720965}" destId="{1219E05A-03FA-4C14-8CB2-34C9F480386C}" srcOrd="2" destOrd="0" presId="urn:microsoft.com/office/officeart/2005/8/layout/hList6"/>
    <dgm:cxn modelId="{F4FA961C-A6E3-4932-B314-FBF284C3A35B}" type="presParOf" srcId="{F4A5DE9D-4CB4-45B0-A8CF-874F4E720965}" destId="{06884501-CEA5-4080-8F30-DDF8B53CB98D}" srcOrd="3" destOrd="0" presId="urn:microsoft.com/office/officeart/2005/8/layout/hList6"/>
    <dgm:cxn modelId="{F74B987F-F7AD-414A-874F-A521E329D88F}" type="presParOf" srcId="{F4A5DE9D-4CB4-45B0-A8CF-874F4E720965}" destId="{1B7BBC0F-5206-40D6-917D-9B900D108D20}" srcOrd="4" destOrd="0" presId="urn:microsoft.com/office/officeart/2005/8/layout/hList6"/>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ACC3C26-63FD-4BA4-9A49-9244A899321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E3A66F0F-63F5-4D2F-B520-0352C1376E8D}">
      <dgm:prSet custT="1"/>
      <dgm:spPr/>
      <dgm:t>
        <a:bodyPr/>
        <a:lstStyle/>
        <a:p>
          <a:pPr algn="ctr" rtl="0"/>
          <a:r>
            <a:rPr lang="es-VE" sz="2400" b="1" dirty="0" smtClean="0"/>
            <a:t/>
          </a:r>
          <a:br>
            <a:rPr lang="es-VE" sz="2400" b="1" dirty="0" smtClean="0"/>
          </a:br>
          <a:endParaRPr lang="es-VE" sz="2400" b="1" dirty="0" smtClean="0"/>
        </a:p>
        <a:p>
          <a:pPr algn="ctr" rtl="0"/>
          <a:r>
            <a:rPr lang="es-VE" sz="3200" b="1" dirty="0" smtClean="0">
              <a:solidFill>
                <a:schemeClr val="tx1"/>
              </a:solidFill>
            </a:rPr>
            <a:t>Se contemplan 50 definiciones o conceptos relativos al delito de LC/FT/FPADM</a:t>
          </a:r>
          <a:r>
            <a:rPr lang="es-VE" sz="2400" b="1" dirty="0" smtClean="0">
              <a:solidFill>
                <a:schemeClr val="tx1"/>
              </a:solidFill>
            </a:rPr>
            <a:t/>
          </a:r>
          <a:br>
            <a:rPr lang="es-VE" sz="2400" b="1" dirty="0" smtClean="0">
              <a:solidFill>
                <a:schemeClr val="tx1"/>
              </a:solidFill>
            </a:rPr>
          </a:br>
          <a:r>
            <a:rPr lang="es-VE" sz="2400" b="1" dirty="0" smtClean="0"/>
            <a:t/>
          </a:r>
          <a:br>
            <a:rPr lang="es-VE" sz="2400" b="1" dirty="0" smtClean="0"/>
          </a:br>
          <a:r>
            <a:rPr lang="es-VE" sz="1100" b="1" dirty="0" smtClean="0"/>
            <a:t/>
          </a:r>
          <a:br>
            <a:rPr lang="es-VE" sz="1100" b="1" dirty="0" smtClean="0"/>
          </a:br>
          <a:r>
            <a:rPr lang="es-VE" sz="1100" b="1" dirty="0" smtClean="0"/>
            <a:t/>
          </a:r>
          <a:br>
            <a:rPr lang="es-VE" sz="1100" b="1" dirty="0" smtClean="0"/>
          </a:br>
          <a:r>
            <a:rPr lang="es-VE" sz="1100" b="1" dirty="0" smtClean="0"/>
            <a:t/>
          </a:r>
          <a:br>
            <a:rPr lang="es-VE" sz="1100" b="1" dirty="0" smtClean="0"/>
          </a:br>
          <a:endParaRPr lang="es-VE" sz="1100" b="1" dirty="0"/>
        </a:p>
      </dgm:t>
    </dgm:pt>
    <dgm:pt modelId="{99B3A08E-8787-4170-9542-61878B667C47}" type="parTrans" cxnId="{221B7C72-14B6-4060-A053-DCB18F727C25}">
      <dgm:prSet/>
      <dgm:spPr/>
      <dgm:t>
        <a:bodyPr/>
        <a:lstStyle/>
        <a:p>
          <a:endParaRPr lang="es-VE"/>
        </a:p>
      </dgm:t>
    </dgm:pt>
    <dgm:pt modelId="{EBDE89FA-2D47-4A60-AD57-CC60F7C02CDD}" type="sibTrans" cxnId="{221B7C72-14B6-4060-A053-DCB18F727C25}">
      <dgm:prSet/>
      <dgm:spPr/>
      <dgm:t>
        <a:bodyPr/>
        <a:lstStyle/>
        <a:p>
          <a:endParaRPr lang="es-VE"/>
        </a:p>
      </dgm:t>
    </dgm:pt>
    <dgm:pt modelId="{05C2213B-3B54-49FA-8923-6EC9D998680C}" type="pres">
      <dgm:prSet presAssocID="{3ACC3C26-63FD-4BA4-9A49-9244A899321C}" presName="linear" presStyleCnt="0">
        <dgm:presLayoutVars>
          <dgm:animLvl val="lvl"/>
          <dgm:resizeHandles val="exact"/>
        </dgm:presLayoutVars>
      </dgm:prSet>
      <dgm:spPr/>
      <dgm:t>
        <a:bodyPr/>
        <a:lstStyle/>
        <a:p>
          <a:endParaRPr lang="es-VE"/>
        </a:p>
      </dgm:t>
    </dgm:pt>
    <dgm:pt modelId="{7527C035-F10B-4E91-9ECA-45CB56A784CA}" type="pres">
      <dgm:prSet presAssocID="{E3A66F0F-63F5-4D2F-B520-0352C1376E8D}" presName="parentText" presStyleLbl="node1" presStyleIdx="0" presStyleCnt="1" custScaleY="312534" custLinFactNeighborX="945" custLinFactNeighborY="-6794">
        <dgm:presLayoutVars>
          <dgm:chMax val="0"/>
          <dgm:bulletEnabled val="1"/>
        </dgm:presLayoutVars>
      </dgm:prSet>
      <dgm:spPr/>
      <dgm:t>
        <a:bodyPr/>
        <a:lstStyle/>
        <a:p>
          <a:endParaRPr lang="es-VE"/>
        </a:p>
      </dgm:t>
    </dgm:pt>
  </dgm:ptLst>
  <dgm:cxnLst>
    <dgm:cxn modelId="{C7B9FD73-76B7-4891-B0D5-8060B97945BF}" type="presOf" srcId="{E3A66F0F-63F5-4D2F-B520-0352C1376E8D}" destId="{7527C035-F10B-4E91-9ECA-45CB56A784CA}" srcOrd="0" destOrd="0" presId="urn:microsoft.com/office/officeart/2005/8/layout/vList2"/>
    <dgm:cxn modelId="{221B7C72-14B6-4060-A053-DCB18F727C25}" srcId="{3ACC3C26-63FD-4BA4-9A49-9244A899321C}" destId="{E3A66F0F-63F5-4D2F-B520-0352C1376E8D}" srcOrd="0" destOrd="0" parTransId="{99B3A08E-8787-4170-9542-61878B667C47}" sibTransId="{EBDE89FA-2D47-4A60-AD57-CC60F7C02CDD}"/>
    <dgm:cxn modelId="{98D66425-7920-4027-AD68-4E4650854422}" type="presOf" srcId="{3ACC3C26-63FD-4BA4-9A49-9244A899321C}" destId="{05C2213B-3B54-49FA-8923-6EC9D998680C}" srcOrd="0" destOrd="0" presId="urn:microsoft.com/office/officeart/2005/8/layout/vList2"/>
    <dgm:cxn modelId="{D47E35B4-B297-4BD5-8196-0BD06EA0ECBE}" type="presParOf" srcId="{05C2213B-3B54-49FA-8923-6EC9D998680C}" destId="{7527C035-F10B-4E91-9ECA-45CB56A784CA}" srcOrd="0"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D25F81A-301B-40AD-8116-1AFE480C3721}"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148320D6-C75A-4139-BEA6-3FC22C34B8F7}">
      <dgm:prSet custT="1"/>
      <dgm:spPr/>
      <dgm:t>
        <a:bodyPr/>
        <a:lstStyle/>
        <a:p>
          <a:pPr algn="ctr" rtl="0"/>
          <a:endParaRPr lang="es-VE" sz="2400" b="1" dirty="0" smtClean="0"/>
        </a:p>
        <a:p>
          <a:pPr algn="ctr" rtl="0"/>
          <a:endParaRPr lang="es-VE" sz="2400" b="1" dirty="0" smtClean="0"/>
        </a:p>
        <a:p>
          <a:pPr algn="ctr" rtl="0"/>
          <a:r>
            <a:rPr lang="es-VE" sz="2400" b="1" dirty="0" smtClean="0">
              <a:solidFill>
                <a:schemeClr val="tx1"/>
              </a:solidFill>
            </a:rPr>
            <a:t>TÍTULO II</a:t>
          </a:r>
          <a:r>
            <a:rPr lang="es-VE" sz="2400" b="0" dirty="0" smtClean="0">
              <a:solidFill>
                <a:schemeClr val="tx1"/>
              </a:solidFill>
            </a:rPr>
            <a:t/>
          </a:r>
          <a:br>
            <a:rPr lang="es-VE" sz="2400" b="0" dirty="0" smtClean="0">
              <a:solidFill>
                <a:schemeClr val="tx1"/>
              </a:solidFill>
            </a:rPr>
          </a:br>
          <a:r>
            <a:rPr lang="es-VE" sz="2400" b="1" dirty="0" smtClean="0">
              <a:solidFill>
                <a:schemeClr val="tx1"/>
              </a:solidFill>
            </a:rPr>
            <a:t>DE LA ADMINISTRACIÓN DE RIESGOS DE LEGITIMACIÓN DE CAPITALES, FINANCIAMIENTO AL TERRORISMO Y FINANCIAMIENTO DE LA PROLIFERACIÓN DE ARMAS DE DESTRUCCIÓN MASIVA</a:t>
          </a:r>
          <a:r>
            <a:rPr lang="es-VE" sz="2400" b="0" dirty="0" smtClean="0"/>
            <a:t/>
          </a:r>
          <a:br>
            <a:rPr lang="es-VE" sz="2400" b="0" dirty="0" smtClean="0"/>
          </a:br>
          <a:r>
            <a:rPr lang="es-VE" sz="1900" b="0" dirty="0" smtClean="0"/>
            <a:t/>
          </a:r>
          <a:br>
            <a:rPr lang="es-VE" sz="1900" b="0" dirty="0" smtClean="0"/>
          </a:br>
          <a:r>
            <a:rPr lang="es-VE" sz="1900" b="1" dirty="0" smtClean="0"/>
            <a:t/>
          </a:r>
          <a:br>
            <a:rPr lang="es-VE" sz="1900" b="1" dirty="0" smtClean="0"/>
          </a:br>
          <a:r>
            <a:rPr lang="es-VE" sz="1900" b="1" dirty="0" smtClean="0"/>
            <a:t/>
          </a:r>
          <a:br>
            <a:rPr lang="es-VE" sz="1900" b="1" dirty="0" smtClean="0"/>
          </a:br>
          <a:r>
            <a:rPr lang="es-VE" sz="1900" b="1" dirty="0" smtClean="0"/>
            <a:t/>
          </a:r>
          <a:br>
            <a:rPr lang="es-VE" sz="1900" b="1" dirty="0" smtClean="0"/>
          </a:br>
          <a:endParaRPr lang="es-VE" sz="1900" b="1" dirty="0"/>
        </a:p>
      </dgm:t>
    </dgm:pt>
    <dgm:pt modelId="{5B6699BC-5997-410A-85C7-42549B83A50D}" type="parTrans" cxnId="{E4E00935-309A-4B8F-A37B-D9CCCEEF6B07}">
      <dgm:prSet/>
      <dgm:spPr/>
      <dgm:t>
        <a:bodyPr/>
        <a:lstStyle/>
        <a:p>
          <a:endParaRPr lang="es-VE"/>
        </a:p>
      </dgm:t>
    </dgm:pt>
    <dgm:pt modelId="{2E7BAE94-A820-46C9-AA1B-D01B72207CAC}" type="sibTrans" cxnId="{E4E00935-309A-4B8F-A37B-D9CCCEEF6B07}">
      <dgm:prSet/>
      <dgm:spPr/>
      <dgm:t>
        <a:bodyPr/>
        <a:lstStyle/>
        <a:p>
          <a:endParaRPr lang="es-VE"/>
        </a:p>
      </dgm:t>
    </dgm:pt>
    <dgm:pt modelId="{ADB152BF-2818-4B3A-9ECB-0D4D4476F798}" type="pres">
      <dgm:prSet presAssocID="{0D25F81A-301B-40AD-8116-1AFE480C3721}" presName="linear" presStyleCnt="0">
        <dgm:presLayoutVars>
          <dgm:animLvl val="lvl"/>
          <dgm:resizeHandles val="exact"/>
        </dgm:presLayoutVars>
      </dgm:prSet>
      <dgm:spPr/>
      <dgm:t>
        <a:bodyPr/>
        <a:lstStyle/>
        <a:p>
          <a:endParaRPr lang="es-VE"/>
        </a:p>
      </dgm:t>
    </dgm:pt>
    <dgm:pt modelId="{F98CB2A3-1C30-4955-989D-CE01B31B9A0E}" type="pres">
      <dgm:prSet presAssocID="{148320D6-C75A-4139-BEA6-3FC22C34B8F7}" presName="parentText" presStyleLbl="node1" presStyleIdx="0" presStyleCnt="1">
        <dgm:presLayoutVars>
          <dgm:chMax val="0"/>
          <dgm:bulletEnabled val="1"/>
        </dgm:presLayoutVars>
      </dgm:prSet>
      <dgm:spPr/>
      <dgm:t>
        <a:bodyPr/>
        <a:lstStyle/>
        <a:p>
          <a:endParaRPr lang="es-VE"/>
        </a:p>
      </dgm:t>
    </dgm:pt>
  </dgm:ptLst>
  <dgm:cxnLst>
    <dgm:cxn modelId="{E4E00935-309A-4B8F-A37B-D9CCCEEF6B07}" srcId="{0D25F81A-301B-40AD-8116-1AFE480C3721}" destId="{148320D6-C75A-4139-BEA6-3FC22C34B8F7}" srcOrd="0" destOrd="0" parTransId="{5B6699BC-5997-410A-85C7-42549B83A50D}" sibTransId="{2E7BAE94-A820-46C9-AA1B-D01B72207CAC}"/>
    <dgm:cxn modelId="{A958BE34-8540-4912-93BA-B5C4B9A542BF}" type="presOf" srcId="{0D25F81A-301B-40AD-8116-1AFE480C3721}" destId="{ADB152BF-2818-4B3A-9ECB-0D4D4476F798}" srcOrd="0" destOrd="0" presId="urn:microsoft.com/office/officeart/2005/8/layout/vList2"/>
    <dgm:cxn modelId="{DF35F018-24D1-4815-A8DC-3F1146B8E900}" type="presOf" srcId="{148320D6-C75A-4139-BEA6-3FC22C34B8F7}" destId="{F98CB2A3-1C30-4955-989D-CE01B31B9A0E}" srcOrd="0" destOrd="0" presId="urn:microsoft.com/office/officeart/2005/8/layout/vList2"/>
    <dgm:cxn modelId="{8311D957-A721-4F23-982F-DBF5C0D614B7}" type="presParOf" srcId="{ADB152BF-2818-4B3A-9ECB-0D4D4476F798}" destId="{F98CB2A3-1C30-4955-989D-CE01B31B9A0E}" srcOrd="0"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D25F81A-301B-40AD-8116-1AFE480C3721}"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148320D6-C75A-4139-BEA6-3FC22C34B8F7}">
      <dgm:prSet custT="1"/>
      <dgm:spPr/>
      <dgm:t>
        <a:bodyPr/>
        <a:lstStyle/>
        <a:p>
          <a:pPr algn="ctr" rtl="0"/>
          <a:endParaRPr lang="es-VE" sz="2400" b="1" dirty="0" smtClean="0"/>
        </a:p>
        <a:p>
          <a:pPr algn="ctr" rtl="0"/>
          <a:endParaRPr lang="es-VE" sz="2400" b="1" dirty="0" smtClean="0"/>
        </a:p>
        <a:p>
          <a:pPr algn="ctr" rtl="0"/>
          <a:r>
            <a:rPr lang="es-VE" sz="2400" b="1" dirty="0" smtClean="0">
              <a:solidFill>
                <a:schemeClr val="tx1"/>
              </a:solidFill>
            </a:rPr>
            <a:t>CAPÍTULO I</a:t>
          </a:r>
          <a:br>
            <a:rPr lang="es-VE" sz="2400" b="1" dirty="0" smtClean="0">
              <a:solidFill>
                <a:schemeClr val="tx1"/>
              </a:solidFill>
            </a:rPr>
          </a:br>
          <a:r>
            <a:rPr lang="es-VE" sz="2400" b="1" dirty="0" smtClean="0">
              <a:solidFill>
                <a:schemeClr val="tx1"/>
              </a:solidFill>
            </a:rPr>
            <a:t>SISTEMA INTEGRAL DE ADMINISTRACIÓN DE RIESGOS DE LEGITIMACIÓN DE CAPITALES, FINANCIAMIENTO AL TERRORISMO Y FINANCIAMIENTO DE LA PROLIFERACIÓN DE ARMAS DE DESTRUCCIÓN MASIVA</a:t>
          </a:r>
          <a:r>
            <a:rPr lang="es-VE" sz="1900" b="0" dirty="0" smtClean="0"/>
            <a:t/>
          </a:r>
          <a:br>
            <a:rPr lang="es-VE" sz="1900" b="0" dirty="0" smtClean="0"/>
          </a:br>
          <a:r>
            <a:rPr lang="es-VE" sz="1900" b="1" dirty="0" smtClean="0"/>
            <a:t/>
          </a:r>
          <a:br>
            <a:rPr lang="es-VE" sz="1900" b="1" dirty="0" smtClean="0"/>
          </a:br>
          <a:r>
            <a:rPr lang="es-VE" sz="1900" b="1" dirty="0" smtClean="0"/>
            <a:t/>
          </a:r>
          <a:br>
            <a:rPr lang="es-VE" sz="1900" b="1" dirty="0" smtClean="0"/>
          </a:br>
          <a:r>
            <a:rPr lang="es-VE" sz="1900" b="1" dirty="0" smtClean="0"/>
            <a:t/>
          </a:r>
          <a:br>
            <a:rPr lang="es-VE" sz="1900" b="1" dirty="0" smtClean="0"/>
          </a:br>
          <a:endParaRPr lang="es-VE" sz="1900" b="1" dirty="0"/>
        </a:p>
      </dgm:t>
    </dgm:pt>
    <dgm:pt modelId="{5B6699BC-5997-410A-85C7-42549B83A50D}" type="parTrans" cxnId="{E4E00935-309A-4B8F-A37B-D9CCCEEF6B07}">
      <dgm:prSet/>
      <dgm:spPr/>
      <dgm:t>
        <a:bodyPr/>
        <a:lstStyle/>
        <a:p>
          <a:endParaRPr lang="es-VE"/>
        </a:p>
      </dgm:t>
    </dgm:pt>
    <dgm:pt modelId="{2E7BAE94-A820-46C9-AA1B-D01B72207CAC}" type="sibTrans" cxnId="{E4E00935-309A-4B8F-A37B-D9CCCEEF6B07}">
      <dgm:prSet/>
      <dgm:spPr/>
      <dgm:t>
        <a:bodyPr/>
        <a:lstStyle/>
        <a:p>
          <a:endParaRPr lang="es-VE"/>
        </a:p>
      </dgm:t>
    </dgm:pt>
    <dgm:pt modelId="{ADB152BF-2818-4B3A-9ECB-0D4D4476F798}" type="pres">
      <dgm:prSet presAssocID="{0D25F81A-301B-40AD-8116-1AFE480C3721}" presName="linear" presStyleCnt="0">
        <dgm:presLayoutVars>
          <dgm:animLvl val="lvl"/>
          <dgm:resizeHandles val="exact"/>
        </dgm:presLayoutVars>
      </dgm:prSet>
      <dgm:spPr/>
      <dgm:t>
        <a:bodyPr/>
        <a:lstStyle/>
        <a:p>
          <a:endParaRPr lang="es-VE"/>
        </a:p>
      </dgm:t>
    </dgm:pt>
    <dgm:pt modelId="{F98CB2A3-1C30-4955-989D-CE01B31B9A0E}" type="pres">
      <dgm:prSet presAssocID="{148320D6-C75A-4139-BEA6-3FC22C34B8F7}" presName="parentText" presStyleLbl="node1" presStyleIdx="0" presStyleCnt="1">
        <dgm:presLayoutVars>
          <dgm:chMax val="0"/>
          <dgm:bulletEnabled val="1"/>
        </dgm:presLayoutVars>
      </dgm:prSet>
      <dgm:spPr/>
      <dgm:t>
        <a:bodyPr/>
        <a:lstStyle/>
        <a:p>
          <a:endParaRPr lang="es-VE"/>
        </a:p>
      </dgm:t>
    </dgm:pt>
  </dgm:ptLst>
  <dgm:cxnLst>
    <dgm:cxn modelId="{9EF74B70-74E6-4AE0-A424-F7BE5C906FA2}" type="presOf" srcId="{0D25F81A-301B-40AD-8116-1AFE480C3721}" destId="{ADB152BF-2818-4B3A-9ECB-0D4D4476F798}" srcOrd="0" destOrd="0" presId="urn:microsoft.com/office/officeart/2005/8/layout/vList2"/>
    <dgm:cxn modelId="{E4E00935-309A-4B8F-A37B-D9CCCEEF6B07}" srcId="{0D25F81A-301B-40AD-8116-1AFE480C3721}" destId="{148320D6-C75A-4139-BEA6-3FC22C34B8F7}" srcOrd="0" destOrd="0" parTransId="{5B6699BC-5997-410A-85C7-42549B83A50D}" sibTransId="{2E7BAE94-A820-46C9-AA1B-D01B72207CAC}"/>
    <dgm:cxn modelId="{152BD631-FA7E-4AEC-BA66-22D3E2CF3CCB}" type="presOf" srcId="{148320D6-C75A-4139-BEA6-3FC22C34B8F7}" destId="{F98CB2A3-1C30-4955-989D-CE01B31B9A0E}" srcOrd="0" destOrd="0" presId="urn:microsoft.com/office/officeart/2005/8/layout/vList2"/>
    <dgm:cxn modelId="{920EAD85-98DC-40EB-9172-D3D1D864C4CD}" type="presParOf" srcId="{ADB152BF-2818-4B3A-9ECB-0D4D4476F798}" destId="{F98CB2A3-1C30-4955-989D-CE01B31B9A0E}" srcOrd="0"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F28BFA7-580E-49E8-A589-C32836ED6FD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9E12750B-F29F-44ED-8706-05D5BE1CCA4F}">
      <dgm:prSet phldrT="[Texto]" custT="1"/>
      <dgm:spPr/>
      <dgm:t>
        <a:bodyPr/>
        <a:lstStyle/>
        <a:p>
          <a:pPr algn="just"/>
          <a:r>
            <a:rPr lang="es-VE" sz="1600" dirty="0" smtClean="0">
              <a:solidFill>
                <a:schemeClr val="tx1"/>
              </a:solidFill>
              <a:effectLst/>
            </a:rPr>
            <a:t>Articulo 6.- Del Sistema Integral de Administración de Riesgos de LC/FT/FPADM. Aquellos sujetos obligados del Grupo A ya indicado deberán diseñar, desarrollar e implementar un Sistema Integral de Administración de Riesgos (SIAR) de LC/FT/FPADM, para dar cumplimiento a la presente Providencia </a:t>
          </a:r>
          <a:endParaRPr lang="es-VE" sz="1600" dirty="0">
            <a:solidFill>
              <a:schemeClr val="tx1"/>
            </a:solidFill>
          </a:endParaRPr>
        </a:p>
      </dgm:t>
    </dgm:pt>
    <dgm:pt modelId="{C9203A9F-63D9-4632-915A-8B5EEAA3A2C3}" type="parTrans" cxnId="{9D22E4F6-4FD0-4EA5-AB29-43C300B98348}">
      <dgm:prSet/>
      <dgm:spPr/>
      <dgm:t>
        <a:bodyPr/>
        <a:lstStyle/>
        <a:p>
          <a:endParaRPr lang="es-VE"/>
        </a:p>
      </dgm:t>
    </dgm:pt>
    <dgm:pt modelId="{9A8E166C-E25D-41E4-BD1C-85FDC19B3583}" type="sibTrans" cxnId="{9D22E4F6-4FD0-4EA5-AB29-43C300B98348}">
      <dgm:prSet/>
      <dgm:spPr/>
      <dgm:t>
        <a:bodyPr/>
        <a:lstStyle/>
        <a:p>
          <a:endParaRPr lang="es-VE"/>
        </a:p>
      </dgm:t>
    </dgm:pt>
    <dgm:pt modelId="{3899571A-0478-407F-9B74-1776D631024E}">
      <dgm:prSet phldrT="[Texto]" custT="1"/>
      <dgm:spPr/>
      <dgm:t>
        <a:bodyPr/>
        <a:lstStyle/>
        <a:p>
          <a:pPr algn="just"/>
          <a:endParaRPr lang="es-VE" sz="1600" dirty="0" smtClean="0">
            <a:solidFill>
              <a:schemeClr val="tx1"/>
            </a:solidFill>
            <a:effectLst/>
          </a:endParaRPr>
        </a:p>
        <a:p>
          <a:pPr algn="just"/>
          <a:r>
            <a:rPr lang="es-VE" sz="1600" dirty="0" smtClean="0">
              <a:solidFill>
                <a:schemeClr val="tx1"/>
              </a:solidFill>
              <a:effectLst/>
            </a:rPr>
            <a:t>En lo que respecta a los sujetos obligados indicados en el Grupo B, están exceptuados de implementar un Sistema Integral de Administración de Riesgos de LC/FT/FPDAM  de no obstante, deberán mantener un registro de sus clientes, realizado bajo el principio de debida diligencia.</a:t>
          </a:r>
          <a:br>
            <a:rPr lang="es-VE" sz="1600" dirty="0" smtClean="0">
              <a:solidFill>
                <a:schemeClr val="tx1"/>
              </a:solidFill>
              <a:effectLst/>
            </a:rPr>
          </a:br>
          <a:r>
            <a:rPr lang="es-VE" sz="1600" dirty="0" smtClean="0">
              <a:solidFill>
                <a:schemeClr val="tx1"/>
              </a:solidFill>
            </a:rPr>
            <a:t/>
          </a:r>
          <a:br>
            <a:rPr lang="es-VE" sz="1600" dirty="0" smtClean="0">
              <a:solidFill>
                <a:schemeClr val="tx1"/>
              </a:solidFill>
            </a:rPr>
          </a:br>
          <a:endParaRPr lang="es-VE" sz="1600" dirty="0">
            <a:solidFill>
              <a:schemeClr val="tx1"/>
            </a:solidFill>
          </a:endParaRPr>
        </a:p>
      </dgm:t>
    </dgm:pt>
    <dgm:pt modelId="{45DD949E-9776-45B0-80FB-01BB96322F09}" type="parTrans" cxnId="{6065FE1B-0246-4E4A-ABD6-772917E38597}">
      <dgm:prSet/>
      <dgm:spPr/>
      <dgm:t>
        <a:bodyPr/>
        <a:lstStyle/>
        <a:p>
          <a:endParaRPr lang="es-VE"/>
        </a:p>
      </dgm:t>
    </dgm:pt>
    <dgm:pt modelId="{5736D050-2B87-46E7-96E1-53FA5C2C4276}" type="sibTrans" cxnId="{6065FE1B-0246-4E4A-ABD6-772917E38597}">
      <dgm:prSet/>
      <dgm:spPr/>
      <dgm:t>
        <a:bodyPr/>
        <a:lstStyle/>
        <a:p>
          <a:endParaRPr lang="es-VE"/>
        </a:p>
      </dgm:t>
    </dgm:pt>
    <dgm:pt modelId="{4B658D0A-7479-46E1-9FED-509E40EA465A}" type="pres">
      <dgm:prSet presAssocID="{8F28BFA7-580E-49E8-A589-C32836ED6FD5}" presName="linear" presStyleCnt="0">
        <dgm:presLayoutVars>
          <dgm:animLvl val="lvl"/>
          <dgm:resizeHandles val="exact"/>
        </dgm:presLayoutVars>
      </dgm:prSet>
      <dgm:spPr/>
      <dgm:t>
        <a:bodyPr/>
        <a:lstStyle/>
        <a:p>
          <a:endParaRPr lang="es-VE"/>
        </a:p>
      </dgm:t>
    </dgm:pt>
    <dgm:pt modelId="{BBAA43D5-EEB0-4DF4-99EB-5545880C4DBA}" type="pres">
      <dgm:prSet presAssocID="{9E12750B-F29F-44ED-8706-05D5BE1CCA4F}" presName="parentText" presStyleLbl="node1" presStyleIdx="0" presStyleCnt="2" custScaleY="98923">
        <dgm:presLayoutVars>
          <dgm:chMax val="0"/>
          <dgm:bulletEnabled val="1"/>
        </dgm:presLayoutVars>
      </dgm:prSet>
      <dgm:spPr/>
      <dgm:t>
        <a:bodyPr/>
        <a:lstStyle/>
        <a:p>
          <a:endParaRPr lang="es-VE"/>
        </a:p>
      </dgm:t>
    </dgm:pt>
    <dgm:pt modelId="{4B23D3FC-A25E-406A-8C5B-F3DD0BAEB5FF}" type="pres">
      <dgm:prSet presAssocID="{9A8E166C-E25D-41E4-BD1C-85FDC19B3583}" presName="spacer" presStyleCnt="0"/>
      <dgm:spPr/>
    </dgm:pt>
    <dgm:pt modelId="{80E94B33-1DFD-47DA-9899-AA37783C4D84}" type="pres">
      <dgm:prSet presAssocID="{3899571A-0478-407F-9B74-1776D631024E}" presName="parentText" presStyleLbl="node1" presStyleIdx="1" presStyleCnt="2">
        <dgm:presLayoutVars>
          <dgm:chMax val="0"/>
          <dgm:bulletEnabled val="1"/>
        </dgm:presLayoutVars>
      </dgm:prSet>
      <dgm:spPr/>
      <dgm:t>
        <a:bodyPr/>
        <a:lstStyle/>
        <a:p>
          <a:endParaRPr lang="es-VE"/>
        </a:p>
      </dgm:t>
    </dgm:pt>
  </dgm:ptLst>
  <dgm:cxnLst>
    <dgm:cxn modelId="{979754C0-7F48-43B8-92F8-F435D8E4BF5D}" type="presOf" srcId="{3899571A-0478-407F-9B74-1776D631024E}" destId="{80E94B33-1DFD-47DA-9899-AA37783C4D84}" srcOrd="0" destOrd="0" presId="urn:microsoft.com/office/officeart/2005/8/layout/vList2"/>
    <dgm:cxn modelId="{7A97011E-CE41-4B3B-90FD-C88F91A5E411}" type="presOf" srcId="{9E12750B-F29F-44ED-8706-05D5BE1CCA4F}" destId="{BBAA43D5-EEB0-4DF4-99EB-5545880C4DBA}" srcOrd="0" destOrd="0" presId="urn:microsoft.com/office/officeart/2005/8/layout/vList2"/>
    <dgm:cxn modelId="{9D22E4F6-4FD0-4EA5-AB29-43C300B98348}" srcId="{8F28BFA7-580E-49E8-A589-C32836ED6FD5}" destId="{9E12750B-F29F-44ED-8706-05D5BE1CCA4F}" srcOrd="0" destOrd="0" parTransId="{C9203A9F-63D9-4632-915A-8B5EEAA3A2C3}" sibTransId="{9A8E166C-E25D-41E4-BD1C-85FDC19B3583}"/>
    <dgm:cxn modelId="{6065FE1B-0246-4E4A-ABD6-772917E38597}" srcId="{8F28BFA7-580E-49E8-A589-C32836ED6FD5}" destId="{3899571A-0478-407F-9B74-1776D631024E}" srcOrd="1" destOrd="0" parTransId="{45DD949E-9776-45B0-80FB-01BB96322F09}" sibTransId="{5736D050-2B87-46E7-96E1-53FA5C2C4276}"/>
    <dgm:cxn modelId="{E9CD5197-3790-4346-997E-BE177DC68415}" type="presOf" srcId="{8F28BFA7-580E-49E8-A589-C32836ED6FD5}" destId="{4B658D0A-7479-46E1-9FED-509E40EA465A}" srcOrd="0" destOrd="0" presId="urn:microsoft.com/office/officeart/2005/8/layout/vList2"/>
    <dgm:cxn modelId="{4ADB0495-F296-417F-B336-59EBE9295343}" type="presParOf" srcId="{4B658D0A-7479-46E1-9FED-509E40EA465A}" destId="{BBAA43D5-EEB0-4DF4-99EB-5545880C4DBA}" srcOrd="0" destOrd="0" presId="urn:microsoft.com/office/officeart/2005/8/layout/vList2"/>
    <dgm:cxn modelId="{B3D5576E-0F8A-48D0-A2D0-AE627B7DFDFC}" type="presParOf" srcId="{4B658D0A-7479-46E1-9FED-509E40EA465A}" destId="{4B23D3FC-A25E-406A-8C5B-F3DD0BAEB5FF}" srcOrd="1" destOrd="0" presId="urn:microsoft.com/office/officeart/2005/8/layout/vList2"/>
    <dgm:cxn modelId="{E759C815-D759-4E5B-924D-7A0A41DFC015}" type="presParOf" srcId="{4B658D0A-7479-46E1-9FED-509E40EA465A}" destId="{80E94B33-1DFD-47DA-9899-AA37783C4D84}" srcOrd="2"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6623756-1345-4E9C-B58E-FB6749D6C0B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5C3CC0FC-DFEE-4EEC-B76C-28FE3A62AA71}">
      <dgm:prSet phldrT="[Texto]"/>
      <dgm:spPr/>
      <dgm:t>
        <a:bodyPr/>
        <a:lstStyle/>
        <a:p>
          <a:pPr algn="just"/>
          <a:r>
            <a:rPr lang="es-VE" b="1" dirty="0" smtClean="0">
              <a:solidFill>
                <a:schemeClr val="tx1"/>
              </a:solidFill>
            </a:rPr>
            <a:t>Que es el Sistema Integral de Administración de Riesgos de Legitimación de Capitales, Financiamiento al Terrorismo y Financiamiento de la Proliferación de Armas de Destrucción Masiva (SIAR/LC/FT /FPADM)?: </a:t>
          </a:r>
          <a:endParaRPr lang="es-VE" b="1" dirty="0">
            <a:solidFill>
              <a:schemeClr val="tx1"/>
            </a:solidFill>
          </a:endParaRPr>
        </a:p>
      </dgm:t>
    </dgm:pt>
    <dgm:pt modelId="{0539A350-6AB6-4170-945A-8D72874469F3}" type="parTrans" cxnId="{7262B1EF-7CB6-42C0-B679-DA47101699F2}">
      <dgm:prSet/>
      <dgm:spPr/>
      <dgm:t>
        <a:bodyPr/>
        <a:lstStyle/>
        <a:p>
          <a:endParaRPr lang="es-VE"/>
        </a:p>
      </dgm:t>
    </dgm:pt>
    <dgm:pt modelId="{FDD0E106-B96C-4B68-B8B9-0D6E682D8CBE}" type="sibTrans" cxnId="{7262B1EF-7CB6-42C0-B679-DA47101699F2}">
      <dgm:prSet/>
      <dgm:spPr/>
      <dgm:t>
        <a:bodyPr/>
        <a:lstStyle/>
        <a:p>
          <a:endParaRPr lang="es-VE"/>
        </a:p>
      </dgm:t>
    </dgm:pt>
    <dgm:pt modelId="{F9823C4E-1F40-4B31-A718-169BBB9FF024}">
      <dgm:prSet phldrT="[Texto]"/>
      <dgm:spPr/>
      <dgm:t>
        <a:bodyPr/>
        <a:lstStyle/>
        <a:p>
          <a:pPr algn="just"/>
          <a:r>
            <a:rPr lang="es-VE" b="1" dirty="0" smtClean="0">
              <a:solidFill>
                <a:schemeClr val="tx1"/>
              </a:solidFill>
            </a:rPr>
            <a:t>Conjunto de Normas, Políticas, Programas, Manuales, Procedimientos, Conceptos, Estructuras, Planes y Controles adoptados, desarrollados y ejecutados por los sujetos obligados, en función de su nivel de riesgo, para reducir o mitigar la posibilidad de que sus Productos, Servicios, Clientes y Canales de Comercialización sean empleados para ocultar el origen, propósito y destino de los capitales de origen ilícito, dirigidos a la legitimación de capitales o para desviar fondos de cualquier naturaleza, para el financiamiento al terrorismo y financiamiento de la proliferación de armas de destrucción masiva. </a:t>
          </a:r>
          <a:endParaRPr lang="es-VE" b="1" dirty="0">
            <a:solidFill>
              <a:schemeClr val="tx1"/>
            </a:solidFill>
          </a:endParaRPr>
        </a:p>
      </dgm:t>
    </dgm:pt>
    <dgm:pt modelId="{FED53E7D-434F-457B-BF17-8096D999580F}" type="parTrans" cxnId="{974804E8-7656-4D1C-BC71-6A198B7C6963}">
      <dgm:prSet/>
      <dgm:spPr/>
      <dgm:t>
        <a:bodyPr/>
        <a:lstStyle/>
        <a:p>
          <a:endParaRPr lang="es-VE"/>
        </a:p>
      </dgm:t>
    </dgm:pt>
    <dgm:pt modelId="{373E2BEA-00AB-48FF-963B-AFEF6B9180D3}" type="sibTrans" cxnId="{974804E8-7656-4D1C-BC71-6A198B7C6963}">
      <dgm:prSet/>
      <dgm:spPr/>
      <dgm:t>
        <a:bodyPr/>
        <a:lstStyle/>
        <a:p>
          <a:endParaRPr lang="es-VE"/>
        </a:p>
      </dgm:t>
    </dgm:pt>
    <dgm:pt modelId="{7BE99E1E-4B12-4711-AFA4-2981BEDB9FF0}" type="pres">
      <dgm:prSet presAssocID="{E6623756-1345-4E9C-B58E-FB6749D6C0BB}" presName="linear" presStyleCnt="0">
        <dgm:presLayoutVars>
          <dgm:animLvl val="lvl"/>
          <dgm:resizeHandles val="exact"/>
        </dgm:presLayoutVars>
      </dgm:prSet>
      <dgm:spPr/>
      <dgm:t>
        <a:bodyPr/>
        <a:lstStyle/>
        <a:p>
          <a:endParaRPr lang="es-VE"/>
        </a:p>
      </dgm:t>
    </dgm:pt>
    <dgm:pt modelId="{86AD7D49-8EAB-4C3D-9B8F-BEF89A6FD66E}" type="pres">
      <dgm:prSet presAssocID="{5C3CC0FC-DFEE-4EEC-B76C-28FE3A62AA71}" presName="parentText" presStyleLbl="node1" presStyleIdx="0" presStyleCnt="2" custScaleY="45063" custLinFactY="909" custLinFactNeighborX="826" custLinFactNeighborY="100000">
        <dgm:presLayoutVars>
          <dgm:chMax val="0"/>
          <dgm:bulletEnabled val="1"/>
        </dgm:presLayoutVars>
      </dgm:prSet>
      <dgm:spPr/>
      <dgm:t>
        <a:bodyPr/>
        <a:lstStyle/>
        <a:p>
          <a:endParaRPr lang="es-VE"/>
        </a:p>
      </dgm:t>
    </dgm:pt>
    <dgm:pt modelId="{D0AE4EB4-9416-4364-94DF-1146B9733684}" type="pres">
      <dgm:prSet presAssocID="{FDD0E106-B96C-4B68-B8B9-0D6E682D8CBE}" presName="spacer" presStyleCnt="0"/>
      <dgm:spPr/>
    </dgm:pt>
    <dgm:pt modelId="{7B31F204-646C-4A49-A2C6-CC541B8FC61D}" type="pres">
      <dgm:prSet presAssocID="{F9823C4E-1F40-4B31-A718-169BBB9FF024}" presName="parentText" presStyleLbl="node1" presStyleIdx="1" presStyleCnt="2" custScaleY="100000" custLinFactNeighborX="826" custLinFactNeighborY="-91560">
        <dgm:presLayoutVars>
          <dgm:chMax val="0"/>
          <dgm:bulletEnabled val="1"/>
        </dgm:presLayoutVars>
      </dgm:prSet>
      <dgm:spPr/>
      <dgm:t>
        <a:bodyPr/>
        <a:lstStyle/>
        <a:p>
          <a:endParaRPr lang="es-VE"/>
        </a:p>
      </dgm:t>
    </dgm:pt>
  </dgm:ptLst>
  <dgm:cxnLst>
    <dgm:cxn modelId="{974804E8-7656-4D1C-BC71-6A198B7C6963}" srcId="{E6623756-1345-4E9C-B58E-FB6749D6C0BB}" destId="{F9823C4E-1F40-4B31-A718-169BBB9FF024}" srcOrd="1" destOrd="0" parTransId="{FED53E7D-434F-457B-BF17-8096D999580F}" sibTransId="{373E2BEA-00AB-48FF-963B-AFEF6B9180D3}"/>
    <dgm:cxn modelId="{CEB5504B-D09A-4E13-87E0-3D5088AD0899}" type="presOf" srcId="{E6623756-1345-4E9C-B58E-FB6749D6C0BB}" destId="{7BE99E1E-4B12-4711-AFA4-2981BEDB9FF0}" srcOrd="0" destOrd="0" presId="urn:microsoft.com/office/officeart/2005/8/layout/vList2"/>
    <dgm:cxn modelId="{D793D8F2-FAE1-4522-9C9F-38A0BF1BC8B0}" type="presOf" srcId="{F9823C4E-1F40-4B31-A718-169BBB9FF024}" destId="{7B31F204-646C-4A49-A2C6-CC541B8FC61D}" srcOrd="0" destOrd="0" presId="urn:microsoft.com/office/officeart/2005/8/layout/vList2"/>
    <dgm:cxn modelId="{7262B1EF-7CB6-42C0-B679-DA47101699F2}" srcId="{E6623756-1345-4E9C-B58E-FB6749D6C0BB}" destId="{5C3CC0FC-DFEE-4EEC-B76C-28FE3A62AA71}" srcOrd="0" destOrd="0" parTransId="{0539A350-6AB6-4170-945A-8D72874469F3}" sibTransId="{FDD0E106-B96C-4B68-B8B9-0D6E682D8CBE}"/>
    <dgm:cxn modelId="{25F2AC34-7C5B-454C-8851-619160034C71}" type="presOf" srcId="{5C3CC0FC-DFEE-4EEC-B76C-28FE3A62AA71}" destId="{86AD7D49-8EAB-4C3D-9B8F-BEF89A6FD66E}" srcOrd="0" destOrd="0" presId="urn:microsoft.com/office/officeart/2005/8/layout/vList2"/>
    <dgm:cxn modelId="{C6C2B5EC-3773-4F13-93CB-C05F9E9100DD}" type="presParOf" srcId="{7BE99E1E-4B12-4711-AFA4-2981BEDB9FF0}" destId="{86AD7D49-8EAB-4C3D-9B8F-BEF89A6FD66E}" srcOrd="0" destOrd="0" presId="urn:microsoft.com/office/officeart/2005/8/layout/vList2"/>
    <dgm:cxn modelId="{6FD02EA1-A8C9-48B8-93FE-BEF68F10B02D}" type="presParOf" srcId="{7BE99E1E-4B12-4711-AFA4-2981BEDB9FF0}" destId="{D0AE4EB4-9416-4364-94DF-1146B9733684}" srcOrd="1" destOrd="0" presId="urn:microsoft.com/office/officeart/2005/8/layout/vList2"/>
    <dgm:cxn modelId="{5AB8D9BA-3542-4FF2-8E69-5F9CEB4FE922}" type="presParOf" srcId="{7BE99E1E-4B12-4711-AFA4-2981BEDB9FF0}" destId="{7B31F204-646C-4A49-A2C6-CC541B8FC61D}" srcOrd="2"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23EE464-EFA1-40AE-8797-8E4732522717}"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s-VE"/>
        </a:p>
      </dgm:t>
    </dgm:pt>
    <dgm:pt modelId="{30E1B28A-3CAD-441E-B2EA-76FF217AEFA2}">
      <dgm:prSet phldrT="[Texto]" custT="1"/>
      <dgm:spPr/>
      <dgm:t>
        <a:bodyPr/>
        <a:lstStyle/>
        <a:p>
          <a:r>
            <a:rPr lang="es-VE" sz="1050" dirty="0" smtClean="0"/>
            <a:t>1</a:t>
          </a:r>
          <a:endParaRPr lang="es-VE" sz="1050" dirty="0"/>
        </a:p>
      </dgm:t>
    </dgm:pt>
    <dgm:pt modelId="{97475566-82CA-482A-B3CB-40920A3AE7AA}" type="parTrans" cxnId="{C962267F-D59C-467D-BEB0-9DCD851CEE4E}">
      <dgm:prSet/>
      <dgm:spPr/>
      <dgm:t>
        <a:bodyPr/>
        <a:lstStyle/>
        <a:p>
          <a:endParaRPr lang="es-VE" sz="1200"/>
        </a:p>
      </dgm:t>
    </dgm:pt>
    <dgm:pt modelId="{A6CE3B2D-29DE-4008-9A26-A87903597A9B}" type="sibTrans" cxnId="{C962267F-D59C-467D-BEB0-9DCD851CEE4E}">
      <dgm:prSet/>
      <dgm:spPr/>
      <dgm:t>
        <a:bodyPr/>
        <a:lstStyle/>
        <a:p>
          <a:endParaRPr lang="es-VE" sz="1200"/>
        </a:p>
      </dgm:t>
    </dgm:pt>
    <dgm:pt modelId="{7439E633-D4F1-476D-9FB2-1A8B84A15037}">
      <dgm:prSet phldrT="[Texto]" custT="1"/>
      <dgm:spPr/>
      <dgm:t>
        <a:bodyPr/>
        <a:lstStyle/>
        <a:p>
          <a:r>
            <a:rPr lang="es-VE" sz="1800" b="1" dirty="0" smtClean="0"/>
            <a:t> Identificación de los riesgos.</a:t>
          </a:r>
          <a:endParaRPr lang="es-VE" sz="1800" dirty="0"/>
        </a:p>
      </dgm:t>
    </dgm:pt>
    <dgm:pt modelId="{C1B79FE3-7288-4231-9A46-03F2553C7D17}" type="parTrans" cxnId="{7D38FAFF-A5C6-4CFB-9E8A-BB3D8151A087}">
      <dgm:prSet/>
      <dgm:spPr/>
      <dgm:t>
        <a:bodyPr/>
        <a:lstStyle/>
        <a:p>
          <a:endParaRPr lang="es-VE" sz="1200"/>
        </a:p>
      </dgm:t>
    </dgm:pt>
    <dgm:pt modelId="{4F3F0103-CB56-41B4-A32E-EFC18E051DFD}" type="sibTrans" cxnId="{7D38FAFF-A5C6-4CFB-9E8A-BB3D8151A087}">
      <dgm:prSet/>
      <dgm:spPr/>
      <dgm:t>
        <a:bodyPr/>
        <a:lstStyle/>
        <a:p>
          <a:endParaRPr lang="es-VE" sz="1200"/>
        </a:p>
      </dgm:t>
    </dgm:pt>
    <dgm:pt modelId="{67D587C6-E7A6-407F-AFF5-FF6E6D5166B5}">
      <dgm:prSet phldrT="[Texto]" custT="1"/>
      <dgm:spPr/>
      <dgm:t>
        <a:bodyPr/>
        <a:lstStyle/>
        <a:p>
          <a:r>
            <a:rPr lang="es-VE" sz="1050" dirty="0" smtClean="0"/>
            <a:t>2</a:t>
          </a:r>
          <a:endParaRPr lang="es-VE" sz="1050" dirty="0"/>
        </a:p>
      </dgm:t>
    </dgm:pt>
    <dgm:pt modelId="{D1BEADEB-FD7A-47A9-8667-D432E06F8D24}" type="parTrans" cxnId="{94EA5630-853A-402C-8B20-13DEA7D342E5}">
      <dgm:prSet/>
      <dgm:spPr/>
      <dgm:t>
        <a:bodyPr/>
        <a:lstStyle/>
        <a:p>
          <a:endParaRPr lang="es-VE" sz="1200"/>
        </a:p>
      </dgm:t>
    </dgm:pt>
    <dgm:pt modelId="{A5F72773-91E5-4E57-A344-1CBD1B0F622A}" type="sibTrans" cxnId="{94EA5630-853A-402C-8B20-13DEA7D342E5}">
      <dgm:prSet/>
      <dgm:spPr/>
      <dgm:t>
        <a:bodyPr/>
        <a:lstStyle/>
        <a:p>
          <a:endParaRPr lang="es-VE" sz="1200"/>
        </a:p>
      </dgm:t>
    </dgm:pt>
    <dgm:pt modelId="{81E344B6-47FD-41E2-A588-DA89C9CB5540}">
      <dgm:prSet phldrT="[Texto]" custT="1"/>
      <dgm:spPr/>
      <dgm:t>
        <a:bodyPr/>
        <a:lstStyle/>
        <a:p>
          <a:r>
            <a:rPr lang="es-VE" sz="1800" b="1" dirty="0" smtClean="0"/>
            <a:t> Segmentación de los riesgos.</a:t>
          </a:r>
          <a:endParaRPr lang="es-VE" sz="1800" dirty="0"/>
        </a:p>
      </dgm:t>
    </dgm:pt>
    <dgm:pt modelId="{21FC3DA4-411C-4373-BEF6-94ED92D177FE}" type="parTrans" cxnId="{11D2AA88-55DF-40B1-8424-FF8D88DFBBCC}">
      <dgm:prSet/>
      <dgm:spPr/>
      <dgm:t>
        <a:bodyPr/>
        <a:lstStyle/>
        <a:p>
          <a:endParaRPr lang="es-VE" sz="1200"/>
        </a:p>
      </dgm:t>
    </dgm:pt>
    <dgm:pt modelId="{4D301B06-FA96-4EE3-8E4D-56D5CD759944}" type="sibTrans" cxnId="{11D2AA88-55DF-40B1-8424-FF8D88DFBBCC}">
      <dgm:prSet/>
      <dgm:spPr/>
      <dgm:t>
        <a:bodyPr/>
        <a:lstStyle/>
        <a:p>
          <a:endParaRPr lang="es-VE" sz="1200"/>
        </a:p>
      </dgm:t>
    </dgm:pt>
    <dgm:pt modelId="{D24336ED-0A0F-485D-AC15-04DD38408956}">
      <dgm:prSet phldrT="[Texto]" custT="1"/>
      <dgm:spPr/>
      <dgm:t>
        <a:bodyPr/>
        <a:lstStyle/>
        <a:p>
          <a:r>
            <a:rPr lang="es-VE" sz="1050" dirty="0" smtClean="0"/>
            <a:t>3</a:t>
          </a:r>
          <a:endParaRPr lang="es-VE" sz="1050" dirty="0"/>
        </a:p>
      </dgm:t>
    </dgm:pt>
    <dgm:pt modelId="{E776514D-75D1-448B-A62F-937884EAC8FC}" type="parTrans" cxnId="{79FDB2F5-37CD-4886-AA64-E839A8347C07}">
      <dgm:prSet/>
      <dgm:spPr/>
      <dgm:t>
        <a:bodyPr/>
        <a:lstStyle/>
        <a:p>
          <a:endParaRPr lang="es-VE" sz="1200"/>
        </a:p>
      </dgm:t>
    </dgm:pt>
    <dgm:pt modelId="{841E7BE9-DA5B-4807-9F89-F29F2BA22146}" type="sibTrans" cxnId="{79FDB2F5-37CD-4886-AA64-E839A8347C07}">
      <dgm:prSet/>
      <dgm:spPr/>
      <dgm:t>
        <a:bodyPr/>
        <a:lstStyle/>
        <a:p>
          <a:endParaRPr lang="es-VE" sz="1200"/>
        </a:p>
      </dgm:t>
    </dgm:pt>
    <dgm:pt modelId="{60182231-3128-45B2-B6CE-A316A7EC76CC}">
      <dgm:prSet phldrT="[Texto]" custT="1"/>
      <dgm:spPr/>
      <dgm:t>
        <a:bodyPr/>
        <a:lstStyle/>
        <a:p>
          <a:r>
            <a:rPr lang="es-VE" sz="1800" b="1" dirty="0" smtClean="0"/>
            <a:t> Medición o evaluación de los riesgos.</a:t>
          </a:r>
          <a:endParaRPr lang="es-VE" sz="1800" dirty="0"/>
        </a:p>
      </dgm:t>
    </dgm:pt>
    <dgm:pt modelId="{54F3A79C-26D5-4478-9337-54FF7DD37B97}" type="parTrans" cxnId="{95A2F2F9-B642-47F7-8964-4AC846B44C03}">
      <dgm:prSet/>
      <dgm:spPr/>
      <dgm:t>
        <a:bodyPr/>
        <a:lstStyle/>
        <a:p>
          <a:endParaRPr lang="es-VE" sz="1200"/>
        </a:p>
      </dgm:t>
    </dgm:pt>
    <dgm:pt modelId="{D7BEEFBD-6554-4DA2-920B-DB0A2E66BDBF}" type="sibTrans" cxnId="{95A2F2F9-B642-47F7-8964-4AC846B44C03}">
      <dgm:prSet/>
      <dgm:spPr/>
      <dgm:t>
        <a:bodyPr/>
        <a:lstStyle/>
        <a:p>
          <a:endParaRPr lang="es-VE" sz="1200"/>
        </a:p>
      </dgm:t>
    </dgm:pt>
    <dgm:pt modelId="{1D9BEA0D-096F-474D-9A50-7AC18D6E8507}">
      <dgm:prSet phldrT="[Texto]" custT="1"/>
      <dgm:spPr/>
      <dgm:t>
        <a:bodyPr/>
        <a:lstStyle/>
        <a:p>
          <a:r>
            <a:rPr lang="es-VE" sz="1050" dirty="0" smtClean="0"/>
            <a:t>4</a:t>
          </a:r>
          <a:endParaRPr lang="es-VE" sz="1050" dirty="0"/>
        </a:p>
      </dgm:t>
    </dgm:pt>
    <dgm:pt modelId="{613DB99C-AEC2-4598-AFE3-E35186A07B81}" type="parTrans" cxnId="{84E937F0-FCBC-4E18-A18B-7BC23F4FC5E6}">
      <dgm:prSet/>
      <dgm:spPr/>
      <dgm:t>
        <a:bodyPr/>
        <a:lstStyle/>
        <a:p>
          <a:endParaRPr lang="es-VE" sz="1200"/>
        </a:p>
      </dgm:t>
    </dgm:pt>
    <dgm:pt modelId="{85CD7383-45E4-4DED-B1E3-4AD780B6B525}" type="sibTrans" cxnId="{84E937F0-FCBC-4E18-A18B-7BC23F4FC5E6}">
      <dgm:prSet/>
      <dgm:spPr/>
      <dgm:t>
        <a:bodyPr/>
        <a:lstStyle/>
        <a:p>
          <a:endParaRPr lang="es-VE" sz="1200"/>
        </a:p>
      </dgm:t>
    </dgm:pt>
    <dgm:pt modelId="{445AA98C-829E-4761-B80C-FC86EA3D763C}">
      <dgm:prSet custT="1"/>
      <dgm:spPr/>
      <dgm:t>
        <a:bodyPr/>
        <a:lstStyle/>
        <a:p>
          <a:r>
            <a:rPr lang="es-VE" sz="1800" b="1" dirty="0" smtClean="0"/>
            <a:t> Control.</a:t>
          </a:r>
        </a:p>
      </dgm:t>
    </dgm:pt>
    <dgm:pt modelId="{47FAE8EB-9ACD-4FCD-9253-8BC981304724}" type="parTrans" cxnId="{BB616BE5-18FE-4B6C-9297-D30AF194CCB0}">
      <dgm:prSet/>
      <dgm:spPr/>
      <dgm:t>
        <a:bodyPr/>
        <a:lstStyle/>
        <a:p>
          <a:endParaRPr lang="es-VE" sz="1200"/>
        </a:p>
      </dgm:t>
    </dgm:pt>
    <dgm:pt modelId="{9784D076-FB6B-494C-A83C-43C6E4C03018}" type="sibTrans" cxnId="{BB616BE5-18FE-4B6C-9297-D30AF194CCB0}">
      <dgm:prSet/>
      <dgm:spPr/>
      <dgm:t>
        <a:bodyPr/>
        <a:lstStyle/>
        <a:p>
          <a:endParaRPr lang="es-VE" sz="1200"/>
        </a:p>
      </dgm:t>
    </dgm:pt>
    <dgm:pt modelId="{20734777-A781-44B9-B05E-8830502BAC5A}">
      <dgm:prSet custT="1"/>
      <dgm:spPr/>
      <dgm:t>
        <a:bodyPr/>
        <a:lstStyle/>
        <a:p>
          <a:r>
            <a:rPr lang="es-VE" sz="1400" b="1" dirty="0" smtClean="0"/>
            <a:t> </a:t>
          </a:r>
          <a:r>
            <a:rPr lang="es-VE" sz="1800" b="1" dirty="0" smtClean="0"/>
            <a:t>Monitoreo</a:t>
          </a:r>
          <a:r>
            <a:rPr lang="es-VE" sz="1800" dirty="0" smtClean="0"/>
            <a:t>.</a:t>
          </a:r>
          <a:endParaRPr kumimoji="0" lang="es-VE" sz="1800" b="1" i="0" u="none" strike="noStrike" cap="none" normalizeH="0" baseline="0" dirty="0" smtClean="0">
            <a:ln>
              <a:noFill/>
            </a:ln>
            <a:solidFill>
              <a:srgbClr val="050404"/>
            </a:solidFill>
            <a:effectLst/>
            <a:latin typeface="Open Sans"/>
            <a:ea typeface="Times New Roman" pitchFamily="18" charset="0"/>
            <a:cs typeface="Times New Roman" pitchFamily="18" charset="0"/>
          </a:endParaRPr>
        </a:p>
      </dgm:t>
    </dgm:pt>
    <dgm:pt modelId="{5D87429C-A9F1-4B7E-AC2E-A76B7CDFEC2E}" type="parTrans" cxnId="{90034EB6-0883-4D52-BF5C-8F432F638B09}">
      <dgm:prSet/>
      <dgm:spPr/>
      <dgm:t>
        <a:bodyPr/>
        <a:lstStyle/>
        <a:p>
          <a:endParaRPr lang="es-VE" sz="1200"/>
        </a:p>
      </dgm:t>
    </dgm:pt>
    <dgm:pt modelId="{C7D2661B-FA5F-4A06-A794-18599188FE84}" type="sibTrans" cxnId="{90034EB6-0883-4D52-BF5C-8F432F638B09}">
      <dgm:prSet/>
      <dgm:spPr/>
      <dgm:t>
        <a:bodyPr/>
        <a:lstStyle/>
        <a:p>
          <a:endParaRPr lang="es-VE" sz="1200"/>
        </a:p>
      </dgm:t>
    </dgm:pt>
    <dgm:pt modelId="{8B4ABCCB-0B58-4502-A722-0DA3D486CECA}">
      <dgm:prSet phldrT="[Texto]" custT="1"/>
      <dgm:spPr/>
      <dgm:t>
        <a:bodyPr/>
        <a:lstStyle/>
        <a:p>
          <a:endParaRPr lang="es-VE" sz="1400" dirty="0"/>
        </a:p>
      </dgm:t>
    </dgm:pt>
    <dgm:pt modelId="{DBA7F016-ECB0-4BF6-B78B-779FD6F2E04A}" type="parTrans" cxnId="{FE3C8F9A-FC24-4978-B0EC-DFB8F559BBE5}">
      <dgm:prSet/>
      <dgm:spPr/>
      <dgm:t>
        <a:bodyPr/>
        <a:lstStyle/>
        <a:p>
          <a:endParaRPr lang="es-VE" sz="1200"/>
        </a:p>
      </dgm:t>
    </dgm:pt>
    <dgm:pt modelId="{18570F23-B3D7-4617-8AE8-3CA0DDA6AB81}" type="sibTrans" cxnId="{FE3C8F9A-FC24-4978-B0EC-DFB8F559BBE5}">
      <dgm:prSet/>
      <dgm:spPr/>
      <dgm:t>
        <a:bodyPr/>
        <a:lstStyle/>
        <a:p>
          <a:endParaRPr lang="es-VE" sz="1200"/>
        </a:p>
      </dgm:t>
    </dgm:pt>
    <dgm:pt modelId="{813BC869-6BF1-4984-8CB9-BA1AC5BF7A93}">
      <dgm:prSet custT="1"/>
      <dgm:spPr/>
      <dgm:t>
        <a:bodyPr/>
        <a:lstStyle/>
        <a:p>
          <a:r>
            <a:rPr lang="es-VE" sz="1050" b="1" dirty="0" smtClean="0"/>
            <a:t>5</a:t>
          </a:r>
        </a:p>
      </dgm:t>
    </dgm:pt>
    <dgm:pt modelId="{A29D2381-DA49-42AE-91B3-C81A46D09017}" type="parTrans" cxnId="{F157DCBE-E83E-4758-92C8-258374BDD47B}">
      <dgm:prSet/>
      <dgm:spPr/>
      <dgm:t>
        <a:bodyPr/>
        <a:lstStyle/>
        <a:p>
          <a:endParaRPr lang="es-VE" sz="1200"/>
        </a:p>
      </dgm:t>
    </dgm:pt>
    <dgm:pt modelId="{75A962F5-07A1-4151-A9AE-70A03C5375E0}" type="sibTrans" cxnId="{F157DCBE-E83E-4758-92C8-258374BDD47B}">
      <dgm:prSet/>
      <dgm:spPr/>
      <dgm:t>
        <a:bodyPr/>
        <a:lstStyle/>
        <a:p>
          <a:endParaRPr lang="es-VE" sz="1200"/>
        </a:p>
      </dgm:t>
    </dgm:pt>
    <dgm:pt modelId="{0B688807-4130-4AC8-ADC2-9302D0013AB5}" type="pres">
      <dgm:prSet presAssocID="{023EE464-EFA1-40AE-8797-8E4732522717}" presName="linearFlow" presStyleCnt="0">
        <dgm:presLayoutVars>
          <dgm:dir/>
          <dgm:animLvl val="lvl"/>
          <dgm:resizeHandles val="exact"/>
        </dgm:presLayoutVars>
      </dgm:prSet>
      <dgm:spPr/>
      <dgm:t>
        <a:bodyPr/>
        <a:lstStyle/>
        <a:p>
          <a:endParaRPr lang="es-VE"/>
        </a:p>
      </dgm:t>
    </dgm:pt>
    <dgm:pt modelId="{E28BE686-DC3E-42C7-9934-06F349B3EA26}" type="pres">
      <dgm:prSet presAssocID="{30E1B28A-3CAD-441E-B2EA-76FF217AEFA2}" presName="composite" presStyleCnt="0"/>
      <dgm:spPr/>
    </dgm:pt>
    <dgm:pt modelId="{A1972238-5964-4CAE-B45F-380E6D5CB223}" type="pres">
      <dgm:prSet presAssocID="{30E1B28A-3CAD-441E-B2EA-76FF217AEFA2}" presName="parentText" presStyleLbl="alignNode1" presStyleIdx="0" presStyleCnt="5">
        <dgm:presLayoutVars>
          <dgm:chMax val="1"/>
          <dgm:bulletEnabled val="1"/>
        </dgm:presLayoutVars>
      </dgm:prSet>
      <dgm:spPr/>
      <dgm:t>
        <a:bodyPr/>
        <a:lstStyle/>
        <a:p>
          <a:endParaRPr lang="es-VE"/>
        </a:p>
      </dgm:t>
    </dgm:pt>
    <dgm:pt modelId="{319CB4C1-2B6E-4B56-8F2D-15C0A883E72A}" type="pres">
      <dgm:prSet presAssocID="{30E1B28A-3CAD-441E-B2EA-76FF217AEFA2}" presName="descendantText" presStyleLbl="alignAcc1" presStyleIdx="0" presStyleCnt="5" custLinFactNeighborX="-543" custLinFactNeighborY="4411">
        <dgm:presLayoutVars>
          <dgm:bulletEnabled val="1"/>
        </dgm:presLayoutVars>
      </dgm:prSet>
      <dgm:spPr/>
      <dgm:t>
        <a:bodyPr/>
        <a:lstStyle/>
        <a:p>
          <a:endParaRPr lang="es-VE"/>
        </a:p>
      </dgm:t>
    </dgm:pt>
    <dgm:pt modelId="{E7AB23A6-E63B-4074-9B56-FBA7B0CB5282}" type="pres">
      <dgm:prSet presAssocID="{A6CE3B2D-29DE-4008-9A26-A87903597A9B}" presName="sp" presStyleCnt="0"/>
      <dgm:spPr/>
    </dgm:pt>
    <dgm:pt modelId="{C56A3E4C-84C7-4EBF-B5C0-E0FA00D86AEB}" type="pres">
      <dgm:prSet presAssocID="{67D587C6-E7A6-407F-AFF5-FF6E6D5166B5}" presName="composite" presStyleCnt="0"/>
      <dgm:spPr/>
    </dgm:pt>
    <dgm:pt modelId="{04AA9C28-8F0F-4C7F-A34D-DB688A1E5570}" type="pres">
      <dgm:prSet presAssocID="{67D587C6-E7A6-407F-AFF5-FF6E6D5166B5}" presName="parentText" presStyleLbl="alignNode1" presStyleIdx="1" presStyleCnt="5">
        <dgm:presLayoutVars>
          <dgm:chMax val="1"/>
          <dgm:bulletEnabled val="1"/>
        </dgm:presLayoutVars>
      </dgm:prSet>
      <dgm:spPr/>
      <dgm:t>
        <a:bodyPr/>
        <a:lstStyle/>
        <a:p>
          <a:endParaRPr lang="es-VE"/>
        </a:p>
      </dgm:t>
    </dgm:pt>
    <dgm:pt modelId="{13D51EC3-AD70-4F37-AC96-4901796613F7}" type="pres">
      <dgm:prSet presAssocID="{67D587C6-E7A6-407F-AFF5-FF6E6D5166B5}" presName="descendantText" presStyleLbl="alignAcc1" presStyleIdx="1" presStyleCnt="5">
        <dgm:presLayoutVars>
          <dgm:bulletEnabled val="1"/>
        </dgm:presLayoutVars>
      </dgm:prSet>
      <dgm:spPr/>
      <dgm:t>
        <a:bodyPr/>
        <a:lstStyle/>
        <a:p>
          <a:endParaRPr lang="es-VE"/>
        </a:p>
      </dgm:t>
    </dgm:pt>
    <dgm:pt modelId="{90B6B995-1EEA-4F17-89E7-0FE89ACA9C6F}" type="pres">
      <dgm:prSet presAssocID="{A5F72773-91E5-4E57-A344-1CBD1B0F622A}" presName="sp" presStyleCnt="0"/>
      <dgm:spPr/>
    </dgm:pt>
    <dgm:pt modelId="{1354BF6D-E068-4D82-8298-63AFD1B42D03}" type="pres">
      <dgm:prSet presAssocID="{D24336ED-0A0F-485D-AC15-04DD38408956}" presName="composite" presStyleCnt="0"/>
      <dgm:spPr/>
    </dgm:pt>
    <dgm:pt modelId="{D4700FE8-4A4E-4312-A752-BC6BB0C11C1E}" type="pres">
      <dgm:prSet presAssocID="{D24336ED-0A0F-485D-AC15-04DD38408956}" presName="parentText" presStyleLbl="alignNode1" presStyleIdx="2" presStyleCnt="5">
        <dgm:presLayoutVars>
          <dgm:chMax val="1"/>
          <dgm:bulletEnabled val="1"/>
        </dgm:presLayoutVars>
      </dgm:prSet>
      <dgm:spPr/>
      <dgm:t>
        <a:bodyPr/>
        <a:lstStyle/>
        <a:p>
          <a:endParaRPr lang="es-VE"/>
        </a:p>
      </dgm:t>
    </dgm:pt>
    <dgm:pt modelId="{520CFA09-A5E5-4C19-BB57-AF44D97E219C}" type="pres">
      <dgm:prSet presAssocID="{D24336ED-0A0F-485D-AC15-04DD38408956}" presName="descendantText" presStyleLbl="alignAcc1" presStyleIdx="2" presStyleCnt="5">
        <dgm:presLayoutVars>
          <dgm:bulletEnabled val="1"/>
        </dgm:presLayoutVars>
      </dgm:prSet>
      <dgm:spPr/>
      <dgm:t>
        <a:bodyPr/>
        <a:lstStyle/>
        <a:p>
          <a:endParaRPr lang="es-VE"/>
        </a:p>
      </dgm:t>
    </dgm:pt>
    <dgm:pt modelId="{CE8B5C47-D0A6-4063-B1BE-1684EC1690E0}" type="pres">
      <dgm:prSet presAssocID="{841E7BE9-DA5B-4807-9F89-F29F2BA22146}" presName="sp" presStyleCnt="0"/>
      <dgm:spPr/>
    </dgm:pt>
    <dgm:pt modelId="{E87003F9-FD27-43D1-9F0D-9FEA9DE1A1E8}" type="pres">
      <dgm:prSet presAssocID="{1D9BEA0D-096F-474D-9A50-7AC18D6E8507}" presName="composite" presStyleCnt="0"/>
      <dgm:spPr/>
    </dgm:pt>
    <dgm:pt modelId="{B22004D9-3898-4DDC-99FE-F9D7A2491302}" type="pres">
      <dgm:prSet presAssocID="{1D9BEA0D-096F-474D-9A50-7AC18D6E8507}" presName="parentText" presStyleLbl="alignNode1" presStyleIdx="3" presStyleCnt="5">
        <dgm:presLayoutVars>
          <dgm:chMax val="1"/>
          <dgm:bulletEnabled val="1"/>
        </dgm:presLayoutVars>
      </dgm:prSet>
      <dgm:spPr/>
      <dgm:t>
        <a:bodyPr/>
        <a:lstStyle/>
        <a:p>
          <a:endParaRPr lang="es-VE"/>
        </a:p>
      </dgm:t>
    </dgm:pt>
    <dgm:pt modelId="{7673C658-FD45-416A-933A-9AFD1E1B2258}" type="pres">
      <dgm:prSet presAssocID="{1D9BEA0D-096F-474D-9A50-7AC18D6E8507}" presName="descendantText" presStyleLbl="alignAcc1" presStyleIdx="3" presStyleCnt="5">
        <dgm:presLayoutVars>
          <dgm:bulletEnabled val="1"/>
        </dgm:presLayoutVars>
      </dgm:prSet>
      <dgm:spPr/>
      <dgm:t>
        <a:bodyPr/>
        <a:lstStyle/>
        <a:p>
          <a:endParaRPr lang="es-VE"/>
        </a:p>
      </dgm:t>
    </dgm:pt>
    <dgm:pt modelId="{E5998176-6712-4712-91D5-576BBF3C12E2}" type="pres">
      <dgm:prSet presAssocID="{85CD7383-45E4-4DED-B1E3-4AD780B6B525}" presName="sp" presStyleCnt="0"/>
      <dgm:spPr/>
    </dgm:pt>
    <dgm:pt modelId="{80EB9A3C-2D19-480C-932A-6231A367167B}" type="pres">
      <dgm:prSet presAssocID="{813BC869-6BF1-4984-8CB9-BA1AC5BF7A93}" presName="composite" presStyleCnt="0"/>
      <dgm:spPr/>
    </dgm:pt>
    <dgm:pt modelId="{200937CC-2E03-48A1-B12C-A1BFF1323E45}" type="pres">
      <dgm:prSet presAssocID="{813BC869-6BF1-4984-8CB9-BA1AC5BF7A93}" presName="parentText" presStyleLbl="alignNode1" presStyleIdx="4" presStyleCnt="5">
        <dgm:presLayoutVars>
          <dgm:chMax val="1"/>
          <dgm:bulletEnabled val="1"/>
        </dgm:presLayoutVars>
      </dgm:prSet>
      <dgm:spPr/>
      <dgm:t>
        <a:bodyPr/>
        <a:lstStyle/>
        <a:p>
          <a:endParaRPr lang="es-VE"/>
        </a:p>
      </dgm:t>
    </dgm:pt>
    <dgm:pt modelId="{99CA2BC0-9427-496C-8F6C-235E544C6C5D}" type="pres">
      <dgm:prSet presAssocID="{813BC869-6BF1-4984-8CB9-BA1AC5BF7A93}" presName="descendantText" presStyleLbl="alignAcc1" presStyleIdx="4" presStyleCnt="5">
        <dgm:presLayoutVars>
          <dgm:bulletEnabled val="1"/>
        </dgm:presLayoutVars>
      </dgm:prSet>
      <dgm:spPr/>
      <dgm:t>
        <a:bodyPr/>
        <a:lstStyle/>
        <a:p>
          <a:endParaRPr lang="es-VE"/>
        </a:p>
      </dgm:t>
    </dgm:pt>
  </dgm:ptLst>
  <dgm:cxnLst>
    <dgm:cxn modelId="{B24B9415-4A3C-40C9-B9E4-0F8FA19C5647}" type="presOf" srcId="{D24336ED-0A0F-485D-AC15-04DD38408956}" destId="{D4700FE8-4A4E-4312-A752-BC6BB0C11C1E}" srcOrd="0" destOrd="0" presId="urn:microsoft.com/office/officeart/2005/8/layout/chevron2"/>
    <dgm:cxn modelId="{84E937F0-FCBC-4E18-A18B-7BC23F4FC5E6}" srcId="{023EE464-EFA1-40AE-8797-8E4732522717}" destId="{1D9BEA0D-096F-474D-9A50-7AC18D6E8507}" srcOrd="3" destOrd="0" parTransId="{613DB99C-AEC2-4598-AFE3-E35186A07B81}" sibTransId="{85CD7383-45E4-4DED-B1E3-4AD780B6B525}"/>
    <dgm:cxn modelId="{FE3C8F9A-FC24-4978-B0EC-DFB8F559BBE5}" srcId="{813BC869-6BF1-4984-8CB9-BA1AC5BF7A93}" destId="{8B4ABCCB-0B58-4502-A722-0DA3D486CECA}" srcOrd="1" destOrd="0" parTransId="{DBA7F016-ECB0-4BF6-B78B-779FD6F2E04A}" sibTransId="{18570F23-B3D7-4617-8AE8-3CA0DDA6AB81}"/>
    <dgm:cxn modelId="{E8CAB429-D099-495E-BC1C-5F124187976B}" type="presOf" srcId="{445AA98C-829E-4761-B80C-FC86EA3D763C}" destId="{7673C658-FD45-416A-933A-9AFD1E1B2258}" srcOrd="0" destOrd="0" presId="urn:microsoft.com/office/officeart/2005/8/layout/chevron2"/>
    <dgm:cxn modelId="{907276FD-D795-4B2D-80FA-F4839443F7AA}" type="presOf" srcId="{813BC869-6BF1-4984-8CB9-BA1AC5BF7A93}" destId="{200937CC-2E03-48A1-B12C-A1BFF1323E45}" srcOrd="0" destOrd="0" presId="urn:microsoft.com/office/officeart/2005/8/layout/chevron2"/>
    <dgm:cxn modelId="{BB616BE5-18FE-4B6C-9297-D30AF194CCB0}" srcId="{1D9BEA0D-096F-474D-9A50-7AC18D6E8507}" destId="{445AA98C-829E-4761-B80C-FC86EA3D763C}" srcOrd="0" destOrd="0" parTransId="{47FAE8EB-9ACD-4FCD-9253-8BC981304724}" sibTransId="{9784D076-FB6B-494C-A83C-43C6E4C03018}"/>
    <dgm:cxn modelId="{37636A91-7C3D-4611-94CB-F56ECCC98583}" type="presOf" srcId="{8B4ABCCB-0B58-4502-A722-0DA3D486CECA}" destId="{99CA2BC0-9427-496C-8F6C-235E544C6C5D}" srcOrd="0" destOrd="1" presId="urn:microsoft.com/office/officeart/2005/8/layout/chevron2"/>
    <dgm:cxn modelId="{F55F73CB-9F67-41B4-A348-666EF7BA0768}" type="presOf" srcId="{81E344B6-47FD-41E2-A588-DA89C9CB5540}" destId="{13D51EC3-AD70-4F37-AC96-4901796613F7}" srcOrd="0" destOrd="0" presId="urn:microsoft.com/office/officeart/2005/8/layout/chevron2"/>
    <dgm:cxn modelId="{18171BD9-DAEC-4F5B-8519-544601D321C1}" type="presOf" srcId="{60182231-3128-45B2-B6CE-A316A7EC76CC}" destId="{520CFA09-A5E5-4C19-BB57-AF44D97E219C}" srcOrd="0" destOrd="0" presId="urn:microsoft.com/office/officeart/2005/8/layout/chevron2"/>
    <dgm:cxn modelId="{92608616-D1D9-4249-9141-E4F94766E977}" type="presOf" srcId="{30E1B28A-3CAD-441E-B2EA-76FF217AEFA2}" destId="{A1972238-5964-4CAE-B45F-380E6D5CB223}" srcOrd="0" destOrd="0" presId="urn:microsoft.com/office/officeart/2005/8/layout/chevron2"/>
    <dgm:cxn modelId="{385D9894-58A3-4A14-A1E5-DE15238C8E44}" type="presOf" srcId="{67D587C6-E7A6-407F-AFF5-FF6E6D5166B5}" destId="{04AA9C28-8F0F-4C7F-A34D-DB688A1E5570}" srcOrd="0" destOrd="0" presId="urn:microsoft.com/office/officeart/2005/8/layout/chevron2"/>
    <dgm:cxn modelId="{95A2F2F9-B642-47F7-8964-4AC846B44C03}" srcId="{D24336ED-0A0F-485D-AC15-04DD38408956}" destId="{60182231-3128-45B2-B6CE-A316A7EC76CC}" srcOrd="0" destOrd="0" parTransId="{54F3A79C-26D5-4478-9337-54FF7DD37B97}" sibTransId="{D7BEEFBD-6554-4DA2-920B-DB0A2E66BDBF}"/>
    <dgm:cxn modelId="{F157DCBE-E83E-4758-92C8-258374BDD47B}" srcId="{023EE464-EFA1-40AE-8797-8E4732522717}" destId="{813BC869-6BF1-4984-8CB9-BA1AC5BF7A93}" srcOrd="4" destOrd="0" parTransId="{A29D2381-DA49-42AE-91B3-C81A46D09017}" sibTransId="{75A962F5-07A1-4151-A9AE-70A03C5375E0}"/>
    <dgm:cxn modelId="{7D38FAFF-A5C6-4CFB-9E8A-BB3D8151A087}" srcId="{30E1B28A-3CAD-441E-B2EA-76FF217AEFA2}" destId="{7439E633-D4F1-476D-9FB2-1A8B84A15037}" srcOrd="0" destOrd="0" parTransId="{C1B79FE3-7288-4231-9A46-03F2553C7D17}" sibTransId="{4F3F0103-CB56-41B4-A32E-EFC18E051DFD}"/>
    <dgm:cxn modelId="{572A811E-F0A6-4A52-AF91-1DD0FEFC20E8}" type="presOf" srcId="{023EE464-EFA1-40AE-8797-8E4732522717}" destId="{0B688807-4130-4AC8-ADC2-9302D0013AB5}" srcOrd="0" destOrd="0" presId="urn:microsoft.com/office/officeart/2005/8/layout/chevron2"/>
    <dgm:cxn modelId="{11D2AA88-55DF-40B1-8424-FF8D88DFBBCC}" srcId="{67D587C6-E7A6-407F-AFF5-FF6E6D5166B5}" destId="{81E344B6-47FD-41E2-A588-DA89C9CB5540}" srcOrd="0" destOrd="0" parTransId="{21FC3DA4-411C-4373-BEF6-94ED92D177FE}" sibTransId="{4D301B06-FA96-4EE3-8E4D-56D5CD759944}"/>
    <dgm:cxn modelId="{4C1CFC09-A08A-41A2-A5DC-8A3133AB2462}" type="presOf" srcId="{20734777-A781-44B9-B05E-8830502BAC5A}" destId="{99CA2BC0-9427-496C-8F6C-235E544C6C5D}" srcOrd="0" destOrd="0" presId="urn:microsoft.com/office/officeart/2005/8/layout/chevron2"/>
    <dgm:cxn modelId="{94EA5630-853A-402C-8B20-13DEA7D342E5}" srcId="{023EE464-EFA1-40AE-8797-8E4732522717}" destId="{67D587C6-E7A6-407F-AFF5-FF6E6D5166B5}" srcOrd="1" destOrd="0" parTransId="{D1BEADEB-FD7A-47A9-8667-D432E06F8D24}" sibTransId="{A5F72773-91E5-4E57-A344-1CBD1B0F622A}"/>
    <dgm:cxn modelId="{79FDB2F5-37CD-4886-AA64-E839A8347C07}" srcId="{023EE464-EFA1-40AE-8797-8E4732522717}" destId="{D24336ED-0A0F-485D-AC15-04DD38408956}" srcOrd="2" destOrd="0" parTransId="{E776514D-75D1-448B-A62F-937884EAC8FC}" sibTransId="{841E7BE9-DA5B-4807-9F89-F29F2BA22146}"/>
    <dgm:cxn modelId="{3F737C64-3A36-4F63-8BEB-51AD6035819C}" type="presOf" srcId="{1D9BEA0D-096F-474D-9A50-7AC18D6E8507}" destId="{B22004D9-3898-4DDC-99FE-F9D7A2491302}" srcOrd="0" destOrd="0" presId="urn:microsoft.com/office/officeart/2005/8/layout/chevron2"/>
    <dgm:cxn modelId="{339E118A-F970-4675-AD9D-0340BF9FD959}" type="presOf" srcId="{7439E633-D4F1-476D-9FB2-1A8B84A15037}" destId="{319CB4C1-2B6E-4B56-8F2D-15C0A883E72A}" srcOrd="0" destOrd="0" presId="urn:microsoft.com/office/officeart/2005/8/layout/chevron2"/>
    <dgm:cxn modelId="{C962267F-D59C-467D-BEB0-9DCD851CEE4E}" srcId="{023EE464-EFA1-40AE-8797-8E4732522717}" destId="{30E1B28A-3CAD-441E-B2EA-76FF217AEFA2}" srcOrd="0" destOrd="0" parTransId="{97475566-82CA-482A-B3CB-40920A3AE7AA}" sibTransId="{A6CE3B2D-29DE-4008-9A26-A87903597A9B}"/>
    <dgm:cxn modelId="{90034EB6-0883-4D52-BF5C-8F432F638B09}" srcId="{813BC869-6BF1-4984-8CB9-BA1AC5BF7A93}" destId="{20734777-A781-44B9-B05E-8830502BAC5A}" srcOrd="0" destOrd="0" parTransId="{5D87429C-A9F1-4B7E-AC2E-A76B7CDFEC2E}" sibTransId="{C7D2661B-FA5F-4A06-A794-18599188FE84}"/>
    <dgm:cxn modelId="{BDB0A18D-1758-45EB-9511-0CBFA99F69A0}" type="presParOf" srcId="{0B688807-4130-4AC8-ADC2-9302D0013AB5}" destId="{E28BE686-DC3E-42C7-9934-06F349B3EA26}" srcOrd="0" destOrd="0" presId="urn:microsoft.com/office/officeart/2005/8/layout/chevron2"/>
    <dgm:cxn modelId="{5809DCAC-5D96-485D-BDC4-57478975239F}" type="presParOf" srcId="{E28BE686-DC3E-42C7-9934-06F349B3EA26}" destId="{A1972238-5964-4CAE-B45F-380E6D5CB223}" srcOrd="0" destOrd="0" presId="urn:microsoft.com/office/officeart/2005/8/layout/chevron2"/>
    <dgm:cxn modelId="{614FB4AC-F66F-4C13-B8EE-0D652B6378BC}" type="presParOf" srcId="{E28BE686-DC3E-42C7-9934-06F349B3EA26}" destId="{319CB4C1-2B6E-4B56-8F2D-15C0A883E72A}" srcOrd="1" destOrd="0" presId="urn:microsoft.com/office/officeart/2005/8/layout/chevron2"/>
    <dgm:cxn modelId="{51691509-227E-4118-B30C-DFDE315CDE1A}" type="presParOf" srcId="{0B688807-4130-4AC8-ADC2-9302D0013AB5}" destId="{E7AB23A6-E63B-4074-9B56-FBA7B0CB5282}" srcOrd="1" destOrd="0" presId="urn:microsoft.com/office/officeart/2005/8/layout/chevron2"/>
    <dgm:cxn modelId="{6C18CD9D-00E8-4625-8F32-2A5BAC9BB4C3}" type="presParOf" srcId="{0B688807-4130-4AC8-ADC2-9302D0013AB5}" destId="{C56A3E4C-84C7-4EBF-B5C0-E0FA00D86AEB}" srcOrd="2" destOrd="0" presId="urn:microsoft.com/office/officeart/2005/8/layout/chevron2"/>
    <dgm:cxn modelId="{95326FD0-DC9E-47DB-8690-897DB6DE251B}" type="presParOf" srcId="{C56A3E4C-84C7-4EBF-B5C0-E0FA00D86AEB}" destId="{04AA9C28-8F0F-4C7F-A34D-DB688A1E5570}" srcOrd="0" destOrd="0" presId="urn:microsoft.com/office/officeart/2005/8/layout/chevron2"/>
    <dgm:cxn modelId="{BA621D26-5741-4CF3-827E-63AA30E63C08}" type="presParOf" srcId="{C56A3E4C-84C7-4EBF-B5C0-E0FA00D86AEB}" destId="{13D51EC3-AD70-4F37-AC96-4901796613F7}" srcOrd="1" destOrd="0" presId="urn:microsoft.com/office/officeart/2005/8/layout/chevron2"/>
    <dgm:cxn modelId="{41EBE394-CA7A-46A9-A3E4-630BCC1AA2B4}" type="presParOf" srcId="{0B688807-4130-4AC8-ADC2-9302D0013AB5}" destId="{90B6B995-1EEA-4F17-89E7-0FE89ACA9C6F}" srcOrd="3" destOrd="0" presId="urn:microsoft.com/office/officeart/2005/8/layout/chevron2"/>
    <dgm:cxn modelId="{66F4BD39-E167-4471-B40D-C1D04ACE2A5A}" type="presParOf" srcId="{0B688807-4130-4AC8-ADC2-9302D0013AB5}" destId="{1354BF6D-E068-4D82-8298-63AFD1B42D03}" srcOrd="4" destOrd="0" presId="urn:microsoft.com/office/officeart/2005/8/layout/chevron2"/>
    <dgm:cxn modelId="{6792072D-D9A6-4069-85FB-FC585531D3C2}" type="presParOf" srcId="{1354BF6D-E068-4D82-8298-63AFD1B42D03}" destId="{D4700FE8-4A4E-4312-A752-BC6BB0C11C1E}" srcOrd="0" destOrd="0" presId="urn:microsoft.com/office/officeart/2005/8/layout/chevron2"/>
    <dgm:cxn modelId="{3F183B36-B0C6-4B10-A975-052930D09EFB}" type="presParOf" srcId="{1354BF6D-E068-4D82-8298-63AFD1B42D03}" destId="{520CFA09-A5E5-4C19-BB57-AF44D97E219C}" srcOrd="1" destOrd="0" presId="urn:microsoft.com/office/officeart/2005/8/layout/chevron2"/>
    <dgm:cxn modelId="{D8594BE4-C12E-4250-A0A2-2F16CDBE69A2}" type="presParOf" srcId="{0B688807-4130-4AC8-ADC2-9302D0013AB5}" destId="{CE8B5C47-D0A6-4063-B1BE-1684EC1690E0}" srcOrd="5" destOrd="0" presId="urn:microsoft.com/office/officeart/2005/8/layout/chevron2"/>
    <dgm:cxn modelId="{D51C1E74-AB7A-4C53-9D0B-23E0C5EDFA0C}" type="presParOf" srcId="{0B688807-4130-4AC8-ADC2-9302D0013AB5}" destId="{E87003F9-FD27-43D1-9F0D-9FEA9DE1A1E8}" srcOrd="6" destOrd="0" presId="urn:microsoft.com/office/officeart/2005/8/layout/chevron2"/>
    <dgm:cxn modelId="{F64B98F2-5BDA-4142-B8C4-72E15A56CF72}" type="presParOf" srcId="{E87003F9-FD27-43D1-9F0D-9FEA9DE1A1E8}" destId="{B22004D9-3898-4DDC-99FE-F9D7A2491302}" srcOrd="0" destOrd="0" presId="urn:microsoft.com/office/officeart/2005/8/layout/chevron2"/>
    <dgm:cxn modelId="{F4959616-8F78-4ECE-98F5-EA449224F497}" type="presParOf" srcId="{E87003F9-FD27-43D1-9F0D-9FEA9DE1A1E8}" destId="{7673C658-FD45-416A-933A-9AFD1E1B2258}" srcOrd="1" destOrd="0" presId="urn:microsoft.com/office/officeart/2005/8/layout/chevron2"/>
    <dgm:cxn modelId="{9EC85475-6F35-44D5-A93B-5FEB87CC589E}" type="presParOf" srcId="{0B688807-4130-4AC8-ADC2-9302D0013AB5}" destId="{E5998176-6712-4712-91D5-576BBF3C12E2}" srcOrd="7" destOrd="0" presId="urn:microsoft.com/office/officeart/2005/8/layout/chevron2"/>
    <dgm:cxn modelId="{2EF6DB77-C1B6-434D-A95A-82C7955B750F}" type="presParOf" srcId="{0B688807-4130-4AC8-ADC2-9302D0013AB5}" destId="{80EB9A3C-2D19-480C-932A-6231A367167B}" srcOrd="8" destOrd="0" presId="urn:microsoft.com/office/officeart/2005/8/layout/chevron2"/>
    <dgm:cxn modelId="{BE8012EE-5092-4076-ADE8-926B32E13D6A}" type="presParOf" srcId="{80EB9A3C-2D19-480C-932A-6231A367167B}" destId="{200937CC-2E03-48A1-B12C-A1BFF1323E45}" srcOrd="0" destOrd="0" presId="urn:microsoft.com/office/officeart/2005/8/layout/chevron2"/>
    <dgm:cxn modelId="{5B4232CE-4467-4BB2-9491-E584BEB2B6D6}" type="presParOf" srcId="{80EB9A3C-2D19-480C-932A-6231A367167B}" destId="{99CA2BC0-9427-496C-8F6C-235E544C6C5D}" srcOrd="1" destOrd="0" presId="urn:microsoft.com/office/officeart/2005/8/layout/chevron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84115BC-7645-4D41-BAC0-08939727C56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B4B4BD23-A3BC-49E6-B6EC-F136D5C4F998}">
      <dgm:prSet phldrT="[Texto]" custT="1"/>
      <dgm:spPr/>
      <dgm:t>
        <a:bodyPr/>
        <a:lstStyle/>
        <a:p>
          <a:pPr algn="ctr"/>
          <a:r>
            <a:rPr lang="es-VE" sz="3200" b="1" dirty="0" smtClean="0">
              <a:solidFill>
                <a:schemeClr val="tx1"/>
              </a:solidFill>
            </a:rPr>
            <a:t>PROPOSITO</a:t>
          </a:r>
          <a:endParaRPr lang="es-VE" sz="3200" b="1" dirty="0">
            <a:solidFill>
              <a:schemeClr val="tx1"/>
            </a:solidFill>
          </a:endParaRPr>
        </a:p>
      </dgm:t>
    </dgm:pt>
    <dgm:pt modelId="{77367C29-8794-4EE4-88BB-114A32ADE3D9}" type="parTrans" cxnId="{1BD945FB-028A-4BE9-B247-36AB281C415D}">
      <dgm:prSet/>
      <dgm:spPr/>
      <dgm:t>
        <a:bodyPr/>
        <a:lstStyle/>
        <a:p>
          <a:endParaRPr lang="es-VE"/>
        </a:p>
      </dgm:t>
    </dgm:pt>
    <dgm:pt modelId="{5DEB4AB8-0862-4E94-B957-E7E389F8AB69}" type="sibTrans" cxnId="{1BD945FB-028A-4BE9-B247-36AB281C415D}">
      <dgm:prSet/>
      <dgm:spPr/>
      <dgm:t>
        <a:bodyPr/>
        <a:lstStyle/>
        <a:p>
          <a:endParaRPr lang="es-VE"/>
        </a:p>
      </dgm:t>
    </dgm:pt>
    <dgm:pt modelId="{DF471508-3B76-4FCE-A5D2-0066DB332220}">
      <dgm:prSet/>
      <dgm:spPr/>
      <dgm:t>
        <a:bodyPr/>
        <a:lstStyle/>
        <a:p>
          <a:pPr algn="just"/>
          <a:r>
            <a:rPr lang="es-VE" b="1" dirty="0" smtClean="0">
              <a:solidFill>
                <a:schemeClr val="tx1"/>
              </a:solidFill>
            </a:rPr>
            <a:t>Articulo 8.- El Sistema Integrado de Administración de Riesgo (SIAR)  tiene como propósito la administración de riesgos a los que se exponen los sujetos obligados en la ejecución de sus operaciones, de ser empleados como instrumentos para las actividades de LC/FT/FPADM</a:t>
          </a:r>
        </a:p>
      </dgm:t>
    </dgm:pt>
    <dgm:pt modelId="{40284E52-99DE-45AC-A700-8499BFED9307}" type="parTrans" cxnId="{10691D1D-0705-43E8-83F7-F1470F5CB1B8}">
      <dgm:prSet/>
      <dgm:spPr/>
      <dgm:t>
        <a:bodyPr/>
        <a:lstStyle/>
        <a:p>
          <a:endParaRPr lang="es-VE"/>
        </a:p>
      </dgm:t>
    </dgm:pt>
    <dgm:pt modelId="{D7068CD4-56F8-40F9-A690-A4B45E59120A}" type="sibTrans" cxnId="{10691D1D-0705-43E8-83F7-F1470F5CB1B8}">
      <dgm:prSet/>
      <dgm:spPr/>
      <dgm:t>
        <a:bodyPr/>
        <a:lstStyle/>
        <a:p>
          <a:endParaRPr lang="es-VE"/>
        </a:p>
      </dgm:t>
    </dgm:pt>
    <dgm:pt modelId="{EB08D823-1DDA-4B42-9DFA-1604EA7DD399}" type="pres">
      <dgm:prSet presAssocID="{584115BC-7645-4D41-BAC0-08939727C567}" presName="linear" presStyleCnt="0">
        <dgm:presLayoutVars>
          <dgm:animLvl val="lvl"/>
          <dgm:resizeHandles val="exact"/>
        </dgm:presLayoutVars>
      </dgm:prSet>
      <dgm:spPr/>
      <dgm:t>
        <a:bodyPr/>
        <a:lstStyle/>
        <a:p>
          <a:endParaRPr lang="es-VE"/>
        </a:p>
      </dgm:t>
    </dgm:pt>
    <dgm:pt modelId="{97E76DFB-BBEB-41A3-80B9-1A36EDB2D4EF}" type="pres">
      <dgm:prSet presAssocID="{B4B4BD23-A3BC-49E6-B6EC-F136D5C4F998}" presName="parentText" presStyleLbl="node1" presStyleIdx="0" presStyleCnt="2" custScaleY="44301">
        <dgm:presLayoutVars>
          <dgm:chMax val="0"/>
          <dgm:bulletEnabled val="1"/>
        </dgm:presLayoutVars>
      </dgm:prSet>
      <dgm:spPr/>
      <dgm:t>
        <a:bodyPr/>
        <a:lstStyle/>
        <a:p>
          <a:endParaRPr lang="es-VE"/>
        </a:p>
      </dgm:t>
    </dgm:pt>
    <dgm:pt modelId="{D62D10DC-FE3A-4AC9-9FD7-971C8BF91F8E}" type="pres">
      <dgm:prSet presAssocID="{5DEB4AB8-0862-4E94-B957-E7E389F8AB69}" presName="spacer" presStyleCnt="0"/>
      <dgm:spPr/>
    </dgm:pt>
    <dgm:pt modelId="{AFD03B78-D064-4A49-BC2F-9E86FB245F35}" type="pres">
      <dgm:prSet presAssocID="{DF471508-3B76-4FCE-A5D2-0066DB332220}" presName="parentText" presStyleLbl="node1" presStyleIdx="1" presStyleCnt="2">
        <dgm:presLayoutVars>
          <dgm:chMax val="0"/>
          <dgm:bulletEnabled val="1"/>
        </dgm:presLayoutVars>
      </dgm:prSet>
      <dgm:spPr/>
      <dgm:t>
        <a:bodyPr/>
        <a:lstStyle/>
        <a:p>
          <a:endParaRPr lang="es-VE"/>
        </a:p>
      </dgm:t>
    </dgm:pt>
  </dgm:ptLst>
  <dgm:cxnLst>
    <dgm:cxn modelId="{4E5FCDDB-881F-447A-9464-D0DF2EB486DB}" type="presOf" srcId="{DF471508-3B76-4FCE-A5D2-0066DB332220}" destId="{AFD03B78-D064-4A49-BC2F-9E86FB245F35}" srcOrd="0" destOrd="0" presId="urn:microsoft.com/office/officeart/2005/8/layout/vList2"/>
    <dgm:cxn modelId="{B8317291-AE74-4E6A-B246-0959021D2853}" type="presOf" srcId="{B4B4BD23-A3BC-49E6-B6EC-F136D5C4F998}" destId="{97E76DFB-BBEB-41A3-80B9-1A36EDB2D4EF}" srcOrd="0" destOrd="0" presId="urn:microsoft.com/office/officeart/2005/8/layout/vList2"/>
    <dgm:cxn modelId="{1BD945FB-028A-4BE9-B247-36AB281C415D}" srcId="{584115BC-7645-4D41-BAC0-08939727C567}" destId="{B4B4BD23-A3BC-49E6-B6EC-F136D5C4F998}" srcOrd="0" destOrd="0" parTransId="{77367C29-8794-4EE4-88BB-114A32ADE3D9}" sibTransId="{5DEB4AB8-0862-4E94-B957-E7E389F8AB69}"/>
    <dgm:cxn modelId="{10691D1D-0705-43E8-83F7-F1470F5CB1B8}" srcId="{584115BC-7645-4D41-BAC0-08939727C567}" destId="{DF471508-3B76-4FCE-A5D2-0066DB332220}" srcOrd="1" destOrd="0" parTransId="{40284E52-99DE-45AC-A700-8499BFED9307}" sibTransId="{D7068CD4-56F8-40F9-A690-A4B45E59120A}"/>
    <dgm:cxn modelId="{74DD88AE-C9E0-434D-80B0-643586A53F2D}" type="presOf" srcId="{584115BC-7645-4D41-BAC0-08939727C567}" destId="{EB08D823-1DDA-4B42-9DFA-1604EA7DD399}" srcOrd="0" destOrd="0" presId="urn:microsoft.com/office/officeart/2005/8/layout/vList2"/>
    <dgm:cxn modelId="{6085197E-DD69-4E43-94E1-46F8B3353A2C}" type="presParOf" srcId="{EB08D823-1DDA-4B42-9DFA-1604EA7DD399}" destId="{97E76DFB-BBEB-41A3-80B9-1A36EDB2D4EF}" srcOrd="0" destOrd="0" presId="urn:microsoft.com/office/officeart/2005/8/layout/vList2"/>
    <dgm:cxn modelId="{925C51BF-0671-48BF-908A-5A1AEF51C138}" type="presParOf" srcId="{EB08D823-1DDA-4B42-9DFA-1604EA7DD399}" destId="{D62D10DC-FE3A-4AC9-9FD7-971C8BF91F8E}" srcOrd="1" destOrd="0" presId="urn:microsoft.com/office/officeart/2005/8/layout/vList2"/>
    <dgm:cxn modelId="{9D0DBAB8-DB30-43E6-AC76-E783717CA64D}" type="presParOf" srcId="{EB08D823-1DDA-4B42-9DFA-1604EA7DD399}" destId="{AFD03B78-D064-4A49-BC2F-9E86FB245F35}" srcOrd="2"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5A8B9F7-C580-40A7-BA0D-6BEF28B265A6}"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s-VE"/>
        </a:p>
      </dgm:t>
    </dgm:pt>
    <dgm:pt modelId="{7ED1144F-F3FD-4906-A747-3676564F96B9}">
      <dgm:prSet/>
      <dgm:spPr/>
      <dgm:t>
        <a:bodyPr/>
        <a:lstStyle/>
        <a:p>
          <a:r>
            <a:rPr lang="es-VE" b="1" dirty="0" smtClean="0"/>
            <a:t>Prevención</a:t>
          </a:r>
        </a:p>
      </dgm:t>
    </dgm:pt>
    <dgm:pt modelId="{2C36091C-8DBA-4D28-8D3A-0B855A474545}" type="parTrans" cxnId="{5F9F5847-6A1A-492C-81D5-8501E442557F}">
      <dgm:prSet/>
      <dgm:spPr/>
      <dgm:t>
        <a:bodyPr/>
        <a:lstStyle/>
        <a:p>
          <a:endParaRPr lang="es-VE"/>
        </a:p>
      </dgm:t>
    </dgm:pt>
    <dgm:pt modelId="{0D6E083F-84D7-47D5-AB0F-7872A6ADA207}" type="sibTrans" cxnId="{5F9F5847-6A1A-492C-81D5-8501E442557F}">
      <dgm:prSet/>
      <dgm:spPr/>
      <dgm:t>
        <a:bodyPr/>
        <a:lstStyle/>
        <a:p>
          <a:endParaRPr lang="es-VE"/>
        </a:p>
      </dgm:t>
    </dgm:pt>
    <dgm:pt modelId="{C2574D56-CD1C-4F0E-A509-112B8AF9B718}">
      <dgm:prSet/>
      <dgm:spPr/>
      <dgm:t>
        <a:bodyPr/>
        <a:lstStyle/>
        <a:p>
          <a:r>
            <a:rPr lang="es-VE" b="1" dirty="0" smtClean="0"/>
            <a:t> Control  y detección</a:t>
          </a:r>
        </a:p>
      </dgm:t>
    </dgm:pt>
    <dgm:pt modelId="{6E42D602-3B73-4D48-A51C-D89928BC37AC}" type="parTrans" cxnId="{305522B2-44BA-4E66-A7AA-C82247E82EC8}">
      <dgm:prSet/>
      <dgm:spPr/>
      <dgm:t>
        <a:bodyPr/>
        <a:lstStyle/>
        <a:p>
          <a:endParaRPr lang="es-VE"/>
        </a:p>
      </dgm:t>
    </dgm:pt>
    <dgm:pt modelId="{0AD122B3-4E3A-4766-ADC3-6A6F15C245B2}" type="sibTrans" cxnId="{305522B2-44BA-4E66-A7AA-C82247E82EC8}">
      <dgm:prSet/>
      <dgm:spPr/>
      <dgm:t>
        <a:bodyPr/>
        <a:lstStyle/>
        <a:p>
          <a:endParaRPr lang="es-VE"/>
        </a:p>
      </dgm:t>
    </dgm:pt>
    <dgm:pt modelId="{CCE917C8-C3CC-4E24-B71E-7A1DE2CAD82F}">
      <dgm:prSet/>
      <dgm:spPr/>
      <dgm:t>
        <a:bodyPr/>
        <a:lstStyle/>
        <a:p>
          <a:r>
            <a:rPr lang="es-VE" b="1" dirty="0" smtClean="0"/>
            <a:t> Reporte de actividades sospechosas</a:t>
          </a:r>
        </a:p>
      </dgm:t>
    </dgm:pt>
    <dgm:pt modelId="{4C10C0E9-8EC9-4043-943B-734DD2227850}" type="parTrans" cxnId="{62C6D55B-9772-4AB5-8897-EFF9A162FB07}">
      <dgm:prSet/>
      <dgm:spPr/>
      <dgm:t>
        <a:bodyPr/>
        <a:lstStyle/>
        <a:p>
          <a:endParaRPr lang="es-VE"/>
        </a:p>
      </dgm:t>
    </dgm:pt>
    <dgm:pt modelId="{C86EC40E-6A85-408B-BC94-88F84C4FA6EA}" type="sibTrans" cxnId="{62C6D55B-9772-4AB5-8897-EFF9A162FB07}">
      <dgm:prSet/>
      <dgm:spPr/>
      <dgm:t>
        <a:bodyPr/>
        <a:lstStyle/>
        <a:p>
          <a:endParaRPr lang="es-VE"/>
        </a:p>
      </dgm:t>
    </dgm:pt>
    <dgm:pt modelId="{A454BF52-B7F9-4326-AF62-D9195302FE7A}">
      <dgm:prSet/>
      <dgm:spPr/>
      <dgm:t>
        <a:bodyPr/>
        <a:lstStyle/>
        <a:p>
          <a:r>
            <a:rPr lang="es-VE" b="1" dirty="0" smtClean="0"/>
            <a:t> Conservación de registros</a:t>
          </a:r>
        </a:p>
      </dgm:t>
    </dgm:pt>
    <dgm:pt modelId="{FEFBE520-8D08-47BB-B153-7F96E8A349C3}" type="parTrans" cxnId="{CBBAE6D1-201D-438A-8175-9560156C24DD}">
      <dgm:prSet/>
      <dgm:spPr/>
      <dgm:t>
        <a:bodyPr/>
        <a:lstStyle/>
        <a:p>
          <a:endParaRPr lang="es-VE"/>
        </a:p>
      </dgm:t>
    </dgm:pt>
    <dgm:pt modelId="{284026B3-7F60-48B1-8CD0-52A672AD3D6D}" type="sibTrans" cxnId="{CBBAE6D1-201D-438A-8175-9560156C24DD}">
      <dgm:prSet/>
      <dgm:spPr/>
      <dgm:t>
        <a:bodyPr/>
        <a:lstStyle/>
        <a:p>
          <a:endParaRPr lang="es-VE"/>
        </a:p>
      </dgm:t>
    </dgm:pt>
    <dgm:pt modelId="{2C440E07-7822-4AAA-87FF-93558B29B68F}">
      <dgm:prSet phldrT="[Texto]"/>
      <dgm:spPr/>
      <dgm:t>
        <a:bodyPr/>
        <a:lstStyle/>
        <a:p>
          <a:r>
            <a:rPr lang="es-VE" b="1" dirty="0" smtClean="0"/>
            <a:t>deberá abarcar:</a:t>
          </a:r>
          <a:endParaRPr lang="es-VE" dirty="0"/>
        </a:p>
      </dgm:t>
    </dgm:pt>
    <dgm:pt modelId="{56860FDD-EA5D-4B99-9F79-7E4B1BCF053B}" type="parTrans" cxnId="{5005091F-028C-4DFC-BC7D-8F4D26C3E1E5}">
      <dgm:prSet/>
      <dgm:spPr/>
      <dgm:t>
        <a:bodyPr/>
        <a:lstStyle/>
        <a:p>
          <a:endParaRPr lang="es-VE"/>
        </a:p>
      </dgm:t>
    </dgm:pt>
    <dgm:pt modelId="{ADA5E17A-2298-4C43-8407-4115E9925447}" type="sibTrans" cxnId="{5005091F-028C-4DFC-BC7D-8F4D26C3E1E5}">
      <dgm:prSet/>
      <dgm:spPr/>
      <dgm:t>
        <a:bodyPr/>
        <a:lstStyle/>
        <a:p>
          <a:endParaRPr lang="es-VE"/>
        </a:p>
      </dgm:t>
    </dgm:pt>
    <dgm:pt modelId="{C1D1A105-B5A5-41A3-99CE-27104DCF3D6D}" type="pres">
      <dgm:prSet presAssocID="{C5A8B9F7-C580-40A7-BA0D-6BEF28B265A6}" presName="Name0" presStyleCnt="0">
        <dgm:presLayoutVars>
          <dgm:chPref val="3"/>
          <dgm:dir/>
          <dgm:animLvl val="lvl"/>
          <dgm:resizeHandles/>
        </dgm:presLayoutVars>
      </dgm:prSet>
      <dgm:spPr/>
      <dgm:t>
        <a:bodyPr/>
        <a:lstStyle/>
        <a:p>
          <a:endParaRPr lang="es-VE"/>
        </a:p>
      </dgm:t>
    </dgm:pt>
    <dgm:pt modelId="{8EE267A0-074D-49AC-996A-D6125E425F04}" type="pres">
      <dgm:prSet presAssocID="{2C440E07-7822-4AAA-87FF-93558B29B68F}" presName="horFlow" presStyleCnt="0"/>
      <dgm:spPr/>
    </dgm:pt>
    <dgm:pt modelId="{3F2776A9-3C10-4ED0-9AE6-308018F2AE74}" type="pres">
      <dgm:prSet presAssocID="{2C440E07-7822-4AAA-87FF-93558B29B68F}" presName="bigChev" presStyleLbl="node1" presStyleIdx="0" presStyleCnt="1" custScaleX="81382" custScaleY="94623"/>
      <dgm:spPr/>
      <dgm:t>
        <a:bodyPr/>
        <a:lstStyle/>
        <a:p>
          <a:endParaRPr lang="es-VE"/>
        </a:p>
      </dgm:t>
    </dgm:pt>
    <dgm:pt modelId="{2E248508-FF22-4448-B965-C6F6BBD8673B}" type="pres">
      <dgm:prSet presAssocID="{2C36091C-8DBA-4D28-8D3A-0B855A474545}" presName="parTrans" presStyleCnt="0"/>
      <dgm:spPr/>
    </dgm:pt>
    <dgm:pt modelId="{52DEA58E-78AA-4678-967C-F462D6A046C9}" type="pres">
      <dgm:prSet presAssocID="{7ED1144F-F3FD-4906-A747-3676564F96B9}" presName="node" presStyleLbl="alignAccFollowNode1" presStyleIdx="0" presStyleCnt="4">
        <dgm:presLayoutVars>
          <dgm:bulletEnabled val="1"/>
        </dgm:presLayoutVars>
      </dgm:prSet>
      <dgm:spPr/>
      <dgm:t>
        <a:bodyPr/>
        <a:lstStyle/>
        <a:p>
          <a:endParaRPr lang="es-VE"/>
        </a:p>
      </dgm:t>
    </dgm:pt>
    <dgm:pt modelId="{1D2342D7-23D1-4E76-9337-F18F73D84790}" type="pres">
      <dgm:prSet presAssocID="{0D6E083F-84D7-47D5-AB0F-7872A6ADA207}" presName="sibTrans" presStyleCnt="0"/>
      <dgm:spPr/>
    </dgm:pt>
    <dgm:pt modelId="{E7B750D6-9F70-4C11-85B9-D9DD42A583D8}" type="pres">
      <dgm:prSet presAssocID="{C2574D56-CD1C-4F0E-A509-112B8AF9B718}" presName="node" presStyleLbl="alignAccFollowNode1" presStyleIdx="1" presStyleCnt="4">
        <dgm:presLayoutVars>
          <dgm:bulletEnabled val="1"/>
        </dgm:presLayoutVars>
      </dgm:prSet>
      <dgm:spPr/>
      <dgm:t>
        <a:bodyPr/>
        <a:lstStyle/>
        <a:p>
          <a:endParaRPr lang="es-VE"/>
        </a:p>
      </dgm:t>
    </dgm:pt>
    <dgm:pt modelId="{DD7C6989-D759-4D62-B3C8-9024D157EC81}" type="pres">
      <dgm:prSet presAssocID="{0AD122B3-4E3A-4766-ADC3-6A6F15C245B2}" presName="sibTrans" presStyleCnt="0"/>
      <dgm:spPr/>
    </dgm:pt>
    <dgm:pt modelId="{5C15D644-DC61-4B95-8386-9DEA7631556A}" type="pres">
      <dgm:prSet presAssocID="{CCE917C8-C3CC-4E24-B71E-7A1DE2CAD82F}" presName="node" presStyleLbl="alignAccFollowNode1" presStyleIdx="2" presStyleCnt="4">
        <dgm:presLayoutVars>
          <dgm:bulletEnabled val="1"/>
        </dgm:presLayoutVars>
      </dgm:prSet>
      <dgm:spPr/>
      <dgm:t>
        <a:bodyPr/>
        <a:lstStyle/>
        <a:p>
          <a:endParaRPr lang="es-VE"/>
        </a:p>
      </dgm:t>
    </dgm:pt>
    <dgm:pt modelId="{418207D4-4ED9-4C01-90C2-83A5DCF6C740}" type="pres">
      <dgm:prSet presAssocID="{C86EC40E-6A85-408B-BC94-88F84C4FA6EA}" presName="sibTrans" presStyleCnt="0"/>
      <dgm:spPr/>
    </dgm:pt>
    <dgm:pt modelId="{D9D16089-5B0E-4F82-8DFD-5FDA7F1BCB0B}" type="pres">
      <dgm:prSet presAssocID="{A454BF52-B7F9-4326-AF62-D9195302FE7A}" presName="node" presStyleLbl="alignAccFollowNode1" presStyleIdx="3" presStyleCnt="4">
        <dgm:presLayoutVars>
          <dgm:bulletEnabled val="1"/>
        </dgm:presLayoutVars>
      </dgm:prSet>
      <dgm:spPr/>
      <dgm:t>
        <a:bodyPr/>
        <a:lstStyle/>
        <a:p>
          <a:endParaRPr lang="es-VE"/>
        </a:p>
      </dgm:t>
    </dgm:pt>
  </dgm:ptLst>
  <dgm:cxnLst>
    <dgm:cxn modelId="{6CA4192A-7C3F-4784-A75A-2384169AAFEE}" type="presOf" srcId="{CCE917C8-C3CC-4E24-B71E-7A1DE2CAD82F}" destId="{5C15D644-DC61-4B95-8386-9DEA7631556A}" srcOrd="0" destOrd="0" presId="urn:microsoft.com/office/officeart/2005/8/layout/lProcess3"/>
    <dgm:cxn modelId="{CBBAE6D1-201D-438A-8175-9560156C24DD}" srcId="{2C440E07-7822-4AAA-87FF-93558B29B68F}" destId="{A454BF52-B7F9-4326-AF62-D9195302FE7A}" srcOrd="3" destOrd="0" parTransId="{FEFBE520-8D08-47BB-B153-7F96E8A349C3}" sibTransId="{284026B3-7F60-48B1-8CD0-52A672AD3D6D}"/>
    <dgm:cxn modelId="{62C6D55B-9772-4AB5-8897-EFF9A162FB07}" srcId="{2C440E07-7822-4AAA-87FF-93558B29B68F}" destId="{CCE917C8-C3CC-4E24-B71E-7A1DE2CAD82F}" srcOrd="2" destOrd="0" parTransId="{4C10C0E9-8EC9-4043-943B-734DD2227850}" sibTransId="{C86EC40E-6A85-408B-BC94-88F84C4FA6EA}"/>
    <dgm:cxn modelId="{5F9F5847-6A1A-492C-81D5-8501E442557F}" srcId="{2C440E07-7822-4AAA-87FF-93558B29B68F}" destId="{7ED1144F-F3FD-4906-A747-3676564F96B9}" srcOrd="0" destOrd="0" parTransId="{2C36091C-8DBA-4D28-8D3A-0B855A474545}" sibTransId="{0D6E083F-84D7-47D5-AB0F-7872A6ADA207}"/>
    <dgm:cxn modelId="{5005091F-028C-4DFC-BC7D-8F4D26C3E1E5}" srcId="{C5A8B9F7-C580-40A7-BA0D-6BEF28B265A6}" destId="{2C440E07-7822-4AAA-87FF-93558B29B68F}" srcOrd="0" destOrd="0" parTransId="{56860FDD-EA5D-4B99-9F79-7E4B1BCF053B}" sibTransId="{ADA5E17A-2298-4C43-8407-4115E9925447}"/>
    <dgm:cxn modelId="{B6956BDC-C748-4706-ADD1-A6A3DE910F2E}" type="presOf" srcId="{2C440E07-7822-4AAA-87FF-93558B29B68F}" destId="{3F2776A9-3C10-4ED0-9AE6-308018F2AE74}" srcOrd="0" destOrd="0" presId="urn:microsoft.com/office/officeart/2005/8/layout/lProcess3"/>
    <dgm:cxn modelId="{1DB3CBCF-8F43-4438-BD11-8FFB129C1308}" type="presOf" srcId="{A454BF52-B7F9-4326-AF62-D9195302FE7A}" destId="{D9D16089-5B0E-4F82-8DFD-5FDA7F1BCB0B}" srcOrd="0" destOrd="0" presId="urn:microsoft.com/office/officeart/2005/8/layout/lProcess3"/>
    <dgm:cxn modelId="{6F1B8DAA-11E7-484F-8DD3-6A27C70075CE}" type="presOf" srcId="{C2574D56-CD1C-4F0E-A509-112B8AF9B718}" destId="{E7B750D6-9F70-4C11-85B9-D9DD42A583D8}" srcOrd="0" destOrd="0" presId="urn:microsoft.com/office/officeart/2005/8/layout/lProcess3"/>
    <dgm:cxn modelId="{87E926A4-8310-4083-BA07-D80DD98F7BD6}" type="presOf" srcId="{C5A8B9F7-C580-40A7-BA0D-6BEF28B265A6}" destId="{C1D1A105-B5A5-41A3-99CE-27104DCF3D6D}" srcOrd="0" destOrd="0" presId="urn:microsoft.com/office/officeart/2005/8/layout/lProcess3"/>
    <dgm:cxn modelId="{305522B2-44BA-4E66-A7AA-C82247E82EC8}" srcId="{2C440E07-7822-4AAA-87FF-93558B29B68F}" destId="{C2574D56-CD1C-4F0E-A509-112B8AF9B718}" srcOrd="1" destOrd="0" parTransId="{6E42D602-3B73-4D48-A51C-D89928BC37AC}" sibTransId="{0AD122B3-4E3A-4766-ADC3-6A6F15C245B2}"/>
    <dgm:cxn modelId="{D653C2CE-DBD7-40DF-8D3B-AFF20EB2EA9F}" type="presOf" srcId="{7ED1144F-F3FD-4906-A747-3676564F96B9}" destId="{52DEA58E-78AA-4678-967C-F462D6A046C9}" srcOrd="0" destOrd="0" presId="urn:microsoft.com/office/officeart/2005/8/layout/lProcess3"/>
    <dgm:cxn modelId="{63C507B4-004B-4454-AC99-DD7994DF0F77}" type="presParOf" srcId="{C1D1A105-B5A5-41A3-99CE-27104DCF3D6D}" destId="{8EE267A0-074D-49AC-996A-D6125E425F04}" srcOrd="0" destOrd="0" presId="urn:microsoft.com/office/officeart/2005/8/layout/lProcess3"/>
    <dgm:cxn modelId="{0FD819C4-FB42-4285-98F1-0FC697DADF89}" type="presParOf" srcId="{8EE267A0-074D-49AC-996A-D6125E425F04}" destId="{3F2776A9-3C10-4ED0-9AE6-308018F2AE74}" srcOrd="0" destOrd="0" presId="urn:microsoft.com/office/officeart/2005/8/layout/lProcess3"/>
    <dgm:cxn modelId="{1F48B7A7-F4F7-4E65-B7C2-BAAE1D69A0A2}" type="presParOf" srcId="{8EE267A0-074D-49AC-996A-D6125E425F04}" destId="{2E248508-FF22-4448-B965-C6F6BBD8673B}" srcOrd="1" destOrd="0" presId="urn:microsoft.com/office/officeart/2005/8/layout/lProcess3"/>
    <dgm:cxn modelId="{6BE87A4C-013B-4010-B156-9B0EBCC6F2F8}" type="presParOf" srcId="{8EE267A0-074D-49AC-996A-D6125E425F04}" destId="{52DEA58E-78AA-4678-967C-F462D6A046C9}" srcOrd="2" destOrd="0" presId="urn:microsoft.com/office/officeart/2005/8/layout/lProcess3"/>
    <dgm:cxn modelId="{FB4D60D1-19CD-4E74-82E3-A678A92001AD}" type="presParOf" srcId="{8EE267A0-074D-49AC-996A-D6125E425F04}" destId="{1D2342D7-23D1-4E76-9337-F18F73D84790}" srcOrd="3" destOrd="0" presId="urn:microsoft.com/office/officeart/2005/8/layout/lProcess3"/>
    <dgm:cxn modelId="{974392A4-4DDE-4973-9E60-1E852253136D}" type="presParOf" srcId="{8EE267A0-074D-49AC-996A-D6125E425F04}" destId="{E7B750D6-9F70-4C11-85B9-D9DD42A583D8}" srcOrd="4" destOrd="0" presId="urn:microsoft.com/office/officeart/2005/8/layout/lProcess3"/>
    <dgm:cxn modelId="{465CD476-5796-434B-9C4D-34EC53E342A0}" type="presParOf" srcId="{8EE267A0-074D-49AC-996A-D6125E425F04}" destId="{DD7C6989-D759-4D62-B3C8-9024D157EC81}" srcOrd="5" destOrd="0" presId="urn:microsoft.com/office/officeart/2005/8/layout/lProcess3"/>
    <dgm:cxn modelId="{893C08AA-2A54-4878-8909-03E4B0EAD3D5}" type="presParOf" srcId="{8EE267A0-074D-49AC-996A-D6125E425F04}" destId="{5C15D644-DC61-4B95-8386-9DEA7631556A}" srcOrd="6" destOrd="0" presId="urn:microsoft.com/office/officeart/2005/8/layout/lProcess3"/>
    <dgm:cxn modelId="{10A07688-0281-4D7F-8BFD-47ACFD011528}" type="presParOf" srcId="{8EE267A0-074D-49AC-996A-D6125E425F04}" destId="{418207D4-4ED9-4C01-90C2-83A5DCF6C740}" srcOrd="7" destOrd="0" presId="urn:microsoft.com/office/officeart/2005/8/layout/lProcess3"/>
    <dgm:cxn modelId="{5A837843-6EB0-465E-9B7B-75619547D89A}" type="presParOf" srcId="{8EE267A0-074D-49AC-996A-D6125E425F04}" destId="{D9D16089-5B0E-4F82-8DFD-5FDA7F1BCB0B}" srcOrd="8" destOrd="0" presId="urn:microsoft.com/office/officeart/2005/8/layout/lProcess3"/>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419EA58-F86B-4079-955B-00B670027578}"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7551794A-7256-47AF-8F99-8B348FD072CB}">
      <dgm:prSet phldrT="[Texto]" custT="1"/>
      <dgm:spPr/>
      <dgm:t>
        <a:bodyPr/>
        <a:lstStyle/>
        <a:p>
          <a:pPr algn="ctr" rtl="0"/>
          <a:r>
            <a:rPr kumimoji="0" lang="es-VE" sz="3200" b="1" i="0" u="none" strike="noStrike" cap="none" normalizeH="0" baseline="0" dirty="0" smtClean="0">
              <a:ln/>
              <a:solidFill>
                <a:schemeClr val="tx1"/>
              </a:solidFill>
              <a:effectLst/>
              <a:latin typeface="Arial" pitchFamily="34" charset="0"/>
              <a:cs typeface="Arial" pitchFamily="34" charset="0"/>
            </a:rPr>
            <a:t>CAPITULO</a:t>
          </a:r>
          <a:r>
            <a:rPr kumimoji="0" lang="es-VE" sz="3200" b="1" i="0" u="none" strike="noStrike" cap="none" normalizeH="0" dirty="0" smtClean="0">
              <a:ln/>
              <a:solidFill>
                <a:schemeClr val="tx1"/>
              </a:solidFill>
              <a:effectLst/>
              <a:latin typeface="Arial" pitchFamily="34" charset="0"/>
              <a:cs typeface="Arial" pitchFamily="34" charset="0"/>
            </a:rPr>
            <a:t> II </a:t>
          </a:r>
        </a:p>
        <a:p>
          <a:pPr algn="ctr" rtl="0"/>
          <a:r>
            <a:rPr lang="es-VE" sz="3200" b="1" baseline="0" dirty="0" smtClean="0">
              <a:solidFill>
                <a:schemeClr val="tx1"/>
              </a:solidFill>
              <a:latin typeface="Arial" pitchFamily="34" charset="0"/>
              <a:cs typeface="Arial" pitchFamily="34" charset="0"/>
            </a:rPr>
            <a:t>IDENTIFICACION</a:t>
          </a:r>
          <a:r>
            <a:rPr lang="es-VE" sz="3200" b="1" dirty="0" smtClean="0">
              <a:solidFill>
                <a:schemeClr val="tx1"/>
              </a:solidFill>
              <a:latin typeface="Arial" pitchFamily="34" charset="0"/>
              <a:cs typeface="Arial" pitchFamily="34" charset="0"/>
            </a:rPr>
            <a:t> DE FACTORES Y SEGMENTACION DE RIESGOS</a:t>
          </a:r>
          <a:endParaRPr lang="es-VE" sz="3200" b="1" dirty="0">
            <a:solidFill>
              <a:schemeClr val="tx1"/>
            </a:solidFill>
          </a:endParaRPr>
        </a:p>
      </dgm:t>
    </dgm:pt>
    <dgm:pt modelId="{CB0CAACE-3214-4909-9335-40BE99B52437}" type="parTrans" cxnId="{FEC6F274-64A0-4781-8539-5E237F424690}">
      <dgm:prSet/>
      <dgm:spPr/>
      <dgm:t>
        <a:bodyPr/>
        <a:lstStyle/>
        <a:p>
          <a:endParaRPr lang="es-VE"/>
        </a:p>
      </dgm:t>
    </dgm:pt>
    <dgm:pt modelId="{D75E43C8-95F2-4D47-9EB3-2EB0D81D8010}" type="sibTrans" cxnId="{FEC6F274-64A0-4781-8539-5E237F424690}">
      <dgm:prSet/>
      <dgm:spPr/>
      <dgm:t>
        <a:bodyPr/>
        <a:lstStyle/>
        <a:p>
          <a:endParaRPr lang="es-VE"/>
        </a:p>
      </dgm:t>
    </dgm:pt>
    <dgm:pt modelId="{A743FE23-9BF8-40C5-8371-B75C72A6AF34}" type="pres">
      <dgm:prSet presAssocID="{0419EA58-F86B-4079-955B-00B670027578}" presName="linear" presStyleCnt="0">
        <dgm:presLayoutVars>
          <dgm:animLvl val="lvl"/>
          <dgm:resizeHandles val="exact"/>
        </dgm:presLayoutVars>
      </dgm:prSet>
      <dgm:spPr/>
      <dgm:t>
        <a:bodyPr/>
        <a:lstStyle/>
        <a:p>
          <a:endParaRPr lang="es-VE"/>
        </a:p>
      </dgm:t>
    </dgm:pt>
    <dgm:pt modelId="{065FDD1B-2C5B-4730-8994-D36E36E5735F}" type="pres">
      <dgm:prSet presAssocID="{7551794A-7256-47AF-8F99-8B348FD072CB}" presName="parentText" presStyleLbl="node1" presStyleIdx="0" presStyleCnt="1" custScaleY="184326">
        <dgm:presLayoutVars>
          <dgm:chMax val="0"/>
          <dgm:bulletEnabled val="1"/>
        </dgm:presLayoutVars>
      </dgm:prSet>
      <dgm:spPr/>
      <dgm:t>
        <a:bodyPr/>
        <a:lstStyle/>
        <a:p>
          <a:endParaRPr lang="es-VE"/>
        </a:p>
      </dgm:t>
    </dgm:pt>
  </dgm:ptLst>
  <dgm:cxnLst>
    <dgm:cxn modelId="{2DC108D1-48FF-4CD4-9B40-6AE859FFFD85}" type="presOf" srcId="{0419EA58-F86B-4079-955B-00B670027578}" destId="{A743FE23-9BF8-40C5-8371-B75C72A6AF34}" srcOrd="0" destOrd="0" presId="urn:microsoft.com/office/officeart/2005/8/layout/vList2"/>
    <dgm:cxn modelId="{4552241A-93D1-45BF-8CAC-ACB46E7D1D44}" type="presOf" srcId="{7551794A-7256-47AF-8F99-8B348FD072CB}" destId="{065FDD1B-2C5B-4730-8994-D36E36E5735F}" srcOrd="0" destOrd="0" presId="urn:microsoft.com/office/officeart/2005/8/layout/vList2"/>
    <dgm:cxn modelId="{FEC6F274-64A0-4781-8539-5E237F424690}" srcId="{0419EA58-F86B-4079-955B-00B670027578}" destId="{7551794A-7256-47AF-8F99-8B348FD072CB}" srcOrd="0" destOrd="0" parTransId="{CB0CAACE-3214-4909-9335-40BE99B52437}" sibTransId="{D75E43C8-95F2-4D47-9EB3-2EB0D81D8010}"/>
    <dgm:cxn modelId="{E523FBE4-01DE-4C22-886A-005F2B4CD20B}" type="presParOf" srcId="{A743FE23-9BF8-40C5-8371-B75C72A6AF34}" destId="{065FDD1B-2C5B-4730-8994-D36E36E5735F}" srcOrd="0"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7D14CA2-90A4-4BD2-85B9-1986DF8B24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CB86484D-D4C1-45B3-A14F-E81A5E409464}">
      <dgm:prSet phldrT="[Texto]" custT="1"/>
      <dgm:spPr/>
      <dgm:t>
        <a:bodyPr/>
        <a:lstStyle/>
        <a:p>
          <a:r>
            <a:rPr lang="es-VE" sz="2400" b="1" dirty="0" smtClean="0">
              <a:solidFill>
                <a:schemeClr val="tx1"/>
              </a:solidFill>
            </a:rPr>
            <a:t>De la Autoevaluación de Riesgos.</a:t>
          </a:r>
          <a:endParaRPr lang="es-VE" sz="2400" dirty="0">
            <a:solidFill>
              <a:schemeClr val="tx1"/>
            </a:solidFill>
          </a:endParaRPr>
        </a:p>
      </dgm:t>
    </dgm:pt>
    <dgm:pt modelId="{FF3E2BF2-EF55-4391-A3D2-36DB353324C4}" type="parTrans" cxnId="{95F17C60-A924-4784-9943-BEAAFDEBB3C2}">
      <dgm:prSet/>
      <dgm:spPr/>
      <dgm:t>
        <a:bodyPr/>
        <a:lstStyle/>
        <a:p>
          <a:endParaRPr lang="es-VE"/>
        </a:p>
      </dgm:t>
    </dgm:pt>
    <dgm:pt modelId="{52A7B0F0-7824-4AE9-91C1-25D6372007F1}" type="sibTrans" cxnId="{95F17C60-A924-4784-9943-BEAAFDEBB3C2}">
      <dgm:prSet/>
      <dgm:spPr/>
      <dgm:t>
        <a:bodyPr/>
        <a:lstStyle/>
        <a:p>
          <a:endParaRPr lang="es-VE"/>
        </a:p>
      </dgm:t>
    </dgm:pt>
    <dgm:pt modelId="{618AB349-4503-434B-858C-91C52A3860D8}">
      <dgm:prSet phldrT="[Texto]"/>
      <dgm:spPr/>
      <dgm:t>
        <a:bodyPr/>
        <a:lstStyle/>
        <a:p>
          <a:r>
            <a:rPr lang="es-VE" b="1" dirty="0" smtClean="0"/>
            <a:t>Niveles de Riesgo</a:t>
          </a:r>
          <a:endParaRPr lang="es-VE" dirty="0"/>
        </a:p>
      </dgm:t>
    </dgm:pt>
    <dgm:pt modelId="{A056BE44-2A80-419B-BA11-401D4B53CE9D}" type="parTrans" cxnId="{83DAAB57-6303-429A-8ECD-84809DFA078C}">
      <dgm:prSet/>
      <dgm:spPr/>
      <dgm:t>
        <a:bodyPr/>
        <a:lstStyle/>
        <a:p>
          <a:endParaRPr lang="es-VE"/>
        </a:p>
      </dgm:t>
    </dgm:pt>
    <dgm:pt modelId="{B62D43C9-6D6D-458E-AF10-0ACCB769F55B}" type="sibTrans" cxnId="{83DAAB57-6303-429A-8ECD-84809DFA078C}">
      <dgm:prSet/>
      <dgm:spPr/>
      <dgm:t>
        <a:bodyPr/>
        <a:lstStyle/>
        <a:p>
          <a:endParaRPr lang="es-VE"/>
        </a:p>
      </dgm:t>
    </dgm:pt>
    <dgm:pt modelId="{34E8ECEA-8074-48ED-B851-F3DB629D7873}">
      <dgm:prSet phldrT="[Texto]"/>
      <dgm:spPr/>
      <dgm:t>
        <a:bodyPr/>
        <a:lstStyle/>
        <a:p>
          <a:r>
            <a:rPr lang="es-VE" b="1" dirty="0" smtClean="0">
              <a:solidFill>
                <a:schemeClr val="tx1"/>
              </a:solidFill>
            </a:rPr>
            <a:t>Alto, Moderado o Bajo </a:t>
          </a:r>
          <a:endParaRPr lang="es-VE" dirty="0">
            <a:solidFill>
              <a:schemeClr val="tx1"/>
            </a:solidFill>
          </a:endParaRPr>
        </a:p>
      </dgm:t>
    </dgm:pt>
    <dgm:pt modelId="{1D6AF9F2-9326-4A6A-AA98-0CA2FACF4119}" type="parTrans" cxnId="{A7B0E04F-2346-4C9A-AABA-2FFD8AB13464}">
      <dgm:prSet/>
      <dgm:spPr/>
      <dgm:t>
        <a:bodyPr/>
        <a:lstStyle/>
        <a:p>
          <a:endParaRPr lang="es-VE"/>
        </a:p>
      </dgm:t>
    </dgm:pt>
    <dgm:pt modelId="{F512DF7F-88B9-4A0E-848A-973F6FC2986E}" type="sibTrans" cxnId="{A7B0E04F-2346-4C9A-AABA-2FFD8AB13464}">
      <dgm:prSet/>
      <dgm:spPr/>
      <dgm:t>
        <a:bodyPr/>
        <a:lstStyle/>
        <a:p>
          <a:endParaRPr lang="es-VE"/>
        </a:p>
      </dgm:t>
    </dgm:pt>
    <dgm:pt modelId="{75E5CF2F-7264-4FD6-B1D5-826D71022728}">
      <dgm:prSet phldrT="[Texto]" custT="1"/>
      <dgm:spPr/>
      <dgm:t>
        <a:bodyPr/>
        <a:lstStyle/>
        <a:p>
          <a:endParaRPr lang="es-VE" sz="2500" dirty="0"/>
        </a:p>
      </dgm:t>
    </dgm:pt>
    <dgm:pt modelId="{AC187D21-8B1D-4EA4-94D3-35B734EC9C3B}" type="parTrans" cxnId="{90192BF0-48FD-477F-82C6-1583F0A09C40}">
      <dgm:prSet/>
      <dgm:spPr/>
      <dgm:t>
        <a:bodyPr/>
        <a:lstStyle/>
        <a:p>
          <a:endParaRPr lang="es-VE"/>
        </a:p>
      </dgm:t>
    </dgm:pt>
    <dgm:pt modelId="{536AFFF2-E766-405C-92EF-7D1CF8070F9E}" type="sibTrans" cxnId="{90192BF0-48FD-477F-82C6-1583F0A09C40}">
      <dgm:prSet/>
      <dgm:spPr/>
      <dgm:t>
        <a:bodyPr/>
        <a:lstStyle/>
        <a:p>
          <a:endParaRPr lang="es-VE"/>
        </a:p>
      </dgm:t>
    </dgm:pt>
    <dgm:pt modelId="{2DF2CDBA-0163-4E84-83BD-B1DE1A58157E}" type="pres">
      <dgm:prSet presAssocID="{87D14CA2-90A4-4BD2-85B9-1986DF8B249D}" presName="linear" presStyleCnt="0">
        <dgm:presLayoutVars>
          <dgm:animLvl val="lvl"/>
          <dgm:resizeHandles val="exact"/>
        </dgm:presLayoutVars>
      </dgm:prSet>
      <dgm:spPr/>
      <dgm:t>
        <a:bodyPr/>
        <a:lstStyle/>
        <a:p>
          <a:endParaRPr lang="es-VE"/>
        </a:p>
      </dgm:t>
    </dgm:pt>
    <dgm:pt modelId="{A523794C-A2A3-4CF5-8D41-D964772626DE}" type="pres">
      <dgm:prSet presAssocID="{CB86484D-D4C1-45B3-A14F-E81A5E409464}" presName="parentText" presStyleLbl="node1" presStyleIdx="0" presStyleCnt="2">
        <dgm:presLayoutVars>
          <dgm:chMax val="0"/>
          <dgm:bulletEnabled val="1"/>
        </dgm:presLayoutVars>
      </dgm:prSet>
      <dgm:spPr/>
      <dgm:t>
        <a:bodyPr/>
        <a:lstStyle/>
        <a:p>
          <a:endParaRPr lang="es-VE"/>
        </a:p>
      </dgm:t>
    </dgm:pt>
    <dgm:pt modelId="{FD8F13CA-DC2E-4D85-A444-DE38043B33FC}" type="pres">
      <dgm:prSet presAssocID="{CB86484D-D4C1-45B3-A14F-E81A5E409464}" presName="childText" presStyleLbl="revTx" presStyleIdx="0" presStyleCnt="2">
        <dgm:presLayoutVars>
          <dgm:bulletEnabled val="1"/>
        </dgm:presLayoutVars>
      </dgm:prSet>
      <dgm:spPr/>
      <dgm:t>
        <a:bodyPr/>
        <a:lstStyle/>
        <a:p>
          <a:endParaRPr lang="es-VE"/>
        </a:p>
      </dgm:t>
    </dgm:pt>
    <dgm:pt modelId="{00BBD1DD-0C36-45AB-AB00-C2ADEB72E626}" type="pres">
      <dgm:prSet presAssocID="{34E8ECEA-8074-48ED-B851-F3DB629D7873}" presName="parentText" presStyleLbl="node1" presStyleIdx="1" presStyleCnt="2">
        <dgm:presLayoutVars>
          <dgm:chMax val="0"/>
          <dgm:bulletEnabled val="1"/>
        </dgm:presLayoutVars>
      </dgm:prSet>
      <dgm:spPr/>
      <dgm:t>
        <a:bodyPr/>
        <a:lstStyle/>
        <a:p>
          <a:endParaRPr lang="es-VE"/>
        </a:p>
      </dgm:t>
    </dgm:pt>
    <dgm:pt modelId="{482FE949-664D-468B-A8F8-82509E7F3EAC}" type="pres">
      <dgm:prSet presAssocID="{34E8ECEA-8074-48ED-B851-F3DB629D7873}" presName="childText" presStyleLbl="revTx" presStyleIdx="1" presStyleCnt="2">
        <dgm:presLayoutVars>
          <dgm:bulletEnabled val="1"/>
        </dgm:presLayoutVars>
      </dgm:prSet>
      <dgm:spPr/>
      <dgm:t>
        <a:bodyPr/>
        <a:lstStyle/>
        <a:p>
          <a:endParaRPr lang="es-VE"/>
        </a:p>
      </dgm:t>
    </dgm:pt>
  </dgm:ptLst>
  <dgm:cxnLst>
    <dgm:cxn modelId="{83DAAB57-6303-429A-8ECD-84809DFA078C}" srcId="{CB86484D-D4C1-45B3-A14F-E81A5E409464}" destId="{618AB349-4503-434B-858C-91C52A3860D8}" srcOrd="0" destOrd="0" parTransId="{A056BE44-2A80-419B-BA11-401D4B53CE9D}" sibTransId="{B62D43C9-6D6D-458E-AF10-0ACCB769F55B}"/>
    <dgm:cxn modelId="{A7E042D2-8BE8-4B7B-8235-A1C9C39308A4}" type="presOf" srcId="{34E8ECEA-8074-48ED-B851-F3DB629D7873}" destId="{00BBD1DD-0C36-45AB-AB00-C2ADEB72E626}" srcOrd="0" destOrd="0" presId="urn:microsoft.com/office/officeart/2005/8/layout/vList2"/>
    <dgm:cxn modelId="{A7B0E04F-2346-4C9A-AABA-2FFD8AB13464}" srcId="{87D14CA2-90A4-4BD2-85B9-1986DF8B249D}" destId="{34E8ECEA-8074-48ED-B851-F3DB629D7873}" srcOrd="1" destOrd="0" parTransId="{1D6AF9F2-9326-4A6A-AA98-0CA2FACF4119}" sibTransId="{F512DF7F-88B9-4A0E-848A-973F6FC2986E}"/>
    <dgm:cxn modelId="{95F17C60-A924-4784-9943-BEAAFDEBB3C2}" srcId="{87D14CA2-90A4-4BD2-85B9-1986DF8B249D}" destId="{CB86484D-D4C1-45B3-A14F-E81A5E409464}" srcOrd="0" destOrd="0" parTransId="{FF3E2BF2-EF55-4391-A3D2-36DB353324C4}" sibTransId="{52A7B0F0-7824-4AE9-91C1-25D6372007F1}"/>
    <dgm:cxn modelId="{2A7F3D9A-C9E3-47DC-BAE7-E716F14C8A69}" type="presOf" srcId="{87D14CA2-90A4-4BD2-85B9-1986DF8B249D}" destId="{2DF2CDBA-0163-4E84-83BD-B1DE1A58157E}" srcOrd="0" destOrd="0" presId="urn:microsoft.com/office/officeart/2005/8/layout/vList2"/>
    <dgm:cxn modelId="{63C75E4C-E61B-4C91-97A4-40160C4498B5}" type="presOf" srcId="{75E5CF2F-7264-4FD6-B1D5-826D71022728}" destId="{482FE949-664D-468B-A8F8-82509E7F3EAC}" srcOrd="0" destOrd="0" presId="urn:microsoft.com/office/officeart/2005/8/layout/vList2"/>
    <dgm:cxn modelId="{05859D0A-830B-4DEF-A247-A06E41B97C86}" type="presOf" srcId="{CB86484D-D4C1-45B3-A14F-E81A5E409464}" destId="{A523794C-A2A3-4CF5-8D41-D964772626DE}" srcOrd="0" destOrd="0" presId="urn:microsoft.com/office/officeart/2005/8/layout/vList2"/>
    <dgm:cxn modelId="{90192BF0-48FD-477F-82C6-1583F0A09C40}" srcId="{34E8ECEA-8074-48ED-B851-F3DB629D7873}" destId="{75E5CF2F-7264-4FD6-B1D5-826D71022728}" srcOrd="0" destOrd="0" parTransId="{AC187D21-8B1D-4EA4-94D3-35B734EC9C3B}" sibTransId="{536AFFF2-E766-405C-92EF-7D1CF8070F9E}"/>
    <dgm:cxn modelId="{1F11D86C-BE5D-49B6-9B1C-A841391A977C}" type="presOf" srcId="{618AB349-4503-434B-858C-91C52A3860D8}" destId="{FD8F13CA-DC2E-4D85-A444-DE38043B33FC}" srcOrd="0" destOrd="0" presId="urn:microsoft.com/office/officeart/2005/8/layout/vList2"/>
    <dgm:cxn modelId="{63235E71-A112-4690-8556-776E899B7DF0}" type="presParOf" srcId="{2DF2CDBA-0163-4E84-83BD-B1DE1A58157E}" destId="{A523794C-A2A3-4CF5-8D41-D964772626DE}" srcOrd="0" destOrd="0" presId="urn:microsoft.com/office/officeart/2005/8/layout/vList2"/>
    <dgm:cxn modelId="{FA723305-D09D-48ED-89A0-867739089018}" type="presParOf" srcId="{2DF2CDBA-0163-4E84-83BD-B1DE1A58157E}" destId="{FD8F13CA-DC2E-4D85-A444-DE38043B33FC}" srcOrd="1" destOrd="0" presId="urn:microsoft.com/office/officeart/2005/8/layout/vList2"/>
    <dgm:cxn modelId="{0160347A-CC91-442D-93D4-256F849BCBCD}" type="presParOf" srcId="{2DF2CDBA-0163-4E84-83BD-B1DE1A58157E}" destId="{00BBD1DD-0C36-45AB-AB00-C2ADEB72E626}" srcOrd="2" destOrd="0" presId="urn:microsoft.com/office/officeart/2005/8/layout/vList2"/>
    <dgm:cxn modelId="{ED8D0E05-0CAB-48FF-87F1-C586EAD24429}" type="presParOf" srcId="{2DF2CDBA-0163-4E84-83BD-B1DE1A58157E}" destId="{482FE949-664D-468B-A8F8-82509E7F3EAC}" srcOrd="3"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6F5B4CA-C972-4085-A26A-84171FEE6E9F}" type="doc">
      <dgm:prSet loTypeId="urn:microsoft.com/office/officeart/2005/8/layout/process1" loCatId="process" qsTypeId="urn:microsoft.com/office/officeart/2005/8/quickstyle/simple1" qsCatId="simple" csTypeId="urn:microsoft.com/office/officeart/2005/8/colors/accent1_2" csCatId="accent1" phldr="1"/>
      <dgm:spPr/>
    </dgm:pt>
    <dgm:pt modelId="{0B4EC80B-DB55-407A-A110-5F85C5C49DA5}">
      <dgm:prSet phldrT="[Texto]" custT="1"/>
      <dgm:spPr/>
      <dgm:t>
        <a:bodyPr/>
        <a:lstStyle/>
        <a:p>
          <a:r>
            <a:rPr lang="es-VE" sz="2000" b="1" dirty="0" smtClean="0">
              <a:solidFill>
                <a:schemeClr val="tx1"/>
              </a:solidFill>
            </a:rPr>
            <a:t>De la autoevaluación de riesgos</a:t>
          </a:r>
          <a:r>
            <a:rPr lang="es-VE" sz="1700" b="1" dirty="0" smtClean="0"/>
            <a:t>.</a:t>
          </a:r>
          <a:r>
            <a:rPr lang="es-VE" sz="1700" dirty="0" smtClean="0"/>
            <a:t> </a:t>
          </a:r>
          <a:endParaRPr lang="es-VE" sz="1700" dirty="0"/>
        </a:p>
      </dgm:t>
    </dgm:pt>
    <dgm:pt modelId="{1C7DF3D0-9D9C-40ED-95D9-95C6F1E2BAAD}" type="parTrans" cxnId="{453347F1-FF2E-4B6D-9529-621F7FEC4DF0}">
      <dgm:prSet/>
      <dgm:spPr/>
      <dgm:t>
        <a:bodyPr/>
        <a:lstStyle/>
        <a:p>
          <a:endParaRPr lang="es-VE"/>
        </a:p>
      </dgm:t>
    </dgm:pt>
    <dgm:pt modelId="{DD0539C8-DE1D-4536-908D-BAB8B19A0B77}" type="sibTrans" cxnId="{453347F1-FF2E-4B6D-9529-621F7FEC4DF0}">
      <dgm:prSet/>
      <dgm:spPr/>
      <dgm:t>
        <a:bodyPr/>
        <a:lstStyle/>
        <a:p>
          <a:endParaRPr lang="es-VE" dirty="0"/>
        </a:p>
      </dgm:t>
    </dgm:pt>
    <dgm:pt modelId="{C756DFB0-6037-4653-B864-421A69D7F7E9}">
      <dgm:prSet phldrT="[Texto]" custT="1"/>
      <dgm:spPr/>
      <dgm:t>
        <a:bodyPr/>
        <a:lstStyle/>
        <a:p>
          <a:r>
            <a:rPr lang="es-VE" sz="2000" b="1" dirty="0" smtClean="0">
              <a:solidFill>
                <a:schemeClr val="tx1"/>
              </a:solidFill>
            </a:rPr>
            <a:t>Factores de Riesgo</a:t>
          </a:r>
          <a:endParaRPr lang="es-VE" sz="2000" dirty="0">
            <a:solidFill>
              <a:schemeClr val="tx1"/>
            </a:solidFill>
          </a:endParaRPr>
        </a:p>
      </dgm:t>
    </dgm:pt>
    <dgm:pt modelId="{9F62C640-DEC2-4FC2-A883-8E53EA32947A}" type="parTrans" cxnId="{BD8C1EB9-45AB-498A-A822-EAE3465E6AD8}">
      <dgm:prSet/>
      <dgm:spPr/>
      <dgm:t>
        <a:bodyPr/>
        <a:lstStyle/>
        <a:p>
          <a:endParaRPr lang="es-VE"/>
        </a:p>
      </dgm:t>
    </dgm:pt>
    <dgm:pt modelId="{8DC70D48-BA6E-4A0E-824A-0A942CAA60A9}" type="sibTrans" cxnId="{BD8C1EB9-45AB-498A-A822-EAE3465E6AD8}">
      <dgm:prSet/>
      <dgm:spPr/>
      <dgm:t>
        <a:bodyPr/>
        <a:lstStyle/>
        <a:p>
          <a:endParaRPr lang="es-VE" dirty="0"/>
        </a:p>
      </dgm:t>
    </dgm:pt>
    <dgm:pt modelId="{EC41315E-7BD3-480D-AFC9-E4946BCC6E2B}">
      <dgm:prSet custT="1"/>
      <dgm:spPr/>
      <dgm:t>
        <a:bodyPr/>
        <a:lstStyle/>
        <a:p>
          <a:r>
            <a:rPr lang="es-VE" sz="2000" b="1" dirty="0" smtClean="0">
              <a:solidFill>
                <a:schemeClr val="tx1"/>
              </a:solidFill>
            </a:rPr>
            <a:t>Clientes, Productos, Canales de Comercialización Zonas Geográficas</a:t>
          </a:r>
          <a:r>
            <a:rPr lang="es-VE" sz="1700" b="1" dirty="0" smtClean="0"/>
            <a:t>.</a:t>
          </a:r>
          <a:endParaRPr lang="es-VE" sz="1700" dirty="0"/>
        </a:p>
      </dgm:t>
    </dgm:pt>
    <dgm:pt modelId="{14EE71CA-3BCB-456E-B533-E619156170CC}" type="parTrans" cxnId="{8371A945-B99D-4981-A8B3-DF8637776DF4}">
      <dgm:prSet/>
      <dgm:spPr/>
      <dgm:t>
        <a:bodyPr/>
        <a:lstStyle/>
        <a:p>
          <a:endParaRPr lang="es-VE"/>
        </a:p>
      </dgm:t>
    </dgm:pt>
    <dgm:pt modelId="{DEE2BABA-4B16-40DA-83CA-A098DB91FF07}" type="sibTrans" cxnId="{8371A945-B99D-4981-A8B3-DF8637776DF4}">
      <dgm:prSet/>
      <dgm:spPr/>
      <dgm:t>
        <a:bodyPr/>
        <a:lstStyle/>
        <a:p>
          <a:endParaRPr lang="es-VE"/>
        </a:p>
      </dgm:t>
    </dgm:pt>
    <dgm:pt modelId="{7D752012-4ED7-40BB-BF0D-8A86C86B5FEA}" type="pres">
      <dgm:prSet presAssocID="{A6F5B4CA-C972-4085-A26A-84171FEE6E9F}" presName="Name0" presStyleCnt="0">
        <dgm:presLayoutVars>
          <dgm:dir/>
          <dgm:resizeHandles val="exact"/>
        </dgm:presLayoutVars>
      </dgm:prSet>
      <dgm:spPr/>
    </dgm:pt>
    <dgm:pt modelId="{FA2AF0DC-2618-4C0A-B19D-2D8EB70057CC}" type="pres">
      <dgm:prSet presAssocID="{0B4EC80B-DB55-407A-A110-5F85C5C49DA5}" presName="node" presStyleLbl="node1" presStyleIdx="0" presStyleCnt="3">
        <dgm:presLayoutVars>
          <dgm:bulletEnabled val="1"/>
        </dgm:presLayoutVars>
      </dgm:prSet>
      <dgm:spPr/>
      <dgm:t>
        <a:bodyPr/>
        <a:lstStyle/>
        <a:p>
          <a:endParaRPr lang="es-VE"/>
        </a:p>
      </dgm:t>
    </dgm:pt>
    <dgm:pt modelId="{137D655F-525E-489C-AD14-822080B256F4}" type="pres">
      <dgm:prSet presAssocID="{DD0539C8-DE1D-4536-908D-BAB8B19A0B77}" presName="sibTrans" presStyleLbl="sibTrans2D1" presStyleIdx="0" presStyleCnt="2"/>
      <dgm:spPr/>
      <dgm:t>
        <a:bodyPr/>
        <a:lstStyle/>
        <a:p>
          <a:endParaRPr lang="es-VE"/>
        </a:p>
      </dgm:t>
    </dgm:pt>
    <dgm:pt modelId="{70D1171E-4594-4296-A8E1-7CF54D036CC5}" type="pres">
      <dgm:prSet presAssocID="{DD0539C8-DE1D-4536-908D-BAB8B19A0B77}" presName="connectorText" presStyleLbl="sibTrans2D1" presStyleIdx="0" presStyleCnt="2"/>
      <dgm:spPr/>
      <dgm:t>
        <a:bodyPr/>
        <a:lstStyle/>
        <a:p>
          <a:endParaRPr lang="es-VE"/>
        </a:p>
      </dgm:t>
    </dgm:pt>
    <dgm:pt modelId="{D7B3A5E1-FA9E-4DBB-80A8-A630CC5E6B28}" type="pres">
      <dgm:prSet presAssocID="{C756DFB0-6037-4653-B864-421A69D7F7E9}" presName="node" presStyleLbl="node1" presStyleIdx="1" presStyleCnt="3" custLinFactNeighborX="4025" custLinFactNeighborY="-5057">
        <dgm:presLayoutVars>
          <dgm:bulletEnabled val="1"/>
        </dgm:presLayoutVars>
      </dgm:prSet>
      <dgm:spPr/>
      <dgm:t>
        <a:bodyPr/>
        <a:lstStyle/>
        <a:p>
          <a:endParaRPr lang="es-VE"/>
        </a:p>
      </dgm:t>
    </dgm:pt>
    <dgm:pt modelId="{C78AADED-C886-4583-BC4E-6A2C34A4E18F}" type="pres">
      <dgm:prSet presAssocID="{8DC70D48-BA6E-4A0E-824A-0A942CAA60A9}" presName="sibTrans" presStyleLbl="sibTrans2D1" presStyleIdx="1" presStyleCnt="2"/>
      <dgm:spPr/>
      <dgm:t>
        <a:bodyPr/>
        <a:lstStyle/>
        <a:p>
          <a:endParaRPr lang="es-VE"/>
        </a:p>
      </dgm:t>
    </dgm:pt>
    <dgm:pt modelId="{BBC47F1E-DEB9-4586-9385-27CF01B1B200}" type="pres">
      <dgm:prSet presAssocID="{8DC70D48-BA6E-4A0E-824A-0A942CAA60A9}" presName="connectorText" presStyleLbl="sibTrans2D1" presStyleIdx="1" presStyleCnt="2"/>
      <dgm:spPr/>
      <dgm:t>
        <a:bodyPr/>
        <a:lstStyle/>
        <a:p>
          <a:endParaRPr lang="es-VE"/>
        </a:p>
      </dgm:t>
    </dgm:pt>
    <dgm:pt modelId="{00FBD805-F315-4BD2-A77F-4539C28EF65B}" type="pres">
      <dgm:prSet presAssocID="{EC41315E-7BD3-480D-AFC9-E4946BCC6E2B}" presName="node" presStyleLbl="node1" presStyleIdx="2" presStyleCnt="3" custScaleX="116862">
        <dgm:presLayoutVars>
          <dgm:bulletEnabled val="1"/>
        </dgm:presLayoutVars>
      </dgm:prSet>
      <dgm:spPr/>
      <dgm:t>
        <a:bodyPr/>
        <a:lstStyle/>
        <a:p>
          <a:endParaRPr lang="es-VE"/>
        </a:p>
      </dgm:t>
    </dgm:pt>
  </dgm:ptLst>
  <dgm:cxnLst>
    <dgm:cxn modelId="{8371A945-B99D-4981-A8B3-DF8637776DF4}" srcId="{A6F5B4CA-C972-4085-A26A-84171FEE6E9F}" destId="{EC41315E-7BD3-480D-AFC9-E4946BCC6E2B}" srcOrd="2" destOrd="0" parTransId="{14EE71CA-3BCB-456E-B533-E619156170CC}" sibTransId="{DEE2BABA-4B16-40DA-83CA-A098DB91FF07}"/>
    <dgm:cxn modelId="{530E3984-0992-41AA-8B64-9348B678A0AB}" type="presOf" srcId="{8DC70D48-BA6E-4A0E-824A-0A942CAA60A9}" destId="{C78AADED-C886-4583-BC4E-6A2C34A4E18F}" srcOrd="0" destOrd="0" presId="urn:microsoft.com/office/officeart/2005/8/layout/process1"/>
    <dgm:cxn modelId="{80C6BB1A-5EA3-4C47-9C58-65CE56A28676}" type="presOf" srcId="{8DC70D48-BA6E-4A0E-824A-0A942CAA60A9}" destId="{BBC47F1E-DEB9-4586-9385-27CF01B1B200}" srcOrd="1" destOrd="0" presId="urn:microsoft.com/office/officeart/2005/8/layout/process1"/>
    <dgm:cxn modelId="{116A2477-2C8C-4242-B98D-D2D4A95F99A5}" type="presOf" srcId="{DD0539C8-DE1D-4536-908D-BAB8B19A0B77}" destId="{137D655F-525E-489C-AD14-822080B256F4}" srcOrd="0" destOrd="0" presId="urn:microsoft.com/office/officeart/2005/8/layout/process1"/>
    <dgm:cxn modelId="{9211603F-F656-4F12-A20C-71BDDF5E78D1}" type="presOf" srcId="{A6F5B4CA-C972-4085-A26A-84171FEE6E9F}" destId="{7D752012-4ED7-40BB-BF0D-8A86C86B5FEA}" srcOrd="0" destOrd="0" presId="urn:microsoft.com/office/officeart/2005/8/layout/process1"/>
    <dgm:cxn modelId="{0B16735A-8134-410C-9F43-3B62A07B1D02}" type="presOf" srcId="{DD0539C8-DE1D-4536-908D-BAB8B19A0B77}" destId="{70D1171E-4594-4296-A8E1-7CF54D036CC5}" srcOrd="1" destOrd="0" presId="urn:microsoft.com/office/officeart/2005/8/layout/process1"/>
    <dgm:cxn modelId="{356A46E0-CF3E-418F-961C-9023746A7015}" type="presOf" srcId="{0B4EC80B-DB55-407A-A110-5F85C5C49DA5}" destId="{FA2AF0DC-2618-4C0A-B19D-2D8EB70057CC}" srcOrd="0" destOrd="0" presId="urn:microsoft.com/office/officeart/2005/8/layout/process1"/>
    <dgm:cxn modelId="{BD8C1EB9-45AB-498A-A822-EAE3465E6AD8}" srcId="{A6F5B4CA-C972-4085-A26A-84171FEE6E9F}" destId="{C756DFB0-6037-4653-B864-421A69D7F7E9}" srcOrd="1" destOrd="0" parTransId="{9F62C640-DEC2-4FC2-A883-8E53EA32947A}" sibTransId="{8DC70D48-BA6E-4A0E-824A-0A942CAA60A9}"/>
    <dgm:cxn modelId="{453347F1-FF2E-4B6D-9529-621F7FEC4DF0}" srcId="{A6F5B4CA-C972-4085-A26A-84171FEE6E9F}" destId="{0B4EC80B-DB55-407A-A110-5F85C5C49DA5}" srcOrd="0" destOrd="0" parTransId="{1C7DF3D0-9D9C-40ED-95D9-95C6F1E2BAAD}" sibTransId="{DD0539C8-DE1D-4536-908D-BAB8B19A0B77}"/>
    <dgm:cxn modelId="{B02DE1A4-41B3-47CA-94A0-9B22DB09C6BE}" type="presOf" srcId="{EC41315E-7BD3-480D-AFC9-E4946BCC6E2B}" destId="{00FBD805-F315-4BD2-A77F-4539C28EF65B}" srcOrd="0" destOrd="0" presId="urn:microsoft.com/office/officeart/2005/8/layout/process1"/>
    <dgm:cxn modelId="{D2A123E2-F017-4136-B3EA-E219DC474E66}" type="presOf" srcId="{C756DFB0-6037-4653-B864-421A69D7F7E9}" destId="{D7B3A5E1-FA9E-4DBB-80A8-A630CC5E6B28}" srcOrd="0" destOrd="0" presId="urn:microsoft.com/office/officeart/2005/8/layout/process1"/>
    <dgm:cxn modelId="{46A4AFE5-79DC-4FF2-A673-6E0DFAC5475A}" type="presParOf" srcId="{7D752012-4ED7-40BB-BF0D-8A86C86B5FEA}" destId="{FA2AF0DC-2618-4C0A-B19D-2D8EB70057CC}" srcOrd="0" destOrd="0" presId="urn:microsoft.com/office/officeart/2005/8/layout/process1"/>
    <dgm:cxn modelId="{20BB1ACE-CD96-4EDB-A925-20A1957AFFE0}" type="presParOf" srcId="{7D752012-4ED7-40BB-BF0D-8A86C86B5FEA}" destId="{137D655F-525E-489C-AD14-822080B256F4}" srcOrd="1" destOrd="0" presId="urn:microsoft.com/office/officeart/2005/8/layout/process1"/>
    <dgm:cxn modelId="{94A211ED-D231-4DE3-9A46-279465CD10F0}" type="presParOf" srcId="{137D655F-525E-489C-AD14-822080B256F4}" destId="{70D1171E-4594-4296-A8E1-7CF54D036CC5}" srcOrd="0" destOrd="0" presId="urn:microsoft.com/office/officeart/2005/8/layout/process1"/>
    <dgm:cxn modelId="{DD93BABB-DFC9-4CBA-BDE3-0DB56735CA2A}" type="presParOf" srcId="{7D752012-4ED7-40BB-BF0D-8A86C86B5FEA}" destId="{D7B3A5E1-FA9E-4DBB-80A8-A630CC5E6B28}" srcOrd="2" destOrd="0" presId="urn:microsoft.com/office/officeart/2005/8/layout/process1"/>
    <dgm:cxn modelId="{0B3BFDBF-76CB-4DA3-8595-85DA907BDC98}" type="presParOf" srcId="{7D752012-4ED7-40BB-BF0D-8A86C86B5FEA}" destId="{C78AADED-C886-4583-BC4E-6A2C34A4E18F}" srcOrd="3" destOrd="0" presId="urn:microsoft.com/office/officeart/2005/8/layout/process1"/>
    <dgm:cxn modelId="{64F8FE76-FF69-47C3-828C-67BF93F3FE4F}" type="presParOf" srcId="{C78AADED-C886-4583-BC4E-6A2C34A4E18F}" destId="{BBC47F1E-DEB9-4586-9385-27CF01B1B200}" srcOrd="0" destOrd="0" presId="urn:microsoft.com/office/officeart/2005/8/layout/process1"/>
    <dgm:cxn modelId="{24330CAC-C110-413C-BD1D-1C770DCE546B}" type="presParOf" srcId="{7D752012-4ED7-40BB-BF0D-8A86C86B5FEA}" destId="{00FBD805-F315-4BD2-A77F-4539C28EF65B}" srcOrd="4" destOrd="0" presId="urn:microsoft.com/office/officeart/2005/8/layout/process1"/>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DE6CFAC-5F44-44F7-B317-984ED53E6BA4}" type="doc">
      <dgm:prSet loTypeId="urn:microsoft.com/office/officeart/2005/8/layout/process1" loCatId="process" qsTypeId="urn:microsoft.com/office/officeart/2005/8/quickstyle/simple1" qsCatId="simple" csTypeId="urn:microsoft.com/office/officeart/2005/8/colors/accent1_2" csCatId="accent1" phldr="1"/>
      <dgm:spPr/>
    </dgm:pt>
    <dgm:pt modelId="{BC8601FA-03A9-48D3-9A1E-F6C5E2330911}">
      <dgm:prSet phldrT="[Texto]" custT="1"/>
      <dgm:spPr/>
      <dgm:t>
        <a:bodyPr/>
        <a:lstStyle/>
        <a:p>
          <a:r>
            <a:rPr lang="es-VE" sz="1400" b="1" dirty="0" smtClean="0">
              <a:solidFill>
                <a:schemeClr val="tx1"/>
              </a:solidFill>
            </a:rPr>
            <a:t>Clientes: Actividad económica, Información financiera como ingresos, egresos y patrimonio e información transaccional como frecuencia y volumen de estas.</a:t>
          </a:r>
          <a:endParaRPr lang="es-VE" sz="1400" b="1" dirty="0">
            <a:solidFill>
              <a:schemeClr val="tx1"/>
            </a:solidFill>
          </a:endParaRPr>
        </a:p>
      </dgm:t>
    </dgm:pt>
    <dgm:pt modelId="{F17C2A12-B842-47A5-8BD8-D5E3C7C1F7DC}" type="parTrans" cxnId="{E7EACAD1-69D8-4373-9232-E0D57F3EA4CF}">
      <dgm:prSet/>
      <dgm:spPr/>
      <dgm:t>
        <a:bodyPr/>
        <a:lstStyle/>
        <a:p>
          <a:endParaRPr lang="es-VE"/>
        </a:p>
      </dgm:t>
    </dgm:pt>
    <dgm:pt modelId="{F2D2E10F-E519-4B2B-986E-303EF72B5CE6}" type="sibTrans" cxnId="{E7EACAD1-69D8-4373-9232-E0D57F3EA4CF}">
      <dgm:prSet/>
      <dgm:spPr/>
      <dgm:t>
        <a:bodyPr/>
        <a:lstStyle/>
        <a:p>
          <a:endParaRPr lang="es-VE" dirty="0"/>
        </a:p>
      </dgm:t>
    </dgm:pt>
    <dgm:pt modelId="{07794344-06B8-4D18-9790-9FCE0E9675C1}">
      <dgm:prSet phldrT="[Texto]" custT="1"/>
      <dgm:spPr/>
      <dgm:t>
        <a:bodyPr/>
        <a:lstStyle/>
        <a:p>
          <a:r>
            <a:rPr lang="es-VE" sz="1400" b="1" dirty="0" smtClean="0">
              <a:solidFill>
                <a:schemeClr val="tx1"/>
              </a:solidFill>
            </a:rPr>
            <a:t>Productos:         Características, Sector del mercado, Destinatarios</a:t>
          </a:r>
          <a:endParaRPr lang="es-VE" sz="1400" b="1" dirty="0">
            <a:solidFill>
              <a:schemeClr val="tx1"/>
            </a:solidFill>
          </a:endParaRPr>
        </a:p>
      </dgm:t>
    </dgm:pt>
    <dgm:pt modelId="{9DB7836A-691F-4F08-83E9-8A7609CB40B3}" type="parTrans" cxnId="{29EF6380-1EC1-493E-85D8-9E2CCDE93844}">
      <dgm:prSet/>
      <dgm:spPr/>
      <dgm:t>
        <a:bodyPr/>
        <a:lstStyle/>
        <a:p>
          <a:endParaRPr lang="es-VE"/>
        </a:p>
      </dgm:t>
    </dgm:pt>
    <dgm:pt modelId="{B3C5EF4D-567E-42AE-9F7C-D9031FF1F870}" type="sibTrans" cxnId="{29EF6380-1EC1-493E-85D8-9E2CCDE93844}">
      <dgm:prSet/>
      <dgm:spPr/>
      <dgm:t>
        <a:bodyPr/>
        <a:lstStyle/>
        <a:p>
          <a:endParaRPr lang="es-VE" dirty="0"/>
        </a:p>
      </dgm:t>
    </dgm:pt>
    <dgm:pt modelId="{BD60B7D4-581D-41EC-82E5-4ED98BFA8E80}">
      <dgm:prSet phldrT="[Texto]" custT="1"/>
      <dgm:spPr/>
      <dgm:t>
        <a:bodyPr/>
        <a:lstStyle/>
        <a:p>
          <a:r>
            <a:rPr lang="es-VE" sz="1400" b="1" dirty="0" smtClean="0">
              <a:solidFill>
                <a:schemeClr val="tx1"/>
              </a:solidFill>
            </a:rPr>
            <a:t>Canales:          Naturaleza  y Características</a:t>
          </a:r>
          <a:r>
            <a:rPr lang="es-VE" sz="900" dirty="0" smtClean="0">
              <a:solidFill>
                <a:schemeClr val="tx1"/>
              </a:solidFill>
            </a:rPr>
            <a:t>. </a:t>
          </a:r>
          <a:endParaRPr lang="es-VE" sz="900" dirty="0">
            <a:solidFill>
              <a:schemeClr val="tx1"/>
            </a:solidFill>
          </a:endParaRPr>
        </a:p>
      </dgm:t>
    </dgm:pt>
    <dgm:pt modelId="{249DBECD-0618-4D54-B2D6-68A383837D15}" type="parTrans" cxnId="{58573BD2-BF44-4EE4-93C7-2C7A35BFAA97}">
      <dgm:prSet/>
      <dgm:spPr/>
      <dgm:t>
        <a:bodyPr/>
        <a:lstStyle/>
        <a:p>
          <a:endParaRPr lang="es-VE"/>
        </a:p>
      </dgm:t>
    </dgm:pt>
    <dgm:pt modelId="{50F2DEB7-4AAE-4C1C-8437-6E7A559465ED}" type="sibTrans" cxnId="{58573BD2-BF44-4EE4-93C7-2C7A35BFAA97}">
      <dgm:prSet/>
      <dgm:spPr/>
      <dgm:t>
        <a:bodyPr/>
        <a:lstStyle/>
        <a:p>
          <a:endParaRPr lang="es-VE" dirty="0"/>
        </a:p>
      </dgm:t>
    </dgm:pt>
    <dgm:pt modelId="{46A198D8-A2E7-4A84-A152-922ED55AE712}">
      <dgm:prSet phldrT="[Texto]" custT="1"/>
      <dgm:spPr/>
      <dgm:t>
        <a:bodyPr/>
        <a:lstStyle/>
        <a:p>
          <a:r>
            <a:rPr lang="es-VE" sz="1400" b="1" dirty="0" smtClean="0">
              <a:solidFill>
                <a:schemeClr val="tx1"/>
              </a:solidFill>
            </a:rPr>
            <a:t>Zona Geográficas:    Ubicación y Características</a:t>
          </a:r>
          <a:r>
            <a:rPr lang="es-VE" sz="1400" b="0" dirty="0" smtClean="0">
              <a:solidFill>
                <a:schemeClr val="tx1"/>
              </a:solidFill>
            </a:rPr>
            <a:t>.</a:t>
          </a:r>
          <a:endParaRPr lang="es-VE" sz="1400" b="0" dirty="0">
            <a:solidFill>
              <a:schemeClr val="tx1"/>
            </a:solidFill>
          </a:endParaRPr>
        </a:p>
      </dgm:t>
    </dgm:pt>
    <dgm:pt modelId="{CD776F06-E38D-4A4F-9C4D-224FF1E0DEC5}" type="parTrans" cxnId="{575F0DEA-8D69-433F-9A6E-78E022636B4F}">
      <dgm:prSet/>
      <dgm:spPr/>
      <dgm:t>
        <a:bodyPr/>
        <a:lstStyle/>
        <a:p>
          <a:endParaRPr lang="es-VE"/>
        </a:p>
      </dgm:t>
    </dgm:pt>
    <dgm:pt modelId="{B7836E8E-BCC9-4317-978B-C9F0E46EE350}" type="sibTrans" cxnId="{575F0DEA-8D69-433F-9A6E-78E022636B4F}">
      <dgm:prSet/>
      <dgm:spPr/>
      <dgm:t>
        <a:bodyPr/>
        <a:lstStyle/>
        <a:p>
          <a:endParaRPr lang="es-VE"/>
        </a:p>
      </dgm:t>
    </dgm:pt>
    <dgm:pt modelId="{6A30152E-B9A9-49F3-8229-576D9BD5D205}" type="pres">
      <dgm:prSet presAssocID="{0DE6CFAC-5F44-44F7-B317-984ED53E6BA4}" presName="Name0" presStyleCnt="0">
        <dgm:presLayoutVars>
          <dgm:dir/>
          <dgm:resizeHandles val="exact"/>
        </dgm:presLayoutVars>
      </dgm:prSet>
      <dgm:spPr/>
    </dgm:pt>
    <dgm:pt modelId="{7454B13A-BE19-416E-978C-05936D695B81}" type="pres">
      <dgm:prSet presAssocID="{BC8601FA-03A9-48D3-9A1E-F6C5E2330911}" presName="node" presStyleLbl="node1" presStyleIdx="0" presStyleCnt="4" custScaleX="143748" custScaleY="247616">
        <dgm:presLayoutVars>
          <dgm:bulletEnabled val="1"/>
        </dgm:presLayoutVars>
      </dgm:prSet>
      <dgm:spPr/>
      <dgm:t>
        <a:bodyPr/>
        <a:lstStyle/>
        <a:p>
          <a:endParaRPr lang="es-VE"/>
        </a:p>
      </dgm:t>
    </dgm:pt>
    <dgm:pt modelId="{78D72899-9A2F-4A98-9B67-944DE9AF07D8}" type="pres">
      <dgm:prSet presAssocID="{F2D2E10F-E519-4B2B-986E-303EF72B5CE6}" presName="sibTrans" presStyleLbl="sibTrans2D1" presStyleIdx="0" presStyleCnt="3"/>
      <dgm:spPr/>
      <dgm:t>
        <a:bodyPr/>
        <a:lstStyle/>
        <a:p>
          <a:endParaRPr lang="es-VE"/>
        </a:p>
      </dgm:t>
    </dgm:pt>
    <dgm:pt modelId="{2E54F376-B4C4-491E-A285-1E684F56507A}" type="pres">
      <dgm:prSet presAssocID="{F2D2E10F-E519-4B2B-986E-303EF72B5CE6}" presName="connectorText" presStyleLbl="sibTrans2D1" presStyleIdx="0" presStyleCnt="3"/>
      <dgm:spPr/>
      <dgm:t>
        <a:bodyPr/>
        <a:lstStyle/>
        <a:p>
          <a:endParaRPr lang="es-VE"/>
        </a:p>
      </dgm:t>
    </dgm:pt>
    <dgm:pt modelId="{0D75B337-C41E-4F2F-ABAD-2E1A853F49A6}" type="pres">
      <dgm:prSet presAssocID="{07794344-06B8-4D18-9790-9FCE0E9675C1}" presName="node" presStyleLbl="node1" presStyleIdx="1" presStyleCnt="4" custScaleX="112011" custScaleY="247616" custLinFactNeighborX="-3424" custLinFactNeighborY="-51671">
        <dgm:presLayoutVars>
          <dgm:bulletEnabled val="1"/>
        </dgm:presLayoutVars>
      </dgm:prSet>
      <dgm:spPr/>
      <dgm:t>
        <a:bodyPr/>
        <a:lstStyle/>
        <a:p>
          <a:endParaRPr lang="es-VE"/>
        </a:p>
      </dgm:t>
    </dgm:pt>
    <dgm:pt modelId="{76818BD2-8E66-432B-AAA3-C1745FFBB35F}" type="pres">
      <dgm:prSet presAssocID="{B3C5EF4D-567E-42AE-9F7C-D9031FF1F870}" presName="sibTrans" presStyleLbl="sibTrans2D1" presStyleIdx="1" presStyleCnt="3"/>
      <dgm:spPr/>
      <dgm:t>
        <a:bodyPr/>
        <a:lstStyle/>
        <a:p>
          <a:endParaRPr lang="es-VE"/>
        </a:p>
      </dgm:t>
    </dgm:pt>
    <dgm:pt modelId="{DB762F38-36C4-45C3-86BB-73C0F190D971}" type="pres">
      <dgm:prSet presAssocID="{B3C5EF4D-567E-42AE-9F7C-D9031FF1F870}" presName="connectorText" presStyleLbl="sibTrans2D1" presStyleIdx="1" presStyleCnt="3"/>
      <dgm:spPr/>
      <dgm:t>
        <a:bodyPr/>
        <a:lstStyle/>
        <a:p>
          <a:endParaRPr lang="es-VE"/>
        </a:p>
      </dgm:t>
    </dgm:pt>
    <dgm:pt modelId="{09203AF5-3C17-4644-8268-D26862EE8E64}" type="pres">
      <dgm:prSet presAssocID="{BD60B7D4-581D-41EC-82E5-4ED98BFA8E80}" presName="node" presStyleLbl="node1" presStyleIdx="2" presStyleCnt="4" custScaleY="247616">
        <dgm:presLayoutVars>
          <dgm:bulletEnabled val="1"/>
        </dgm:presLayoutVars>
      </dgm:prSet>
      <dgm:spPr/>
      <dgm:t>
        <a:bodyPr/>
        <a:lstStyle/>
        <a:p>
          <a:endParaRPr lang="es-VE"/>
        </a:p>
      </dgm:t>
    </dgm:pt>
    <dgm:pt modelId="{284A26B5-BE7B-46A5-882B-719A80B91C17}" type="pres">
      <dgm:prSet presAssocID="{50F2DEB7-4AAE-4C1C-8437-6E7A559465ED}" presName="sibTrans" presStyleLbl="sibTrans2D1" presStyleIdx="2" presStyleCnt="3"/>
      <dgm:spPr/>
      <dgm:t>
        <a:bodyPr/>
        <a:lstStyle/>
        <a:p>
          <a:endParaRPr lang="es-VE"/>
        </a:p>
      </dgm:t>
    </dgm:pt>
    <dgm:pt modelId="{A3039BA2-473A-43C7-97EB-AD6C5D60AD9E}" type="pres">
      <dgm:prSet presAssocID="{50F2DEB7-4AAE-4C1C-8437-6E7A559465ED}" presName="connectorText" presStyleLbl="sibTrans2D1" presStyleIdx="2" presStyleCnt="3"/>
      <dgm:spPr/>
      <dgm:t>
        <a:bodyPr/>
        <a:lstStyle/>
        <a:p>
          <a:endParaRPr lang="es-VE"/>
        </a:p>
      </dgm:t>
    </dgm:pt>
    <dgm:pt modelId="{9BDE91D4-42A9-4417-A956-5B73294F4620}" type="pres">
      <dgm:prSet presAssocID="{46A198D8-A2E7-4A84-A152-922ED55AE712}" presName="node" presStyleLbl="node1" presStyleIdx="3" presStyleCnt="4" custScaleY="247616">
        <dgm:presLayoutVars>
          <dgm:bulletEnabled val="1"/>
        </dgm:presLayoutVars>
      </dgm:prSet>
      <dgm:spPr/>
      <dgm:t>
        <a:bodyPr/>
        <a:lstStyle/>
        <a:p>
          <a:endParaRPr lang="es-VE"/>
        </a:p>
      </dgm:t>
    </dgm:pt>
  </dgm:ptLst>
  <dgm:cxnLst>
    <dgm:cxn modelId="{58573BD2-BF44-4EE4-93C7-2C7A35BFAA97}" srcId="{0DE6CFAC-5F44-44F7-B317-984ED53E6BA4}" destId="{BD60B7D4-581D-41EC-82E5-4ED98BFA8E80}" srcOrd="2" destOrd="0" parTransId="{249DBECD-0618-4D54-B2D6-68A383837D15}" sibTransId="{50F2DEB7-4AAE-4C1C-8437-6E7A559465ED}"/>
    <dgm:cxn modelId="{F3EC8BC3-5EF7-46EE-918C-373C7C40F96C}" type="presOf" srcId="{B3C5EF4D-567E-42AE-9F7C-D9031FF1F870}" destId="{DB762F38-36C4-45C3-86BB-73C0F190D971}" srcOrd="1" destOrd="0" presId="urn:microsoft.com/office/officeart/2005/8/layout/process1"/>
    <dgm:cxn modelId="{29EF6380-1EC1-493E-85D8-9E2CCDE93844}" srcId="{0DE6CFAC-5F44-44F7-B317-984ED53E6BA4}" destId="{07794344-06B8-4D18-9790-9FCE0E9675C1}" srcOrd="1" destOrd="0" parTransId="{9DB7836A-691F-4F08-83E9-8A7609CB40B3}" sibTransId="{B3C5EF4D-567E-42AE-9F7C-D9031FF1F870}"/>
    <dgm:cxn modelId="{E7EACAD1-69D8-4373-9232-E0D57F3EA4CF}" srcId="{0DE6CFAC-5F44-44F7-B317-984ED53E6BA4}" destId="{BC8601FA-03A9-48D3-9A1E-F6C5E2330911}" srcOrd="0" destOrd="0" parTransId="{F17C2A12-B842-47A5-8BD8-D5E3C7C1F7DC}" sibTransId="{F2D2E10F-E519-4B2B-986E-303EF72B5CE6}"/>
    <dgm:cxn modelId="{3142B368-D49E-4FBA-9149-B556D039ECF1}" type="presOf" srcId="{46A198D8-A2E7-4A84-A152-922ED55AE712}" destId="{9BDE91D4-42A9-4417-A956-5B73294F4620}" srcOrd="0" destOrd="0" presId="urn:microsoft.com/office/officeart/2005/8/layout/process1"/>
    <dgm:cxn modelId="{2A562A7D-1123-49CF-A875-D19EB7F25A5A}" type="presOf" srcId="{50F2DEB7-4AAE-4C1C-8437-6E7A559465ED}" destId="{A3039BA2-473A-43C7-97EB-AD6C5D60AD9E}" srcOrd="1" destOrd="0" presId="urn:microsoft.com/office/officeart/2005/8/layout/process1"/>
    <dgm:cxn modelId="{42554E61-1A4A-4909-9B51-A341DEA130D9}" type="presOf" srcId="{BD60B7D4-581D-41EC-82E5-4ED98BFA8E80}" destId="{09203AF5-3C17-4644-8268-D26862EE8E64}" srcOrd="0" destOrd="0" presId="urn:microsoft.com/office/officeart/2005/8/layout/process1"/>
    <dgm:cxn modelId="{557E78EA-15EC-46CE-8819-59FFB34D36A2}" type="presOf" srcId="{50F2DEB7-4AAE-4C1C-8437-6E7A559465ED}" destId="{284A26B5-BE7B-46A5-882B-719A80B91C17}" srcOrd="0" destOrd="0" presId="urn:microsoft.com/office/officeart/2005/8/layout/process1"/>
    <dgm:cxn modelId="{93A013AE-1E20-47ED-A2C0-4BEE2E217A2A}" type="presOf" srcId="{F2D2E10F-E519-4B2B-986E-303EF72B5CE6}" destId="{2E54F376-B4C4-491E-A285-1E684F56507A}" srcOrd="1" destOrd="0" presId="urn:microsoft.com/office/officeart/2005/8/layout/process1"/>
    <dgm:cxn modelId="{575F0DEA-8D69-433F-9A6E-78E022636B4F}" srcId="{0DE6CFAC-5F44-44F7-B317-984ED53E6BA4}" destId="{46A198D8-A2E7-4A84-A152-922ED55AE712}" srcOrd="3" destOrd="0" parTransId="{CD776F06-E38D-4A4F-9C4D-224FF1E0DEC5}" sibTransId="{B7836E8E-BCC9-4317-978B-C9F0E46EE350}"/>
    <dgm:cxn modelId="{F95DE91F-4D83-4F22-A9B7-4F0BEC5E4E4C}" type="presOf" srcId="{F2D2E10F-E519-4B2B-986E-303EF72B5CE6}" destId="{78D72899-9A2F-4A98-9B67-944DE9AF07D8}" srcOrd="0" destOrd="0" presId="urn:microsoft.com/office/officeart/2005/8/layout/process1"/>
    <dgm:cxn modelId="{B83D6BF7-1BB7-4A4F-AAE3-926A9DB33DD9}" type="presOf" srcId="{B3C5EF4D-567E-42AE-9F7C-D9031FF1F870}" destId="{76818BD2-8E66-432B-AAA3-C1745FFBB35F}" srcOrd="0" destOrd="0" presId="urn:microsoft.com/office/officeart/2005/8/layout/process1"/>
    <dgm:cxn modelId="{EA3D6BBA-0351-41DA-9E4F-D314FF18ED9E}" type="presOf" srcId="{BC8601FA-03A9-48D3-9A1E-F6C5E2330911}" destId="{7454B13A-BE19-416E-978C-05936D695B81}" srcOrd="0" destOrd="0" presId="urn:microsoft.com/office/officeart/2005/8/layout/process1"/>
    <dgm:cxn modelId="{42A1C016-8E2F-406A-99EB-86EEDB9EEEB4}" type="presOf" srcId="{07794344-06B8-4D18-9790-9FCE0E9675C1}" destId="{0D75B337-C41E-4F2F-ABAD-2E1A853F49A6}" srcOrd="0" destOrd="0" presId="urn:microsoft.com/office/officeart/2005/8/layout/process1"/>
    <dgm:cxn modelId="{52D7C1DC-2AC3-4038-91B5-A0F2A33178ED}" type="presOf" srcId="{0DE6CFAC-5F44-44F7-B317-984ED53E6BA4}" destId="{6A30152E-B9A9-49F3-8229-576D9BD5D205}" srcOrd="0" destOrd="0" presId="urn:microsoft.com/office/officeart/2005/8/layout/process1"/>
    <dgm:cxn modelId="{913C0D11-B16A-4842-B78D-74970DFB45BA}" type="presParOf" srcId="{6A30152E-B9A9-49F3-8229-576D9BD5D205}" destId="{7454B13A-BE19-416E-978C-05936D695B81}" srcOrd="0" destOrd="0" presId="urn:microsoft.com/office/officeart/2005/8/layout/process1"/>
    <dgm:cxn modelId="{A8BDCBCA-B81D-4C43-A71C-03558CF4D9F0}" type="presParOf" srcId="{6A30152E-B9A9-49F3-8229-576D9BD5D205}" destId="{78D72899-9A2F-4A98-9B67-944DE9AF07D8}" srcOrd="1" destOrd="0" presId="urn:microsoft.com/office/officeart/2005/8/layout/process1"/>
    <dgm:cxn modelId="{F890F1BA-4091-4476-A30A-551A3E87E77A}" type="presParOf" srcId="{78D72899-9A2F-4A98-9B67-944DE9AF07D8}" destId="{2E54F376-B4C4-491E-A285-1E684F56507A}" srcOrd="0" destOrd="0" presId="urn:microsoft.com/office/officeart/2005/8/layout/process1"/>
    <dgm:cxn modelId="{FB5E709E-2563-4E27-A96B-634019FE2CFC}" type="presParOf" srcId="{6A30152E-B9A9-49F3-8229-576D9BD5D205}" destId="{0D75B337-C41E-4F2F-ABAD-2E1A853F49A6}" srcOrd="2" destOrd="0" presId="urn:microsoft.com/office/officeart/2005/8/layout/process1"/>
    <dgm:cxn modelId="{619FE82A-28B6-4259-B170-B17F495B6C99}" type="presParOf" srcId="{6A30152E-B9A9-49F3-8229-576D9BD5D205}" destId="{76818BD2-8E66-432B-AAA3-C1745FFBB35F}" srcOrd="3" destOrd="0" presId="urn:microsoft.com/office/officeart/2005/8/layout/process1"/>
    <dgm:cxn modelId="{36F3A9AB-AECF-4A19-BB1B-4D864F4C013D}" type="presParOf" srcId="{76818BD2-8E66-432B-AAA3-C1745FFBB35F}" destId="{DB762F38-36C4-45C3-86BB-73C0F190D971}" srcOrd="0" destOrd="0" presId="urn:microsoft.com/office/officeart/2005/8/layout/process1"/>
    <dgm:cxn modelId="{FEDF8144-3296-40C4-BC84-55857D7F3FD1}" type="presParOf" srcId="{6A30152E-B9A9-49F3-8229-576D9BD5D205}" destId="{09203AF5-3C17-4644-8268-D26862EE8E64}" srcOrd="4" destOrd="0" presId="urn:microsoft.com/office/officeart/2005/8/layout/process1"/>
    <dgm:cxn modelId="{827A73AC-FC6F-435C-B211-1694A241CBD9}" type="presParOf" srcId="{6A30152E-B9A9-49F3-8229-576D9BD5D205}" destId="{284A26B5-BE7B-46A5-882B-719A80B91C17}" srcOrd="5" destOrd="0" presId="urn:microsoft.com/office/officeart/2005/8/layout/process1"/>
    <dgm:cxn modelId="{8D8294E1-7590-4F18-A781-CF528F499F8B}" type="presParOf" srcId="{284A26B5-BE7B-46A5-882B-719A80B91C17}" destId="{A3039BA2-473A-43C7-97EB-AD6C5D60AD9E}" srcOrd="0" destOrd="0" presId="urn:microsoft.com/office/officeart/2005/8/layout/process1"/>
    <dgm:cxn modelId="{0021F578-0F9A-4087-B30F-0174D91AA284}" type="presParOf" srcId="{6A30152E-B9A9-49F3-8229-576D9BD5D205}" destId="{9BDE91D4-42A9-4417-A956-5B73294F4620}" srcOrd="6" destOrd="0" presId="urn:microsoft.com/office/officeart/2005/8/layout/process1"/>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123C1A5E-9023-4509-B493-FEF83EF954C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04BD0034-D893-488B-973F-F62C99F6AD20}" type="pres">
      <dgm:prSet presAssocID="{123C1A5E-9023-4509-B493-FEF83EF954C6}" presName="linear" presStyleCnt="0">
        <dgm:presLayoutVars>
          <dgm:animLvl val="lvl"/>
          <dgm:resizeHandles val="exact"/>
        </dgm:presLayoutVars>
      </dgm:prSet>
      <dgm:spPr/>
      <dgm:t>
        <a:bodyPr/>
        <a:lstStyle/>
        <a:p>
          <a:endParaRPr lang="es-VE"/>
        </a:p>
      </dgm:t>
    </dgm:pt>
  </dgm:ptLst>
  <dgm:cxnLst>
    <dgm:cxn modelId="{A71F216D-9414-4943-9AC4-1A499CA81746}" type="presOf" srcId="{123C1A5E-9023-4509-B493-FEF83EF954C6}" destId="{04BD0034-D893-488B-973F-F62C99F6AD20}" srcOrd="0"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2635C6C1-8A5D-415A-9EC8-1BCE662B5D0E}"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FBFBEE7D-528C-475A-B13E-402F21D0434E}">
      <dgm:prSet phldrT="[Texto]"/>
      <dgm:spPr/>
      <dgm:t>
        <a:bodyPr/>
        <a:lstStyle/>
        <a:p>
          <a:pPr algn="ctr"/>
          <a:r>
            <a:rPr lang="es-VE" b="1" dirty="0" smtClean="0">
              <a:solidFill>
                <a:schemeClr val="tx1"/>
              </a:solidFill>
            </a:rPr>
            <a:t>CAPITULO III</a:t>
          </a:r>
        </a:p>
        <a:p>
          <a:pPr algn="ctr"/>
          <a:r>
            <a:rPr lang="es-VE" b="1" dirty="0" smtClean="0">
              <a:solidFill>
                <a:schemeClr val="tx1"/>
              </a:solidFill>
            </a:rPr>
            <a:t>MEDICION O EVALUACION DE LOS RIESGOS, CONTROL Y MONITOREO</a:t>
          </a:r>
          <a:endParaRPr lang="es-VE" dirty="0">
            <a:solidFill>
              <a:schemeClr val="tx1"/>
            </a:solidFill>
          </a:endParaRPr>
        </a:p>
      </dgm:t>
    </dgm:pt>
    <dgm:pt modelId="{6F999A3B-2C64-489F-AF4B-F10CBDAB7CFA}" type="parTrans" cxnId="{113DE873-FBF5-4AA2-BE0B-FB3468F5773C}">
      <dgm:prSet/>
      <dgm:spPr/>
      <dgm:t>
        <a:bodyPr/>
        <a:lstStyle/>
        <a:p>
          <a:endParaRPr lang="es-VE"/>
        </a:p>
      </dgm:t>
    </dgm:pt>
    <dgm:pt modelId="{4083A18F-43E6-4B83-B1DD-2E6D19F46E60}" type="sibTrans" cxnId="{113DE873-FBF5-4AA2-BE0B-FB3468F5773C}">
      <dgm:prSet/>
      <dgm:spPr/>
      <dgm:t>
        <a:bodyPr/>
        <a:lstStyle/>
        <a:p>
          <a:endParaRPr lang="es-VE"/>
        </a:p>
      </dgm:t>
    </dgm:pt>
    <dgm:pt modelId="{F2CF5417-CF57-440A-B59C-697CE8DB4B17}" type="pres">
      <dgm:prSet presAssocID="{2635C6C1-8A5D-415A-9EC8-1BCE662B5D0E}" presName="linear" presStyleCnt="0">
        <dgm:presLayoutVars>
          <dgm:animLvl val="lvl"/>
          <dgm:resizeHandles val="exact"/>
        </dgm:presLayoutVars>
      </dgm:prSet>
      <dgm:spPr/>
      <dgm:t>
        <a:bodyPr/>
        <a:lstStyle/>
        <a:p>
          <a:endParaRPr lang="es-VE"/>
        </a:p>
      </dgm:t>
    </dgm:pt>
    <dgm:pt modelId="{7E1560F8-AB70-4DB6-A10F-3CEBDDDD96EE}" type="pres">
      <dgm:prSet presAssocID="{FBFBEE7D-528C-475A-B13E-402F21D0434E}" presName="parentText" presStyleLbl="node1" presStyleIdx="0" presStyleCnt="1">
        <dgm:presLayoutVars>
          <dgm:chMax val="0"/>
          <dgm:bulletEnabled val="1"/>
        </dgm:presLayoutVars>
      </dgm:prSet>
      <dgm:spPr/>
      <dgm:t>
        <a:bodyPr/>
        <a:lstStyle/>
        <a:p>
          <a:endParaRPr lang="es-VE"/>
        </a:p>
      </dgm:t>
    </dgm:pt>
  </dgm:ptLst>
  <dgm:cxnLst>
    <dgm:cxn modelId="{F229380D-719A-4984-80C2-FE8614D4DFE1}" type="presOf" srcId="{2635C6C1-8A5D-415A-9EC8-1BCE662B5D0E}" destId="{F2CF5417-CF57-440A-B59C-697CE8DB4B17}" srcOrd="0" destOrd="0" presId="urn:microsoft.com/office/officeart/2005/8/layout/vList2"/>
    <dgm:cxn modelId="{A0DAEE41-6489-4F05-93EE-2CB46614D7BC}" type="presOf" srcId="{FBFBEE7D-528C-475A-B13E-402F21D0434E}" destId="{7E1560F8-AB70-4DB6-A10F-3CEBDDDD96EE}" srcOrd="0" destOrd="0" presId="urn:microsoft.com/office/officeart/2005/8/layout/vList2"/>
    <dgm:cxn modelId="{113DE873-FBF5-4AA2-BE0B-FB3468F5773C}" srcId="{2635C6C1-8A5D-415A-9EC8-1BCE662B5D0E}" destId="{FBFBEE7D-528C-475A-B13E-402F21D0434E}" srcOrd="0" destOrd="0" parTransId="{6F999A3B-2C64-489F-AF4B-F10CBDAB7CFA}" sibTransId="{4083A18F-43E6-4B83-B1DD-2E6D19F46E60}"/>
    <dgm:cxn modelId="{21300CD3-4298-4CEC-AA2F-F88CABFBD30C}" type="presParOf" srcId="{F2CF5417-CF57-440A-B59C-697CE8DB4B17}" destId="{7E1560F8-AB70-4DB6-A10F-3CEBDDDD96EE}" srcOrd="0" destOrd="0" presId="urn:microsoft.com/office/officeart/2005/8/layout/vList2"/>
  </dgm:cxnLst>
  <dgm:bg/>
  <dgm:whole/>
  <dgm:extLst>
    <a:ext uri="http://schemas.microsoft.com/office/drawing/2008/diagram">
      <dsp:dataModelExt xmlns:dsp="http://schemas.microsoft.com/office/drawing/2008/diagram" xmlns="" relId="rId14"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785467C2-23BD-438A-8343-A6D69892921C}" type="doc">
      <dgm:prSet loTypeId="urn:microsoft.com/office/officeart/2005/8/layout/process1" loCatId="process" qsTypeId="urn:microsoft.com/office/officeart/2005/8/quickstyle/simple1" qsCatId="simple" csTypeId="urn:microsoft.com/office/officeart/2005/8/colors/accent1_2" csCatId="accent1" phldr="1"/>
      <dgm:spPr/>
    </dgm:pt>
    <dgm:pt modelId="{45344219-7D87-40CE-B405-5A2ACD650394}">
      <dgm:prSet phldrT="[Texto]"/>
      <dgm:spPr/>
      <dgm:t>
        <a:bodyPr/>
        <a:lstStyle/>
        <a:p>
          <a:r>
            <a:rPr lang="es-VE" b="1" dirty="0" smtClean="0">
              <a:solidFill>
                <a:schemeClr val="tx1"/>
              </a:solidFill>
            </a:rPr>
            <a:t>PROBABILIDAD</a:t>
          </a:r>
          <a:endParaRPr lang="es-VE" b="1" dirty="0">
            <a:solidFill>
              <a:schemeClr val="tx1"/>
            </a:solidFill>
          </a:endParaRPr>
        </a:p>
      </dgm:t>
    </dgm:pt>
    <dgm:pt modelId="{6A13D284-B22B-4636-8A40-CC1EFF8140F2}" type="parTrans" cxnId="{A50A161E-144F-4088-B53A-EF1DAB79DF42}">
      <dgm:prSet/>
      <dgm:spPr/>
      <dgm:t>
        <a:bodyPr/>
        <a:lstStyle/>
        <a:p>
          <a:endParaRPr lang="es-VE"/>
        </a:p>
      </dgm:t>
    </dgm:pt>
    <dgm:pt modelId="{DCFC86EC-4581-447F-8F6B-6E07BC55F443}" type="sibTrans" cxnId="{A50A161E-144F-4088-B53A-EF1DAB79DF42}">
      <dgm:prSet/>
      <dgm:spPr/>
      <dgm:t>
        <a:bodyPr/>
        <a:lstStyle/>
        <a:p>
          <a:endParaRPr lang="es-VE" dirty="0"/>
        </a:p>
      </dgm:t>
    </dgm:pt>
    <dgm:pt modelId="{ABABC2B8-B8BD-43DA-AB08-3B71E4C88A28}">
      <dgm:prSet phldrT="[Texto]"/>
      <dgm:spPr/>
      <dgm:t>
        <a:bodyPr/>
        <a:lstStyle/>
        <a:p>
          <a:r>
            <a:rPr lang="es-VE" b="1" dirty="0" smtClean="0">
              <a:solidFill>
                <a:schemeClr val="tx1"/>
              </a:solidFill>
            </a:rPr>
            <a:t>Nivel A: </a:t>
          </a:r>
          <a:r>
            <a:rPr lang="es-VE" dirty="0" smtClean="0">
              <a:solidFill>
                <a:schemeClr val="tx1"/>
              </a:solidFill>
            </a:rPr>
            <a:t>Alta probabilidad de ocurrencia.            </a:t>
          </a:r>
          <a:r>
            <a:rPr lang="es-VE" b="1" dirty="0" smtClean="0">
              <a:solidFill>
                <a:schemeClr val="tx1"/>
              </a:solidFill>
            </a:rPr>
            <a:t>Nivel B: </a:t>
          </a:r>
          <a:r>
            <a:rPr lang="es-VE" dirty="0" smtClean="0">
              <a:solidFill>
                <a:schemeClr val="tx1"/>
              </a:solidFill>
            </a:rPr>
            <a:t>Media probabilidad de ocurrencia            .</a:t>
          </a:r>
          <a:r>
            <a:rPr lang="es-VE" b="1" dirty="0" smtClean="0">
              <a:solidFill>
                <a:schemeClr val="tx1"/>
              </a:solidFill>
            </a:rPr>
            <a:t>Nivel C: </a:t>
          </a:r>
          <a:r>
            <a:rPr lang="es-VE" dirty="0" smtClean="0">
              <a:solidFill>
                <a:schemeClr val="tx1"/>
              </a:solidFill>
            </a:rPr>
            <a:t>Baja probabilidad de ocurrencia.</a:t>
          </a:r>
          <a:endParaRPr lang="es-VE" dirty="0">
            <a:solidFill>
              <a:schemeClr val="tx1"/>
            </a:solidFill>
          </a:endParaRPr>
        </a:p>
      </dgm:t>
    </dgm:pt>
    <dgm:pt modelId="{D441085E-D172-4C0F-920D-F7F4E7DF587C}" type="parTrans" cxnId="{47468EA0-B014-492A-885C-A12B24ACC375}">
      <dgm:prSet/>
      <dgm:spPr/>
      <dgm:t>
        <a:bodyPr/>
        <a:lstStyle/>
        <a:p>
          <a:endParaRPr lang="es-VE"/>
        </a:p>
      </dgm:t>
    </dgm:pt>
    <dgm:pt modelId="{CAEA4ABC-B2AD-4BA8-B433-E35F15B12F15}" type="sibTrans" cxnId="{47468EA0-B014-492A-885C-A12B24ACC375}">
      <dgm:prSet/>
      <dgm:spPr/>
      <dgm:t>
        <a:bodyPr/>
        <a:lstStyle/>
        <a:p>
          <a:endParaRPr lang="es-VE" dirty="0"/>
        </a:p>
      </dgm:t>
    </dgm:pt>
    <dgm:pt modelId="{674F9F8A-6206-4749-8A20-33511665BDB2}">
      <dgm:prSet phldrT="[Texto]"/>
      <dgm:spPr/>
      <dgm:t>
        <a:bodyPr/>
        <a:lstStyle/>
        <a:p>
          <a:r>
            <a:rPr lang="es-VE" b="1" dirty="0" smtClean="0">
              <a:solidFill>
                <a:schemeClr val="tx1"/>
              </a:solidFill>
            </a:rPr>
            <a:t>1.- Experiencia.       2.- Opinión de expertos.                 3.- Historial de eventos anteriores.   4.-Información publicada por organismos públicos nacionales e internacionales</a:t>
          </a:r>
          <a:endParaRPr lang="es-VE" b="1" dirty="0">
            <a:solidFill>
              <a:schemeClr val="tx1"/>
            </a:solidFill>
          </a:endParaRPr>
        </a:p>
      </dgm:t>
    </dgm:pt>
    <dgm:pt modelId="{5056C548-AAB7-4657-8E43-F7BDC63AA37E}" type="parTrans" cxnId="{4C51C372-52ED-47EC-BF8B-9B971E212157}">
      <dgm:prSet/>
      <dgm:spPr/>
      <dgm:t>
        <a:bodyPr/>
        <a:lstStyle/>
        <a:p>
          <a:endParaRPr lang="es-VE"/>
        </a:p>
      </dgm:t>
    </dgm:pt>
    <dgm:pt modelId="{8EB17975-6E22-4CAE-806C-23B0A371B306}" type="sibTrans" cxnId="{4C51C372-52ED-47EC-BF8B-9B971E212157}">
      <dgm:prSet/>
      <dgm:spPr/>
      <dgm:t>
        <a:bodyPr/>
        <a:lstStyle/>
        <a:p>
          <a:endParaRPr lang="es-VE"/>
        </a:p>
      </dgm:t>
    </dgm:pt>
    <dgm:pt modelId="{558617E5-A881-4C17-8DE1-5D57754FEA61}" type="pres">
      <dgm:prSet presAssocID="{785467C2-23BD-438A-8343-A6D69892921C}" presName="Name0" presStyleCnt="0">
        <dgm:presLayoutVars>
          <dgm:dir/>
          <dgm:resizeHandles val="exact"/>
        </dgm:presLayoutVars>
      </dgm:prSet>
      <dgm:spPr/>
    </dgm:pt>
    <dgm:pt modelId="{CE8541FF-1504-406F-8E18-D9F9D17A45B3}" type="pres">
      <dgm:prSet presAssocID="{45344219-7D87-40CE-B405-5A2ACD650394}" presName="node" presStyleLbl="node1" presStyleIdx="0" presStyleCnt="3" custScaleX="68551" custScaleY="100866">
        <dgm:presLayoutVars>
          <dgm:bulletEnabled val="1"/>
        </dgm:presLayoutVars>
      </dgm:prSet>
      <dgm:spPr/>
      <dgm:t>
        <a:bodyPr/>
        <a:lstStyle/>
        <a:p>
          <a:endParaRPr lang="es-VE"/>
        </a:p>
      </dgm:t>
    </dgm:pt>
    <dgm:pt modelId="{C3BE429C-789C-4EEF-9136-A82A124E7349}" type="pres">
      <dgm:prSet presAssocID="{DCFC86EC-4581-447F-8F6B-6E07BC55F443}" presName="sibTrans" presStyleLbl="sibTrans2D1" presStyleIdx="0" presStyleCnt="2"/>
      <dgm:spPr/>
      <dgm:t>
        <a:bodyPr/>
        <a:lstStyle/>
        <a:p>
          <a:endParaRPr lang="es-VE"/>
        </a:p>
      </dgm:t>
    </dgm:pt>
    <dgm:pt modelId="{90540192-96C4-48AE-AE17-85F6207C96AC}" type="pres">
      <dgm:prSet presAssocID="{DCFC86EC-4581-447F-8F6B-6E07BC55F443}" presName="connectorText" presStyleLbl="sibTrans2D1" presStyleIdx="0" presStyleCnt="2"/>
      <dgm:spPr/>
      <dgm:t>
        <a:bodyPr/>
        <a:lstStyle/>
        <a:p>
          <a:endParaRPr lang="es-VE"/>
        </a:p>
      </dgm:t>
    </dgm:pt>
    <dgm:pt modelId="{8049985F-A220-4C74-B379-646A5CEECCFD}" type="pres">
      <dgm:prSet presAssocID="{ABABC2B8-B8BD-43DA-AB08-3B71E4C88A28}" presName="node" presStyleLbl="node1" presStyleIdx="1" presStyleCnt="3" custLinFactNeighborX="13927" custLinFactNeighborY="-2109">
        <dgm:presLayoutVars>
          <dgm:bulletEnabled val="1"/>
        </dgm:presLayoutVars>
      </dgm:prSet>
      <dgm:spPr/>
      <dgm:t>
        <a:bodyPr/>
        <a:lstStyle/>
        <a:p>
          <a:endParaRPr lang="es-VE"/>
        </a:p>
      </dgm:t>
    </dgm:pt>
    <dgm:pt modelId="{E9A27A61-E7A9-462E-B51B-80C51D2F703E}" type="pres">
      <dgm:prSet presAssocID="{CAEA4ABC-B2AD-4BA8-B433-E35F15B12F15}" presName="sibTrans" presStyleLbl="sibTrans2D1" presStyleIdx="1" presStyleCnt="2"/>
      <dgm:spPr/>
      <dgm:t>
        <a:bodyPr/>
        <a:lstStyle/>
        <a:p>
          <a:endParaRPr lang="es-VE"/>
        </a:p>
      </dgm:t>
    </dgm:pt>
    <dgm:pt modelId="{3A713774-664D-4054-B89B-9CB103CB24FA}" type="pres">
      <dgm:prSet presAssocID="{CAEA4ABC-B2AD-4BA8-B433-E35F15B12F15}" presName="connectorText" presStyleLbl="sibTrans2D1" presStyleIdx="1" presStyleCnt="2"/>
      <dgm:spPr/>
      <dgm:t>
        <a:bodyPr/>
        <a:lstStyle/>
        <a:p>
          <a:endParaRPr lang="es-VE"/>
        </a:p>
      </dgm:t>
    </dgm:pt>
    <dgm:pt modelId="{66DE7B97-2098-45AC-9E92-A017459D87EA}" type="pres">
      <dgm:prSet presAssocID="{674F9F8A-6206-4749-8A20-33511665BDB2}" presName="node" presStyleLbl="node1" presStyleIdx="2" presStyleCnt="3">
        <dgm:presLayoutVars>
          <dgm:bulletEnabled val="1"/>
        </dgm:presLayoutVars>
      </dgm:prSet>
      <dgm:spPr/>
      <dgm:t>
        <a:bodyPr/>
        <a:lstStyle/>
        <a:p>
          <a:endParaRPr lang="es-VE"/>
        </a:p>
      </dgm:t>
    </dgm:pt>
  </dgm:ptLst>
  <dgm:cxnLst>
    <dgm:cxn modelId="{A6D34F7A-887A-419F-8792-1CC506C6AE96}" type="presOf" srcId="{CAEA4ABC-B2AD-4BA8-B433-E35F15B12F15}" destId="{E9A27A61-E7A9-462E-B51B-80C51D2F703E}" srcOrd="0" destOrd="0" presId="urn:microsoft.com/office/officeart/2005/8/layout/process1"/>
    <dgm:cxn modelId="{47468EA0-B014-492A-885C-A12B24ACC375}" srcId="{785467C2-23BD-438A-8343-A6D69892921C}" destId="{ABABC2B8-B8BD-43DA-AB08-3B71E4C88A28}" srcOrd="1" destOrd="0" parTransId="{D441085E-D172-4C0F-920D-F7F4E7DF587C}" sibTransId="{CAEA4ABC-B2AD-4BA8-B433-E35F15B12F15}"/>
    <dgm:cxn modelId="{C667A48D-8777-4841-BCE9-E6458C56A086}" type="presOf" srcId="{DCFC86EC-4581-447F-8F6B-6E07BC55F443}" destId="{90540192-96C4-48AE-AE17-85F6207C96AC}" srcOrd="1" destOrd="0" presId="urn:microsoft.com/office/officeart/2005/8/layout/process1"/>
    <dgm:cxn modelId="{4C51C372-52ED-47EC-BF8B-9B971E212157}" srcId="{785467C2-23BD-438A-8343-A6D69892921C}" destId="{674F9F8A-6206-4749-8A20-33511665BDB2}" srcOrd="2" destOrd="0" parTransId="{5056C548-AAB7-4657-8E43-F7BDC63AA37E}" sibTransId="{8EB17975-6E22-4CAE-806C-23B0A371B306}"/>
    <dgm:cxn modelId="{0A4FD4CF-D16E-47A1-99B8-9A8249906CB1}" type="presOf" srcId="{785467C2-23BD-438A-8343-A6D69892921C}" destId="{558617E5-A881-4C17-8DE1-5D57754FEA61}" srcOrd="0" destOrd="0" presId="urn:microsoft.com/office/officeart/2005/8/layout/process1"/>
    <dgm:cxn modelId="{113ED229-CA43-43FA-9A35-21CF1B9D4013}" type="presOf" srcId="{CAEA4ABC-B2AD-4BA8-B433-E35F15B12F15}" destId="{3A713774-664D-4054-B89B-9CB103CB24FA}" srcOrd="1" destOrd="0" presId="urn:microsoft.com/office/officeart/2005/8/layout/process1"/>
    <dgm:cxn modelId="{13FC41E7-0D80-44FC-8395-3CFB22798B91}" type="presOf" srcId="{45344219-7D87-40CE-B405-5A2ACD650394}" destId="{CE8541FF-1504-406F-8E18-D9F9D17A45B3}" srcOrd="0" destOrd="0" presId="urn:microsoft.com/office/officeart/2005/8/layout/process1"/>
    <dgm:cxn modelId="{0AA5E0CF-05F1-4300-AECF-70564FC47030}" type="presOf" srcId="{DCFC86EC-4581-447F-8F6B-6E07BC55F443}" destId="{C3BE429C-789C-4EEF-9136-A82A124E7349}" srcOrd="0" destOrd="0" presId="urn:microsoft.com/office/officeart/2005/8/layout/process1"/>
    <dgm:cxn modelId="{6BCE2AB5-4C08-4AD8-A07C-EF1250E70EDD}" type="presOf" srcId="{ABABC2B8-B8BD-43DA-AB08-3B71E4C88A28}" destId="{8049985F-A220-4C74-B379-646A5CEECCFD}" srcOrd="0" destOrd="0" presId="urn:microsoft.com/office/officeart/2005/8/layout/process1"/>
    <dgm:cxn modelId="{A50A161E-144F-4088-B53A-EF1DAB79DF42}" srcId="{785467C2-23BD-438A-8343-A6D69892921C}" destId="{45344219-7D87-40CE-B405-5A2ACD650394}" srcOrd="0" destOrd="0" parTransId="{6A13D284-B22B-4636-8A40-CC1EFF8140F2}" sibTransId="{DCFC86EC-4581-447F-8F6B-6E07BC55F443}"/>
    <dgm:cxn modelId="{F5FA9B77-9608-4BD6-8A29-145FE76845AF}" type="presOf" srcId="{674F9F8A-6206-4749-8A20-33511665BDB2}" destId="{66DE7B97-2098-45AC-9E92-A017459D87EA}" srcOrd="0" destOrd="0" presId="urn:microsoft.com/office/officeart/2005/8/layout/process1"/>
    <dgm:cxn modelId="{54B4BFA3-2B10-437C-A64D-8E70955A8717}" type="presParOf" srcId="{558617E5-A881-4C17-8DE1-5D57754FEA61}" destId="{CE8541FF-1504-406F-8E18-D9F9D17A45B3}" srcOrd="0" destOrd="0" presId="urn:microsoft.com/office/officeart/2005/8/layout/process1"/>
    <dgm:cxn modelId="{A8739C5D-245C-438F-9CD7-348CC6332D40}" type="presParOf" srcId="{558617E5-A881-4C17-8DE1-5D57754FEA61}" destId="{C3BE429C-789C-4EEF-9136-A82A124E7349}" srcOrd="1" destOrd="0" presId="urn:microsoft.com/office/officeart/2005/8/layout/process1"/>
    <dgm:cxn modelId="{22458ADE-A43C-468F-9D67-67F973641212}" type="presParOf" srcId="{C3BE429C-789C-4EEF-9136-A82A124E7349}" destId="{90540192-96C4-48AE-AE17-85F6207C96AC}" srcOrd="0" destOrd="0" presId="urn:microsoft.com/office/officeart/2005/8/layout/process1"/>
    <dgm:cxn modelId="{5FF059C2-02B2-4AD1-92C7-3ABFCC32765A}" type="presParOf" srcId="{558617E5-A881-4C17-8DE1-5D57754FEA61}" destId="{8049985F-A220-4C74-B379-646A5CEECCFD}" srcOrd="2" destOrd="0" presId="urn:microsoft.com/office/officeart/2005/8/layout/process1"/>
    <dgm:cxn modelId="{685ECBC7-EDEC-40FD-A3C6-AC442C7C3F4E}" type="presParOf" srcId="{558617E5-A881-4C17-8DE1-5D57754FEA61}" destId="{E9A27A61-E7A9-462E-B51B-80C51D2F703E}" srcOrd="3" destOrd="0" presId="urn:microsoft.com/office/officeart/2005/8/layout/process1"/>
    <dgm:cxn modelId="{76C14FEC-0040-4AF7-A16C-607A98CA3CFB}" type="presParOf" srcId="{E9A27A61-E7A9-462E-B51B-80C51D2F703E}" destId="{3A713774-664D-4054-B89B-9CB103CB24FA}" srcOrd="0" destOrd="0" presId="urn:microsoft.com/office/officeart/2005/8/layout/process1"/>
    <dgm:cxn modelId="{BBCC2140-CEAF-4278-B747-0051F426EB4C}" type="presParOf" srcId="{558617E5-A881-4C17-8DE1-5D57754FEA61}" destId="{66DE7B97-2098-45AC-9E92-A017459D87EA}" srcOrd="4" destOrd="0" presId="urn:microsoft.com/office/officeart/2005/8/layout/process1"/>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DE01BF1-0EE0-4A29-885E-77F61FDDD3B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60340F3B-7AEC-45F9-9836-5E8FB5E8CCBA}">
      <dgm:prSet phldrT="[Texto]" custT="1"/>
      <dgm:spPr/>
      <dgm:t>
        <a:bodyPr/>
        <a:lstStyle/>
        <a:p>
          <a:pPr algn="ctr"/>
          <a:r>
            <a:rPr lang="es-VE" sz="3200" b="1" dirty="0" smtClean="0">
              <a:solidFill>
                <a:schemeClr val="tx1"/>
              </a:solidFill>
            </a:rPr>
            <a:t>Actividades y Monitoreo</a:t>
          </a:r>
          <a:endParaRPr lang="es-VE" sz="3200" dirty="0">
            <a:solidFill>
              <a:schemeClr val="tx1"/>
            </a:solidFill>
          </a:endParaRPr>
        </a:p>
      </dgm:t>
    </dgm:pt>
    <dgm:pt modelId="{4D61A5F3-9BE0-4B7E-94A8-0EBC526254EE}" type="parTrans" cxnId="{B2597EB4-3BFE-4E3D-943E-3A1328A1A678}">
      <dgm:prSet/>
      <dgm:spPr/>
      <dgm:t>
        <a:bodyPr/>
        <a:lstStyle/>
        <a:p>
          <a:endParaRPr lang="es-VE"/>
        </a:p>
      </dgm:t>
    </dgm:pt>
    <dgm:pt modelId="{8BC49803-D00A-4498-AD2F-9C4A6153ECD7}" type="sibTrans" cxnId="{B2597EB4-3BFE-4E3D-943E-3A1328A1A678}">
      <dgm:prSet/>
      <dgm:spPr/>
      <dgm:t>
        <a:bodyPr/>
        <a:lstStyle/>
        <a:p>
          <a:endParaRPr lang="es-VE"/>
        </a:p>
      </dgm:t>
    </dgm:pt>
    <dgm:pt modelId="{7704F771-5471-4CD9-BBC1-FB194E5084EE}">
      <dgm:prSet phldrT="[Texto]" custT="1"/>
      <dgm:spPr/>
      <dgm:t>
        <a:bodyPr/>
        <a:lstStyle/>
        <a:p>
          <a:pPr algn="just"/>
          <a:r>
            <a:rPr lang="es-VE" sz="1400" dirty="0" smtClean="0">
              <a:solidFill>
                <a:schemeClr val="tx1"/>
              </a:solidFill>
              <a:effectLst/>
              <a:latin typeface="+mn-lt"/>
              <a:ea typeface="+mn-ea"/>
              <a:cs typeface="+mn-cs"/>
            </a:rPr>
            <a:t>. </a:t>
          </a:r>
          <a:r>
            <a:rPr lang="es-VE" sz="1800" b="1" dirty="0" smtClean="0">
              <a:solidFill>
                <a:schemeClr val="tx1"/>
              </a:solidFill>
              <a:effectLst/>
              <a:latin typeface="+mn-lt"/>
              <a:ea typeface="+mn-ea"/>
              <a:cs typeface="+mn-cs"/>
            </a:rPr>
            <a:t>Cada año, los sujetos obligados deberán actualizar y hacer seguimiento y verificación de la efectividad de las medidas tomadas a cabo en el marco del SIAR, para adaptarlas según la probabilidad de ocurrencia, cuando se observen factores de riesgos asociados con las actividades del sujeto. </a:t>
          </a:r>
          <a:r>
            <a:rPr lang="es-VE" sz="1800" b="0" dirty="0" smtClean="0">
              <a:solidFill>
                <a:schemeClr val="tx1"/>
              </a:solidFill>
              <a:latin typeface="+mn-lt"/>
              <a:ea typeface="+mn-ea"/>
              <a:cs typeface="+mn-cs"/>
            </a:rPr>
            <a:t/>
          </a:r>
          <a:br>
            <a:rPr lang="es-VE" sz="1800" b="0" dirty="0" smtClean="0">
              <a:solidFill>
                <a:schemeClr val="tx1"/>
              </a:solidFill>
              <a:latin typeface="+mn-lt"/>
              <a:ea typeface="+mn-ea"/>
              <a:cs typeface="+mn-cs"/>
            </a:rPr>
          </a:br>
          <a:endParaRPr lang="es-VE" sz="1800" dirty="0"/>
        </a:p>
      </dgm:t>
    </dgm:pt>
    <dgm:pt modelId="{DE8B2480-854D-402D-B6E2-68F9E122B78C}" type="parTrans" cxnId="{CD8D5DF8-E607-41A7-ADAD-DC37C7CCD028}">
      <dgm:prSet/>
      <dgm:spPr/>
      <dgm:t>
        <a:bodyPr/>
        <a:lstStyle/>
        <a:p>
          <a:endParaRPr lang="es-VE"/>
        </a:p>
      </dgm:t>
    </dgm:pt>
    <dgm:pt modelId="{EEED01EA-9BD5-44F7-8838-7369342DD929}" type="sibTrans" cxnId="{CD8D5DF8-E607-41A7-ADAD-DC37C7CCD028}">
      <dgm:prSet/>
      <dgm:spPr/>
      <dgm:t>
        <a:bodyPr/>
        <a:lstStyle/>
        <a:p>
          <a:endParaRPr lang="es-VE"/>
        </a:p>
      </dgm:t>
    </dgm:pt>
    <dgm:pt modelId="{1A1EC7CB-5654-4BB4-A07A-71EBB1522067}" type="pres">
      <dgm:prSet presAssocID="{6DE01BF1-0EE0-4A29-885E-77F61FDDD3BC}" presName="linear" presStyleCnt="0">
        <dgm:presLayoutVars>
          <dgm:animLvl val="lvl"/>
          <dgm:resizeHandles val="exact"/>
        </dgm:presLayoutVars>
      </dgm:prSet>
      <dgm:spPr/>
      <dgm:t>
        <a:bodyPr/>
        <a:lstStyle/>
        <a:p>
          <a:endParaRPr lang="es-VE"/>
        </a:p>
      </dgm:t>
    </dgm:pt>
    <dgm:pt modelId="{ABEB1B82-B415-411F-B65F-90977B78BAA7}" type="pres">
      <dgm:prSet presAssocID="{60340F3B-7AEC-45F9-9836-5E8FB5E8CCBA}" presName="parentText" presStyleLbl="node1" presStyleIdx="0" presStyleCnt="2" custScaleY="61218">
        <dgm:presLayoutVars>
          <dgm:chMax val="0"/>
          <dgm:bulletEnabled val="1"/>
        </dgm:presLayoutVars>
      </dgm:prSet>
      <dgm:spPr/>
      <dgm:t>
        <a:bodyPr/>
        <a:lstStyle/>
        <a:p>
          <a:endParaRPr lang="es-VE"/>
        </a:p>
      </dgm:t>
    </dgm:pt>
    <dgm:pt modelId="{038377E3-2DAA-4822-90AC-467811D58B8F}" type="pres">
      <dgm:prSet presAssocID="{8BC49803-D00A-4498-AD2F-9C4A6153ECD7}" presName="spacer" presStyleCnt="0"/>
      <dgm:spPr/>
    </dgm:pt>
    <dgm:pt modelId="{99C53A2B-4624-4B6C-BB26-3C9BD48CA356}" type="pres">
      <dgm:prSet presAssocID="{7704F771-5471-4CD9-BBC1-FB194E5084EE}" presName="parentText" presStyleLbl="node1" presStyleIdx="1" presStyleCnt="2" custScaleY="131379">
        <dgm:presLayoutVars>
          <dgm:chMax val="0"/>
          <dgm:bulletEnabled val="1"/>
        </dgm:presLayoutVars>
      </dgm:prSet>
      <dgm:spPr/>
      <dgm:t>
        <a:bodyPr/>
        <a:lstStyle/>
        <a:p>
          <a:endParaRPr lang="es-VE"/>
        </a:p>
      </dgm:t>
    </dgm:pt>
  </dgm:ptLst>
  <dgm:cxnLst>
    <dgm:cxn modelId="{3B0B03BB-3FC9-4CD1-8A78-A2D6F0717B05}" type="presOf" srcId="{6DE01BF1-0EE0-4A29-885E-77F61FDDD3BC}" destId="{1A1EC7CB-5654-4BB4-A07A-71EBB1522067}" srcOrd="0" destOrd="0" presId="urn:microsoft.com/office/officeart/2005/8/layout/vList2"/>
    <dgm:cxn modelId="{CD8D5DF8-E607-41A7-ADAD-DC37C7CCD028}" srcId="{6DE01BF1-0EE0-4A29-885E-77F61FDDD3BC}" destId="{7704F771-5471-4CD9-BBC1-FB194E5084EE}" srcOrd="1" destOrd="0" parTransId="{DE8B2480-854D-402D-B6E2-68F9E122B78C}" sibTransId="{EEED01EA-9BD5-44F7-8838-7369342DD929}"/>
    <dgm:cxn modelId="{8CC8C4AA-7A8E-4C3C-A84E-0C439FF80BA8}" type="presOf" srcId="{7704F771-5471-4CD9-BBC1-FB194E5084EE}" destId="{99C53A2B-4624-4B6C-BB26-3C9BD48CA356}" srcOrd="0" destOrd="0" presId="urn:microsoft.com/office/officeart/2005/8/layout/vList2"/>
    <dgm:cxn modelId="{B2597EB4-3BFE-4E3D-943E-3A1328A1A678}" srcId="{6DE01BF1-0EE0-4A29-885E-77F61FDDD3BC}" destId="{60340F3B-7AEC-45F9-9836-5E8FB5E8CCBA}" srcOrd="0" destOrd="0" parTransId="{4D61A5F3-9BE0-4B7E-94A8-0EBC526254EE}" sibTransId="{8BC49803-D00A-4498-AD2F-9C4A6153ECD7}"/>
    <dgm:cxn modelId="{CBA5FC6D-B47A-4E2F-820A-C2A71615F8AA}" type="presOf" srcId="{60340F3B-7AEC-45F9-9836-5E8FB5E8CCBA}" destId="{ABEB1B82-B415-411F-B65F-90977B78BAA7}" srcOrd="0" destOrd="0" presId="urn:microsoft.com/office/officeart/2005/8/layout/vList2"/>
    <dgm:cxn modelId="{89254D34-7711-4C21-823F-F938ED6032A4}" type="presParOf" srcId="{1A1EC7CB-5654-4BB4-A07A-71EBB1522067}" destId="{ABEB1B82-B415-411F-B65F-90977B78BAA7}" srcOrd="0" destOrd="0" presId="urn:microsoft.com/office/officeart/2005/8/layout/vList2"/>
    <dgm:cxn modelId="{206EA343-E2C8-437E-AC5B-9A493D726E45}" type="presParOf" srcId="{1A1EC7CB-5654-4BB4-A07A-71EBB1522067}" destId="{038377E3-2DAA-4822-90AC-467811D58B8F}" srcOrd="1" destOrd="0" presId="urn:microsoft.com/office/officeart/2005/8/layout/vList2"/>
    <dgm:cxn modelId="{EBA60B5B-E89C-4514-8A6D-66175AF4E514}" type="presParOf" srcId="{1A1EC7CB-5654-4BB4-A07A-71EBB1522067}" destId="{99C53A2B-4624-4B6C-BB26-3C9BD48CA356}" srcOrd="2"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50F974-210B-4B9A-965D-8E4F5D32989B}" type="doc">
      <dgm:prSet loTypeId="urn:microsoft.com/office/officeart/2005/8/layout/vList2" loCatId="list" qsTypeId="urn:microsoft.com/office/officeart/2005/8/quickstyle/3d6" qsCatId="3D" csTypeId="urn:microsoft.com/office/officeart/2005/8/colors/accent1_2" csCatId="accent1"/>
      <dgm:spPr/>
      <dgm:t>
        <a:bodyPr/>
        <a:lstStyle/>
        <a:p>
          <a:endParaRPr lang="es-VE"/>
        </a:p>
      </dgm:t>
    </dgm:pt>
    <dgm:pt modelId="{C8C68564-B32B-4626-8DB6-8E6AFDA70164}">
      <dgm:prSet/>
      <dgm:spPr/>
      <dgm:t>
        <a:bodyPr/>
        <a:lstStyle/>
        <a:p>
          <a:pPr algn="ctr" rtl="0"/>
          <a:r>
            <a:rPr lang="es-VE" b="1" dirty="0" smtClean="0">
              <a:solidFill>
                <a:schemeClr val="tx1"/>
              </a:solidFill>
            </a:rPr>
            <a:t>CAPITULO IV</a:t>
          </a:r>
          <a:br>
            <a:rPr lang="es-VE" b="1" dirty="0" smtClean="0">
              <a:solidFill>
                <a:schemeClr val="tx1"/>
              </a:solidFill>
            </a:rPr>
          </a:br>
          <a:r>
            <a:rPr lang="es-VE" b="1" dirty="0" smtClean="0">
              <a:solidFill>
                <a:schemeClr val="tx1"/>
              </a:solidFill>
            </a:rPr>
            <a:t>ESTRUCTURA DEL SISTEMA INTEGRAL DE ADMINISTRACION DE RIESGOS DE LEGITIMACION DE CAPITALES, FINANCIAMIENTO AL TERRORISMO Y FINANCIMAIENTOP A LA PROLIFERACION DE ARMAS DE DESTRUCCION MASIVA</a:t>
          </a:r>
          <a:endParaRPr lang="es-VE" b="1" dirty="0">
            <a:solidFill>
              <a:schemeClr val="tx1"/>
            </a:solidFill>
          </a:endParaRPr>
        </a:p>
      </dgm:t>
    </dgm:pt>
    <dgm:pt modelId="{B9309209-8361-45B5-8C2E-FBBF8A1990AF}" type="parTrans" cxnId="{0E294CCC-E6F1-4910-BD1F-36680672FCF7}">
      <dgm:prSet/>
      <dgm:spPr/>
      <dgm:t>
        <a:bodyPr/>
        <a:lstStyle/>
        <a:p>
          <a:endParaRPr lang="es-VE"/>
        </a:p>
      </dgm:t>
    </dgm:pt>
    <dgm:pt modelId="{72BCB03D-4D83-41C9-8E41-A856C0337192}" type="sibTrans" cxnId="{0E294CCC-E6F1-4910-BD1F-36680672FCF7}">
      <dgm:prSet/>
      <dgm:spPr/>
      <dgm:t>
        <a:bodyPr/>
        <a:lstStyle/>
        <a:p>
          <a:endParaRPr lang="es-VE"/>
        </a:p>
      </dgm:t>
    </dgm:pt>
    <dgm:pt modelId="{2FA1D127-578A-4B1D-9531-F755F9C1BC14}" type="pres">
      <dgm:prSet presAssocID="{3D50F974-210B-4B9A-965D-8E4F5D32989B}" presName="linear" presStyleCnt="0">
        <dgm:presLayoutVars>
          <dgm:animLvl val="lvl"/>
          <dgm:resizeHandles val="exact"/>
        </dgm:presLayoutVars>
      </dgm:prSet>
      <dgm:spPr/>
      <dgm:t>
        <a:bodyPr/>
        <a:lstStyle/>
        <a:p>
          <a:endParaRPr lang="es-VE"/>
        </a:p>
      </dgm:t>
    </dgm:pt>
    <dgm:pt modelId="{F9D25DA9-5C5C-4A12-AE84-B9CA2D66672C}" type="pres">
      <dgm:prSet presAssocID="{C8C68564-B32B-4626-8DB6-8E6AFDA70164}" presName="parentText" presStyleLbl="node1" presStyleIdx="0" presStyleCnt="1">
        <dgm:presLayoutVars>
          <dgm:chMax val="0"/>
          <dgm:bulletEnabled val="1"/>
        </dgm:presLayoutVars>
      </dgm:prSet>
      <dgm:spPr/>
      <dgm:t>
        <a:bodyPr/>
        <a:lstStyle/>
        <a:p>
          <a:endParaRPr lang="es-VE"/>
        </a:p>
      </dgm:t>
    </dgm:pt>
  </dgm:ptLst>
  <dgm:cxnLst>
    <dgm:cxn modelId="{0E294CCC-E6F1-4910-BD1F-36680672FCF7}" srcId="{3D50F974-210B-4B9A-965D-8E4F5D32989B}" destId="{C8C68564-B32B-4626-8DB6-8E6AFDA70164}" srcOrd="0" destOrd="0" parTransId="{B9309209-8361-45B5-8C2E-FBBF8A1990AF}" sibTransId="{72BCB03D-4D83-41C9-8E41-A856C0337192}"/>
    <dgm:cxn modelId="{0928541C-619B-42F2-ACAF-4D1BFAF77E30}" type="presOf" srcId="{3D50F974-210B-4B9A-965D-8E4F5D32989B}" destId="{2FA1D127-578A-4B1D-9531-F755F9C1BC14}" srcOrd="0" destOrd="0" presId="urn:microsoft.com/office/officeart/2005/8/layout/vList2"/>
    <dgm:cxn modelId="{EE453BB2-99C6-40BA-833F-B7D92549FAF9}" type="presOf" srcId="{C8C68564-B32B-4626-8DB6-8E6AFDA70164}" destId="{F9D25DA9-5C5C-4A12-AE84-B9CA2D66672C}" srcOrd="0" destOrd="0" presId="urn:microsoft.com/office/officeart/2005/8/layout/vList2"/>
    <dgm:cxn modelId="{3F4AD978-056F-4323-8A03-FF57698082DB}" type="presParOf" srcId="{2FA1D127-578A-4B1D-9531-F755F9C1BC14}" destId="{F9D25DA9-5C5C-4A12-AE84-B9CA2D66672C}" srcOrd="0" destOrd="0" presId="urn:microsoft.com/office/officeart/2005/8/layout/vList2"/>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0454DD4-48D7-4F4C-9816-304017D27511}"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s-VE"/>
        </a:p>
      </dgm:t>
    </dgm:pt>
    <dgm:pt modelId="{FB9DC131-D0DF-4BB3-8A43-55C83ED301A3}">
      <dgm:prSet phldrT="[Texto]" custT="1"/>
      <dgm:spPr/>
      <dgm:t>
        <a:bodyPr/>
        <a:lstStyle/>
        <a:p>
          <a:r>
            <a:rPr lang="es-VE" sz="1600" b="1" dirty="0" smtClean="0">
              <a:solidFill>
                <a:schemeClr val="tx1"/>
              </a:solidFill>
              <a:effectLst/>
              <a:latin typeface="+mn-lt"/>
              <a:ea typeface="+mn-ea"/>
              <a:cs typeface="+mn-cs"/>
            </a:rPr>
            <a:t>Junta Directiva u órgano que ejerza función equivalente.</a:t>
          </a:r>
          <a:endParaRPr lang="es-VE" sz="1600" b="1" dirty="0"/>
        </a:p>
      </dgm:t>
    </dgm:pt>
    <dgm:pt modelId="{D7C5BFC6-FB2F-4247-93D3-25B172992320}" type="parTrans" cxnId="{89803E0C-B5A2-4901-B7C9-3FED77BD32CA}">
      <dgm:prSet/>
      <dgm:spPr/>
      <dgm:t>
        <a:bodyPr/>
        <a:lstStyle/>
        <a:p>
          <a:endParaRPr lang="es-VE" sz="1600"/>
        </a:p>
      </dgm:t>
    </dgm:pt>
    <dgm:pt modelId="{E7A9B8D0-030A-494F-8ED4-A0A98302C0FC}" type="sibTrans" cxnId="{89803E0C-B5A2-4901-B7C9-3FED77BD32CA}">
      <dgm:prSet/>
      <dgm:spPr/>
      <dgm:t>
        <a:bodyPr/>
        <a:lstStyle/>
        <a:p>
          <a:endParaRPr lang="es-VE" sz="1600"/>
        </a:p>
      </dgm:t>
    </dgm:pt>
    <dgm:pt modelId="{895A4EA9-F0DC-4260-A999-49231FFF13FE}">
      <dgm:prSet phldrT="[Texto]" custT="1"/>
      <dgm:spPr/>
      <dgm:t>
        <a:bodyPr/>
        <a:lstStyle/>
        <a:p>
          <a:r>
            <a:rPr lang="es-VE" sz="1600" b="1" dirty="0" smtClean="0">
              <a:solidFill>
                <a:schemeClr val="tx1"/>
              </a:solidFill>
              <a:effectLst/>
              <a:latin typeface="+mn-lt"/>
              <a:ea typeface="+mn-ea"/>
              <a:cs typeface="+mn-cs"/>
            </a:rPr>
            <a:t>Oficial de Cumplimiento.</a:t>
          </a:r>
          <a:endParaRPr lang="es-VE" sz="1600" b="1" dirty="0"/>
        </a:p>
      </dgm:t>
    </dgm:pt>
    <dgm:pt modelId="{11A1CDD5-1469-4B94-BCAB-7D08E468BD99}" type="parTrans" cxnId="{A133B618-9041-4D47-9081-9A7F0FAD0260}">
      <dgm:prSet/>
      <dgm:spPr/>
      <dgm:t>
        <a:bodyPr/>
        <a:lstStyle/>
        <a:p>
          <a:endParaRPr lang="es-VE" sz="1600"/>
        </a:p>
      </dgm:t>
    </dgm:pt>
    <dgm:pt modelId="{4FD22914-1522-4E2A-9643-1E4AA5F69C17}" type="sibTrans" cxnId="{A133B618-9041-4D47-9081-9A7F0FAD0260}">
      <dgm:prSet/>
      <dgm:spPr/>
      <dgm:t>
        <a:bodyPr/>
        <a:lstStyle/>
        <a:p>
          <a:endParaRPr lang="es-VE" sz="1600"/>
        </a:p>
      </dgm:t>
    </dgm:pt>
    <dgm:pt modelId="{1C063B98-82D6-449E-9845-83CD0EB5511E}">
      <dgm:prSet phldrT="[Texto]" custT="1"/>
      <dgm:spPr/>
      <dgm:t>
        <a:bodyPr/>
        <a:lstStyle/>
        <a:p>
          <a:r>
            <a:rPr lang="es-VE" sz="1600" dirty="0" smtClean="0">
              <a:solidFill>
                <a:schemeClr val="tx1"/>
              </a:solidFill>
              <a:effectLst/>
              <a:latin typeface="+mn-lt"/>
              <a:ea typeface="+mn-ea"/>
              <a:cs typeface="+mn-cs"/>
            </a:rPr>
            <a:t> </a:t>
          </a:r>
          <a:r>
            <a:rPr lang="es-VE" sz="1600" b="1" dirty="0" smtClean="0">
              <a:solidFill>
                <a:schemeClr val="tx1"/>
              </a:solidFill>
              <a:effectLst/>
              <a:latin typeface="+mn-lt"/>
              <a:ea typeface="+mn-ea"/>
              <a:cs typeface="+mn-cs"/>
            </a:rPr>
            <a:t>Unidad de Administración de Riesgos de LC/FT/FPADM.</a:t>
          </a:r>
          <a:endParaRPr lang="es-VE" sz="1600" b="1" dirty="0"/>
        </a:p>
      </dgm:t>
    </dgm:pt>
    <dgm:pt modelId="{EEE38E45-C4B3-4CBE-B808-77B08BA473E7}" type="parTrans" cxnId="{5499B4C3-01D2-437D-852E-0E19E138FBBE}">
      <dgm:prSet/>
      <dgm:spPr/>
      <dgm:t>
        <a:bodyPr/>
        <a:lstStyle/>
        <a:p>
          <a:endParaRPr lang="es-VE" sz="1600"/>
        </a:p>
      </dgm:t>
    </dgm:pt>
    <dgm:pt modelId="{E7DAC59D-3E8D-4FBF-94B4-B3485931A536}" type="sibTrans" cxnId="{5499B4C3-01D2-437D-852E-0E19E138FBBE}">
      <dgm:prSet/>
      <dgm:spPr/>
      <dgm:t>
        <a:bodyPr/>
        <a:lstStyle/>
        <a:p>
          <a:endParaRPr lang="es-VE" sz="1600"/>
        </a:p>
      </dgm:t>
    </dgm:pt>
    <dgm:pt modelId="{7FC8C914-59EE-4910-862A-FA3771FE374E}">
      <dgm:prSet phldrT="[Texto]" custT="1"/>
      <dgm:spPr/>
      <dgm:t>
        <a:bodyPr/>
        <a:lstStyle/>
        <a:p>
          <a:r>
            <a:rPr lang="es-VE" sz="1600" b="1" dirty="0" smtClean="0">
              <a:solidFill>
                <a:schemeClr val="tx1"/>
              </a:solidFill>
              <a:effectLst/>
              <a:latin typeface="+mn-lt"/>
              <a:ea typeface="+mn-ea"/>
              <a:cs typeface="+mn-cs"/>
            </a:rPr>
            <a:t>Responsables de Cumplimiento</a:t>
          </a:r>
          <a:endParaRPr lang="es-VE" sz="1600" b="1" dirty="0"/>
        </a:p>
      </dgm:t>
    </dgm:pt>
    <dgm:pt modelId="{F6CC0080-B869-4145-B51F-1D8DE16278E7}" type="parTrans" cxnId="{58E9BD94-B192-4035-8A97-384B311799D6}">
      <dgm:prSet/>
      <dgm:spPr/>
      <dgm:t>
        <a:bodyPr/>
        <a:lstStyle/>
        <a:p>
          <a:endParaRPr lang="es-VE" sz="1600"/>
        </a:p>
      </dgm:t>
    </dgm:pt>
    <dgm:pt modelId="{623E3108-819D-4ADF-ABC3-AA9B4AB4A349}" type="sibTrans" cxnId="{58E9BD94-B192-4035-8A97-384B311799D6}">
      <dgm:prSet/>
      <dgm:spPr/>
      <dgm:t>
        <a:bodyPr/>
        <a:lstStyle/>
        <a:p>
          <a:endParaRPr lang="es-VE" sz="1600"/>
        </a:p>
      </dgm:t>
    </dgm:pt>
    <dgm:pt modelId="{05A82FBD-95E6-4C57-B87D-8246A18080A9}">
      <dgm:prSet phldrT="[Texto]" custT="1"/>
      <dgm:spPr/>
      <dgm:t>
        <a:bodyPr/>
        <a:lstStyle/>
        <a:p>
          <a:r>
            <a:rPr lang="es-VE" sz="1600" dirty="0" smtClean="0"/>
            <a:t>1</a:t>
          </a:r>
          <a:endParaRPr lang="es-VE" sz="1600" dirty="0"/>
        </a:p>
      </dgm:t>
    </dgm:pt>
    <dgm:pt modelId="{635BE9E8-3D63-4A3B-B9EB-8B78D4C89BE4}" type="parTrans" cxnId="{99752485-4C89-4CD4-B744-4CA1507D945B}">
      <dgm:prSet/>
      <dgm:spPr/>
      <dgm:t>
        <a:bodyPr/>
        <a:lstStyle/>
        <a:p>
          <a:endParaRPr lang="es-VE" sz="1600"/>
        </a:p>
      </dgm:t>
    </dgm:pt>
    <dgm:pt modelId="{DEC1A48D-3764-44A0-9AE9-EA2141F3D722}" type="sibTrans" cxnId="{99752485-4C89-4CD4-B744-4CA1507D945B}">
      <dgm:prSet/>
      <dgm:spPr/>
      <dgm:t>
        <a:bodyPr/>
        <a:lstStyle/>
        <a:p>
          <a:endParaRPr lang="es-VE" sz="1600"/>
        </a:p>
      </dgm:t>
    </dgm:pt>
    <dgm:pt modelId="{DDA25B16-6370-4768-B4FF-A16ACE734839}">
      <dgm:prSet phldrT="[Texto]" custT="1"/>
      <dgm:spPr/>
      <dgm:t>
        <a:bodyPr/>
        <a:lstStyle/>
        <a:p>
          <a:r>
            <a:rPr lang="es-VE" sz="1600" dirty="0" smtClean="0"/>
            <a:t>2</a:t>
          </a:r>
          <a:endParaRPr lang="es-VE" sz="1600" dirty="0"/>
        </a:p>
      </dgm:t>
    </dgm:pt>
    <dgm:pt modelId="{DB1EC034-4548-4A69-9AFC-04977244C1D4}" type="parTrans" cxnId="{5E2841FE-92F5-4E19-85E7-0C2BE75CE713}">
      <dgm:prSet/>
      <dgm:spPr/>
      <dgm:t>
        <a:bodyPr/>
        <a:lstStyle/>
        <a:p>
          <a:endParaRPr lang="es-VE" sz="1600"/>
        </a:p>
      </dgm:t>
    </dgm:pt>
    <dgm:pt modelId="{753A307E-B1E5-4949-A744-E5537FEE94C3}" type="sibTrans" cxnId="{5E2841FE-92F5-4E19-85E7-0C2BE75CE713}">
      <dgm:prSet/>
      <dgm:spPr/>
      <dgm:t>
        <a:bodyPr/>
        <a:lstStyle/>
        <a:p>
          <a:endParaRPr lang="es-VE" sz="1600"/>
        </a:p>
      </dgm:t>
    </dgm:pt>
    <dgm:pt modelId="{662D7E42-5041-4626-A6DF-9195ED11E4A9}">
      <dgm:prSet phldrT="[Texto]" custT="1"/>
      <dgm:spPr/>
      <dgm:t>
        <a:bodyPr/>
        <a:lstStyle/>
        <a:p>
          <a:r>
            <a:rPr lang="es-VE" sz="1600" b="1" dirty="0" smtClean="0">
              <a:solidFill>
                <a:schemeClr val="tx1"/>
              </a:solidFill>
              <a:effectLst/>
              <a:latin typeface="+mn-lt"/>
              <a:ea typeface="+mn-ea"/>
              <a:cs typeface="+mn-cs"/>
            </a:rPr>
            <a:t>Presidente  de la Junta Directiva o quien haga sus veces.</a:t>
          </a:r>
          <a:endParaRPr lang="es-VE" sz="1600" b="1" dirty="0"/>
        </a:p>
      </dgm:t>
    </dgm:pt>
    <dgm:pt modelId="{6BDE2DD1-CAE1-4A00-B719-84BDDC3132CC}" type="parTrans" cxnId="{F18C8F39-5CE5-4BD1-9D5C-E81CFC2470A1}">
      <dgm:prSet/>
      <dgm:spPr/>
      <dgm:t>
        <a:bodyPr/>
        <a:lstStyle/>
        <a:p>
          <a:endParaRPr lang="es-VE" sz="1600"/>
        </a:p>
      </dgm:t>
    </dgm:pt>
    <dgm:pt modelId="{DA2DD09A-645F-4387-9E42-A0921E1D2B6F}" type="sibTrans" cxnId="{F18C8F39-5CE5-4BD1-9D5C-E81CFC2470A1}">
      <dgm:prSet/>
      <dgm:spPr/>
      <dgm:t>
        <a:bodyPr/>
        <a:lstStyle/>
        <a:p>
          <a:endParaRPr lang="es-VE" sz="1600"/>
        </a:p>
      </dgm:t>
    </dgm:pt>
    <dgm:pt modelId="{72714270-3046-4A2F-8BDD-331F016EC033}">
      <dgm:prSet phldrT="[Texto]" custT="1"/>
      <dgm:spPr/>
      <dgm:t>
        <a:bodyPr/>
        <a:lstStyle/>
        <a:p>
          <a:r>
            <a:rPr lang="es-VE" sz="1600" dirty="0" smtClean="0"/>
            <a:t>3</a:t>
          </a:r>
          <a:endParaRPr lang="es-VE" sz="1600" dirty="0"/>
        </a:p>
      </dgm:t>
    </dgm:pt>
    <dgm:pt modelId="{B9BF91A6-B278-47EE-B319-B665998BFDAF}" type="parTrans" cxnId="{4BA72C1C-3413-4727-9F56-F511ACB12761}">
      <dgm:prSet/>
      <dgm:spPr/>
      <dgm:t>
        <a:bodyPr/>
        <a:lstStyle/>
        <a:p>
          <a:endParaRPr lang="es-VE" sz="1600"/>
        </a:p>
      </dgm:t>
    </dgm:pt>
    <dgm:pt modelId="{0C403CA6-D87C-44A8-8612-A47426782A26}" type="sibTrans" cxnId="{4BA72C1C-3413-4727-9F56-F511ACB12761}">
      <dgm:prSet/>
      <dgm:spPr/>
      <dgm:t>
        <a:bodyPr/>
        <a:lstStyle/>
        <a:p>
          <a:endParaRPr lang="es-VE" sz="1600"/>
        </a:p>
      </dgm:t>
    </dgm:pt>
    <dgm:pt modelId="{B8C901AB-924D-45AB-BF6F-ACC48879404F}">
      <dgm:prSet phldrT="[Texto]" custT="1"/>
      <dgm:spPr/>
      <dgm:t>
        <a:bodyPr/>
        <a:lstStyle/>
        <a:p>
          <a:r>
            <a:rPr lang="es-VE" sz="1600" dirty="0" smtClean="0"/>
            <a:t>4</a:t>
          </a:r>
          <a:endParaRPr lang="es-VE" sz="1600" dirty="0"/>
        </a:p>
      </dgm:t>
    </dgm:pt>
    <dgm:pt modelId="{4C58B41A-0F1C-4E54-9EBD-A73F7BD71140}" type="parTrans" cxnId="{40451A86-C466-4377-B759-8FBD21604726}">
      <dgm:prSet/>
      <dgm:spPr/>
      <dgm:t>
        <a:bodyPr/>
        <a:lstStyle/>
        <a:p>
          <a:endParaRPr lang="es-VE" sz="1600"/>
        </a:p>
      </dgm:t>
    </dgm:pt>
    <dgm:pt modelId="{97586A03-FE2B-4254-BC31-135BD9DD3659}" type="sibTrans" cxnId="{40451A86-C466-4377-B759-8FBD21604726}">
      <dgm:prSet/>
      <dgm:spPr/>
      <dgm:t>
        <a:bodyPr/>
        <a:lstStyle/>
        <a:p>
          <a:endParaRPr lang="es-VE" sz="1600"/>
        </a:p>
      </dgm:t>
    </dgm:pt>
    <dgm:pt modelId="{65E6D125-E9E4-4476-8D39-D832952B6740}">
      <dgm:prSet phldrT="[Texto]" custT="1"/>
      <dgm:spPr/>
      <dgm:t>
        <a:bodyPr/>
        <a:lstStyle/>
        <a:p>
          <a:r>
            <a:rPr lang="es-VE" sz="1600" dirty="0" smtClean="0"/>
            <a:t>5</a:t>
          </a:r>
          <a:endParaRPr lang="es-VE" sz="1600" dirty="0"/>
        </a:p>
      </dgm:t>
    </dgm:pt>
    <dgm:pt modelId="{69154150-8D71-4B68-9085-8F69DEEB953E}" type="parTrans" cxnId="{7068F656-0545-4B61-9CAD-ACE3CB286C9B}">
      <dgm:prSet/>
      <dgm:spPr/>
      <dgm:t>
        <a:bodyPr/>
        <a:lstStyle/>
        <a:p>
          <a:endParaRPr lang="es-VE" sz="1600"/>
        </a:p>
      </dgm:t>
    </dgm:pt>
    <dgm:pt modelId="{C2581E12-5769-4AA7-81F4-573F768A5271}" type="sibTrans" cxnId="{7068F656-0545-4B61-9CAD-ACE3CB286C9B}">
      <dgm:prSet/>
      <dgm:spPr/>
      <dgm:t>
        <a:bodyPr/>
        <a:lstStyle/>
        <a:p>
          <a:endParaRPr lang="es-VE" sz="1600"/>
        </a:p>
      </dgm:t>
    </dgm:pt>
    <dgm:pt modelId="{2237578F-72D9-4EDB-8547-B05B43499A76}" type="pres">
      <dgm:prSet presAssocID="{A0454DD4-48D7-4F4C-9816-304017D27511}" presName="linearFlow" presStyleCnt="0">
        <dgm:presLayoutVars>
          <dgm:dir/>
          <dgm:animLvl val="lvl"/>
          <dgm:resizeHandles val="exact"/>
        </dgm:presLayoutVars>
      </dgm:prSet>
      <dgm:spPr/>
      <dgm:t>
        <a:bodyPr/>
        <a:lstStyle/>
        <a:p>
          <a:endParaRPr lang="es-VE"/>
        </a:p>
      </dgm:t>
    </dgm:pt>
    <dgm:pt modelId="{11224BAD-A1C1-464C-A358-3EF9F5203529}" type="pres">
      <dgm:prSet presAssocID="{05A82FBD-95E6-4C57-B87D-8246A18080A9}" presName="composite" presStyleCnt="0"/>
      <dgm:spPr/>
    </dgm:pt>
    <dgm:pt modelId="{0F6D9952-7E9E-4A4E-A14C-A1523A06933A}" type="pres">
      <dgm:prSet presAssocID="{05A82FBD-95E6-4C57-B87D-8246A18080A9}" presName="parentText" presStyleLbl="alignNode1" presStyleIdx="0" presStyleCnt="5">
        <dgm:presLayoutVars>
          <dgm:chMax val="1"/>
          <dgm:bulletEnabled val="1"/>
        </dgm:presLayoutVars>
      </dgm:prSet>
      <dgm:spPr/>
      <dgm:t>
        <a:bodyPr/>
        <a:lstStyle/>
        <a:p>
          <a:endParaRPr lang="es-VE"/>
        </a:p>
      </dgm:t>
    </dgm:pt>
    <dgm:pt modelId="{4F7D120D-AF95-4C3A-A343-6DCBBC8C61DA}" type="pres">
      <dgm:prSet presAssocID="{05A82FBD-95E6-4C57-B87D-8246A18080A9}" presName="descendantText" presStyleLbl="alignAcc1" presStyleIdx="0" presStyleCnt="5">
        <dgm:presLayoutVars>
          <dgm:bulletEnabled val="1"/>
        </dgm:presLayoutVars>
      </dgm:prSet>
      <dgm:spPr/>
      <dgm:t>
        <a:bodyPr/>
        <a:lstStyle/>
        <a:p>
          <a:endParaRPr lang="es-VE"/>
        </a:p>
      </dgm:t>
    </dgm:pt>
    <dgm:pt modelId="{29993FCE-4A8E-42DB-B3D5-424E19A0AB6C}" type="pres">
      <dgm:prSet presAssocID="{DEC1A48D-3764-44A0-9AE9-EA2141F3D722}" presName="sp" presStyleCnt="0"/>
      <dgm:spPr/>
    </dgm:pt>
    <dgm:pt modelId="{F4F82A42-6672-49D6-97D2-2FDCDFD21FF5}" type="pres">
      <dgm:prSet presAssocID="{DDA25B16-6370-4768-B4FF-A16ACE734839}" presName="composite" presStyleCnt="0"/>
      <dgm:spPr/>
    </dgm:pt>
    <dgm:pt modelId="{F8D18D48-4743-4FB9-9772-CFB001C72B14}" type="pres">
      <dgm:prSet presAssocID="{DDA25B16-6370-4768-B4FF-A16ACE734839}" presName="parentText" presStyleLbl="alignNode1" presStyleIdx="1" presStyleCnt="5">
        <dgm:presLayoutVars>
          <dgm:chMax val="1"/>
          <dgm:bulletEnabled val="1"/>
        </dgm:presLayoutVars>
      </dgm:prSet>
      <dgm:spPr/>
      <dgm:t>
        <a:bodyPr/>
        <a:lstStyle/>
        <a:p>
          <a:endParaRPr lang="es-VE"/>
        </a:p>
      </dgm:t>
    </dgm:pt>
    <dgm:pt modelId="{AB3B8F0F-423A-4DBF-BEED-5FE4EE7E48F8}" type="pres">
      <dgm:prSet presAssocID="{DDA25B16-6370-4768-B4FF-A16ACE734839}" presName="descendantText" presStyleLbl="alignAcc1" presStyleIdx="1" presStyleCnt="5">
        <dgm:presLayoutVars>
          <dgm:bulletEnabled val="1"/>
        </dgm:presLayoutVars>
      </dgm:prSet>
      <dgm:spPr/>
      <dgm:t>
        <a:bodyPr/>
        <a:lstStyle/>
        <a:p>
          <a:endParaRPr lang="es-VE"/>
        </a:p>
      </dgm:t>
    </dgm:pt>
    <dgm:pt modelId="{73319C70-C15F-47DA-87DB-43A8E3C70D00}" type="pres">
      <dgm:prSet presAssocID="{753A307E-B1E5-4949-A744-E5537FEE94C3}" presName="sp" presStyleCnt="0"/>
      <dgm:spPr/>
    </dgm:pt>
    <dgm:pt modelId="{79B28B7B-8A24-4683-A603-5E0DF479EA4E}" type="pres">
      <dgm:prSet presAssocID="{72714270-3046-4A2F-8BDD-331F016EC033}" presName="composite" presStyleCnt="0"/>
      <dgm:spPr/>
    </dgm:pt>
    <dgm:pt modelId="{33D4F433-C8C9-4B9C-9308-57B83A40E9A8}" type="pres">
      <dgm:prSet presAssocID="{72714270-3046-4A2F-8BDD-331F016EC033}" presName="parentText" presStyleLbl="alignNode1" presStyleIdx="2" presStyleCnt="5">
        <dgm:presLayoutVars>
          <dgm:chMax val="1"/>
          <dgm:bulletEnabled val="1"/>
        </dgm:presLayoutVars>
      </dgm:prSet>
      <dgm:spPr/>
      <dgm:t>
        <a:bodyPr/>
        <a:lstStyle/>
        <a:p>
          <a:endParaRPr lang="es-VE"/>
        </a:p>
      </dgm:t>
    </dgm:pt>
    <dgm:pt modelId="{F6DD7460-495C-4E30-A202-322A3C02489F}" type="pres">
      <dgm:prSet presAssocID="{72714270-3046-4A2F-8BDD-331F016EC033}" presName="descendantText" presStyleLbl="alignAcc1" presStyleIdx="2" presStyleCnt="5">
        <dgm:presLayoutVars>
          <dgm:bulletEnabled val="1"/>
        </dgm:presLayoutVars>
      </dgm:prSet>
      <dgm:spPr/>
      <dgm:t>
        <a:bodyPr/>
        <a:lstStyle/>
        <a:p>
          <a:endParaRPr lang="es-VE"/>
        </a:p>
      </dgm:t>
    </dgm:pt>
    <dgm:pt modelId="{D6B3FBFE-B56D-44F2-B82F-DA281D1CE934}" type="pres">
      <dgm:prSet presAssocID="{0C403CA6-D87C-44A8-8612-A47426782A26}" presName="sp" presStyleCnt="0"/>
      <dgm:spPr/>
    </dgm:pt>
    <dgm:pt modelId="{3F08462C-3B1D-450B-922C-192EE0EDF726}" type="pres">
      <dgm:prSet presAssocID="{B8C901AB-924D-45AB-BF6F-ACC48879404F}" presName="composite" presStyleCnt="0"/>
      <dgm:spPr/>
    </dgm:pt>
    <dgm:pt modelId="{C185FB9C-3FE0-40FA-ABF6-7B2276FDEE4B}" type="pres">
      <dgm:prSet presAssocID="{B8C901AB-924D-45AB-BF6F-ACC48879404F}" presName="parentText" presStyleLbl="alignNode1" presStyleIdx="3" presStyleCnt="5">
        <dgm:presLayoutVars>
          <dgm:chMax val="1"/>
          <dgm:bulletEnabled val="1"/>
        </dgm:presLayoutVars>
      </dgm:prSet>
      <dgm:spPr/>
      <dgm:t>
        <a:bodyPr/>
        <a:lstStyle/>
        <a:p>
          <a:endParaRPr lang="es-VE"/>
        </a:p>
      </dgm:t>
    </dgm:pt>
    <dgm:pt modelId="{213CF33E-3CBD-41DB-971F-FF714C1533AB}" type="pres">
      <dgm:prSet presAssocID="{B8C901AB-924D-45AB-BF6F-ACC48879404F}" presName="descendantText" presStyleLbl="alignAcc1" presStyleIdx="3" presStyleCnt="5">
        <dgm:presLayoutVars>
          <dgm:bulletEnabled val="1"/>
        </dgm:presLayoutVars>
      </dgm:prSet>
      <dgm:spPr/>
      <dgm:t>
        <a:bodyPr/>
        <a:lstStyle/>
        <a:p>
          <a:endParaRPr lang="es-VE"/>
        </a:p>
      </dgm:t>
    </dgm:pt>
    <dgm:pt modelId="{53B74D6A-D872-4669-A5A3-19BEC5A79290}" type="pres">
      <dgm:prSet presAssocID="{97586A03-FE2B-4254-BC31-135BD9DD3659}" presName="sp" presStyleCnt="0"/>
      <dgm:spPr/>
    </dgm:pt>
    <dgm:pt modelId="{F14134A2-34D4-44CC-A120-46DBACAA44FF}" type="pres">
      <dgm:prSet presAssocID="{65E6D125-E9E4-4476-8D39-D832952B6740}" presName="composite" presStyleCnt="0"/>
      <dgm:spPr/>
    </dgm:pt>
    <dgm:pt modelId="{A72DB817-8C53-414C-AA1F-B4EF98826140}" type="pres">
      <dgm:prSet presAssocID="{65E6D125-E9E4-4476-8D39-D832952B6740}" presName="parentText" presStyleLbl="alignNode1" presStyleIdx="4" presStyleCnt="5">
        <dgm:presLayoutVars>
          <dgm:chMax val="1"/>
          <dgm:bulletEnabled val="1"/>
        </dgm:presLayoutVars>
      </dgm:prSet>
      <dgm:spPr/>
      <dgm:t>
        <a:bodyPr/>
        <a:lstStyle/>
        <a:p>
          <a:endParaRPr lang="es-VE"/>
        </a:p>
      </dgm:t>
    </dgm:pt>
    <dgm:pt modelId="{64E31AD0-6C29-441F-AFBC-82D5C564873C}" type="pres">
      <dgm:prSet presAssocID="{65E6D125-E9E4-4476-8D39-D832952B6740}" presName="descendantText" presStyleLbl="alignAcc1" presStyleIdx="4" presStyleCnt="5">
        <dgm:presLayoutVars>
          <dgm:bulletEnabled val="1"/>
        </dgm:presLayoutVars>
      </dgm:prSet>
      <dgm:spPr/>
      <dgm:t>
        <a:bodyPr/>
        <a:lstStyle/>
        <a:p>
          <a:endParaRPr lang="es-VE"/>
        </a:p>
      </dgm:t>
    </dgm:pt>
  </dgm:ptLst>
  <dgm:cxnLst>
    <dgm:cxn modelId="{3C91DA91-0F59-4AA5-B5E7-BEB12FEBE126}" type="presOf" srcId="{895A4EA9-F0DC-4260-A999-49231FFF13FE}" destId="{AB3B8F0F-423A-4DBF-BEED-5FE4EE7E48F8}" srcOrd="0" destOrd="0" presId="urn:microsoft.com/office/officeart/2005/8/layout/chevron2"/>
    <dgm:cxn modelId="{EF95C9E7-2F3A-4014-AA81-2730D97F67D2}" type="presOf" srcId="{1C063B98-82D6-449E-9845-83CD0EB5511E}" destId="{213CF33E-3CBD-41DB-971F-FF714C1533AB}" srcOrd="0" destOrd="0" presId="urn:microsoft.com/office/officeart/2005/8/layout/chevron2"/>
    <dgm:cxn modelId="{57A91FBA-03AC-4669-AD89-3AE1E35B7E6D}" type="presOf" srcId="{FB9DC131-D0DF-4BB3-8A43-55C83ED301A3}" destId="{4F7D120D-AF95-4C3A-A343-6DCBBC8C61DA}" srcOrd="0" destOrd="0" presId="urn:microsoft.com/office/officeart/2005/8/layout/chevron2"/>
    <dgm:cxn modelId="{4BA72C1C-3413-4727-9F56-F511ACB12761}" srcId="{A0454DD4-48D7-4F4C-9816-304017D27511}" destId="{72714270-3046-4A2F-8BDD-331F016EC033}" srcOrd="2" destOrd="0" parTransId="{B9BF91A6-B278-47EE-B319-B665998BFDAF}" sibTransId="{0C403CA6-D87C-44A8-8612-A47426782A26}"/>
    <dgm:cxn modelId="{D6DB8B15-199F-4B87-9577-BBA3B8B13F18}" type="presOf" srcId="{B8C901AB-924D-45AB-BF6F-ACC48879404F}" destId="{C185FB9C-3FE0-40FA-ABF6-7B2276FDEE4B}" srcOrd="0" destOrd="0" presId="urn:microsoft.com/office/officeart/2005/8/layout/chevron2"/>
    <dgm:cxn modelId="{5E40C56A-7ABF-4B2D-B305-49B08AD37B83}" type="presOf" srcId="{65E6D125-E9E4-4476-8D39-D832952B6740}" destId="{A72DB817-8C53-414C-AA1F-B4EF98826140}" srcOrd="0" destOrd="0" presId="urn:microsoft.com/office/officeart/2005/8/layout/chevron2"/>
    <dgm:cxn modelId="{89803E0C-B5A2-4901-B7C9-3FED77BD32CA}" srcId="{05A82FBD-95E6-4C57-B87D-8246A18080A9}" destId="{FB9DC131-D0DF-4BB3-8A43-55C83ED301A3}" srcOrd="0" destOrd="0" parTransId="{D7C5BFC6-FB2F-4247-93D3-25B172992320}" sibTransId="{E7A9B8D0-030A-494F-8ED4-A0A98302C0FC}"/>
    <dgm:cxn modelId="{5E2841FE-92F5-4E19-85E7-0C2BE75CE713}" srcId="{A0454DD4-48D7-4F4C-9816-304017D27511}" destId="{DDA25B16-6370-4768-B4FF-A16ACE734839}" srcOrd="1" destOrd="0" parTransId="{DB1EC034-4548-4A69-9AFC-04977244C1D4}" sibTransId="{753A307E-B1E5-4949-A744-E5537FEE94C3}"/>
    <dgm:cxn modelId="{B617A259-4925-4817-9335-4701992CFA61}" type="presOf" srcId="{72714270-3046-4A2F-8BDD-331F016EC033}" destId="{33D4F433-C8C9-4B9C-9308-57B83A40E9A8}" srcOrd="0" destOrd="0" presId="urn:microsoft.com/office/officeart/2005/8/layout/chevron2"/>
    <dgm:cxn modelId="{8802204A-76E4-416A-B998-3A64A736F55E}" type="presOf" srcId="{A0454DD4-48D7-4F4C-9816-304017D27511}" destId="{2237578F-72D9-4EDB-8547-B05B43499A76}" srcOrd="0" destOrd="0" presId="urn:microsoft.com/office/officeart/2005/8/layout/chevron2"/>
    <dgm:cxn modelId="{A133B618-9041-4D47-9081-9A7F0FAD0260}" srcId="{DDA25B16-6370-4768-B4FF-A16ACE734839}" destId="{895A4EA9-F0DC-4260-A999-49231FFF13FE}" srcOrd="0" destOrd="0" parTransId="{11A1CDD5-1469-4B94-BCAB-7D08E468BD99}" sibTransId="{4FD22914-1522-4E2A-9643-1E4AA5F69C17}"/>
    <dgm:cxn modelId="{7068F656-0545-4B61-9CAD-ACE3CB286C9B}" srcId="{A0454DD4-48D7-4F4C-9816-304017D27511}" destId="{65E6D125-E9E4-4476-8D39-D832952B6740}" srcOrd="4" destOrd="0" parTransId="{69154150-8D71-4B68-9085-8F69DEEB953E}" sibTransId="{C2581E12-5769-4AA7-81F4-573F768A5271}"/>
    <dgm:cxn modelId="{99752485-4C89-4CD4-B744-4CA1507D945B}" srcId="{A0454DD4-48D7-4F4C-9816-304017D27511}" destId="{05A82FBD-95E6-4C57-B87D-8246A18080A9}" srcOrd="0" destOrd="0" parTransId="{635BE9E8-3D63-4A3B-B9EB-8B78D4C89BE4}" sibTransId="{DEC1A48D-3764-44A0-9AE9-EA2141F3D722}"/>
    <dgm:cxn modelId="{5499B4C3-01D2-437D-852E-0E19E138FBBE}" srcId="{B8C901AB-924D-45AB-BF6F-ACC48879404F}" destId="{1C063B98-82D6-449E-9845-83CD0EB5511E}" srcOrd="0" destOrd="0" parTransId="{EEE38E45-C4B3-4CBE-B808-77B08BA473E7}" sibTransId="{E7DAC59D-3E8D-4FBF-94B4-B3485931A536}"/>
    <dgm:cxn modelId="{58E9BD94-B192-4035-8A97-384B311799D6}" srcId="{65E6D125-E9E4-4476-8D39-D832952B6740}" destId="{7FC8C914-59EE-4910-862A-FA3771FE374E}" srcOrd="0" destOrd="0" parTransId="{F6CC0080-B869-4145-B51F-1D8DE16278E7}" sibTransId="{623E3108-819D-4ADF-ABC3-AA9B4AB4A349}"/>
    <dgm:cxn modelId="{CB168A82-EDF6-412B-AF13-3D2B9CEDA1C2}" type="presOf" srcId="{05A82FBD-95E6-4C57-B87D-8246A18080A9}" destId="{0F6D9952-7E9E-4A4E-A14C-A1523A06933A}" srcOrd="0" destOrd="0" presId="urn:microsoft.com/office/officeart/2005/8/layout/chevron2"/>
    <dgm:cxn modelId="{F18C8F39-5CE5-4BD1-9D5C-E81CFC2470A1}" srcId="{72714270-3046-4A2F-8BDD-331F016EC033}" destId="{662D7E42-5041-4626-A6DF-9195ED11E4A9}" srcOrd="0" destOrd="0" parTransId="{6BDE2DD1-CAE1-4A00-B719-84BDDC3132CC}" sibTransId="{DA2DD09A-645F-4387-9E42-A0921E1D2B6F}"/>
    <dgm:cxn modelId="{5DA630DE-81B1-4FEC-A343-E8E89258AD02}" type="presOf" srcId="{662D7E42-5041-4626-A6DF-9195ED11E4A9}" destId="{F6DD7460-495C-4E30-A202-322A3C02489F}" srcOrd="0" destOrd="0" presId="urn:microsoft.com/office/officeart/2005/8/layout/chevron2"/>
    <dgm:cxn modelId="{1D71C0C4-4C1B-463F-A201-F68D44B4B5EB}" type="presOf" srcId="{7FC8C914-59EE-4910-862A-FA3771FE374E}" destId="{64E31AD0-6C29-441F-AFBC-82D5C564873C}" srcOrd="0" destOrd="0" presId="urn:microsoft.com/office/officeart/2005/8/layout/chevron2"/>
    <dgm:cxn modelId="{40451A86-C466-4377-B759-8FBD21604726}" srcId="{A0454DD4-48D7-4F4C-9816-304017D27511}" destId="{B8C901AB-924D-45AB-BF6F-ACC48879404F}" srcOrd="3" destOrd="0" parTransId="{4C58B41A-0F1C-4E54-9EBD-A73F7BD71140}" sibTransId="{97586A03-FE2B-4254-BC31-135BD9DD3659}"/>
    <dgm:cxn modelId="{7E93D888-3754-4DC1-B37F-CBD0BA682629}" type="presOf" srcId="{DDA25B16-6370-4768-B4FF-A16ACE734839}" destId="{F8D18D48-4743-4FB9-9772-CFB001C72B14}" srcOrd="0" destOrd="0" presId="urn:microsoft.com/office/officeart/2005/8/layout/chevron2"/>
    <dgm:cxn modelId="{D2533CDC-206F-4B0A-A001-6E615C2AA0D7}" type="presParOf" srcId="{2237578F-72D9-4EDB-8547-B05B43499A76}" destId="{11224BAD-A1C1-464C-A358-3EF9F5203529}" srcOrd="0" destOrd="0" presId="urn:microsoft.com/office/officeart/2005/8/layout/chevron2"/>
    <dgm:cxn modelId="{9F5EA18B-70FB-46FF-83D5-AB6CED433D6E}" type="presParOf" srcId="{11224BAD-A1C1-464C-A358-3EF9F5203529}" destId="{0F6D9952-7E9E-4A4E-A14C-A1523A06933A}" srcOrd="0" destOrd="0" presId="urn:microsoft.com/office/officeart/2005/8/layout/chevron2"/>
    <dgm:cxn modelId="{44A6528C-0B55-4065-AEA4-B23255D74A9F}" type="presParOf" srcId="{11224BAD-A1C1-464C-A358-3EF9F5203529}" destId="{4F7D120D-AF95-4C3A-A343-6DCBBC8C61DA}" srcOrd="1" destOrd="0" presId="urn:microsoft.com/office/officeart/2005/8/layout/chevron2"/>
    <dgm:cxn modelId="{F17AF081-A01D-4539-85DF-5A7BCF6D1844}" type="presParOf" srcId="{2237578F-72D9-4EDB-8547-B05B43499A76}" destId="{29993FCE-4A8E-42DB-B3D5-424E19A0AB6C}" srcOrd="1" destOrd="0" presId="urn:microsoft.com/office/officeart/2005/8/layout/chevron2"/>
    <dgm:cxn modelId="{16CF6896-D054-4ED6-A84E-5AED78C575AD}" type="presParOf" srcId="{2237578F-72D9-4EDB-8547-B05B43499A76}" destId="{F4F82A42-6672-49D6-97D2-2FDCDFD21FF5}" srcOrd="2" destOrd="0" presId="urn:microsoft.com/office/officeart/2005/8/layout/chevron2"/>
    <dgm:cxn modelId="{10AC26A1-C707-4895-B291-2B13EE9CAFA8}" type="presParOf" srcId="{F4F82A42-6672-49D6-97D2-2FDCDFD21FF5}" destId="{F8D18D48-4743-4FB9-9772-CFB001C72B14}" srcOrd="0" destOrd="0" presId="urn:microsoft.com/office/officeart/2005/8/layout/chevron2"/>
    <dgm:cxn modelId="{C3FE72EF-2D12-42CC-830B-3716FE515C0E}" type="presParOf" srcId="{F4F82A42-6672-49D6-97D2-2FDCDFD21FF5}" destId="{AB3B8F0F-423A-4DBF-BEED-5FE4EE7E48F8}" srcOrd="1" destOrd="0" presId="urn:microsoft.com/office/officeart/2005/8/layout/chevron2"/>
    <dgm:cxn modelId="{61DEE209-3AA3-4835-82ED-339DEFD3659B}" type="presParOf" srcId="{2237578F-72D9-4EDB-8547-B05B43499A76}" destId="{73319C70-C15F-47DA-87DB-43A8E3C70D00}" srcOrd="3" destOrd="0" presId="urn:microsoft.com/office/officeart/2005/8/layout/chevron2"/>
    <dgm:cxn modelId="{6362FD7D-9F79-4885-A5FD-5BFE93FD228A}" type="presParOf" srcId="{2237578F-72D9-4EDB-8547-B05B43499A76}" destId="{79B28B7B-8A24-4683-A603-5E0DF479EA4E}" srcOrd="4" destOrd="0" presId="urn:microsoft.com/office/officeart/2005/8/layout/chevron2"/>
    <dgm:cxn modelId="{12895CF4-4F64-447E-A14D-EC1355CFB492}" type="presParOf" srcId="{79B28B7B-8A24-4683-A603-5E0DF479EA4E}" destId="{33D4F433-C8C9-4B9C-9308-57B83A40E9A8}" srcOrd="0" destOrd="0" presId="urn:microsoft.com/office/officeart/2005/8/layout/chevron2"/>
    <dgm:cxn modelId="{D9C99E1E-EA70-4FFB-88E8-D016406B402E}" type="presParOf" srcId="{79B28B7B-8A24-4683-A603-5E0DF479EA4E}" destId="{F6DD7460-495C-4E30-A202-322A3C02489F}" srcOrd="1" destOrd="0" presId="urn:microsoft.com/office/officeart/2005/8/layout/chevron2"/>
    <dgm:cxn modelId="{339A706A-75E2-4ACD-832A-4AB7C81F3057}" type="presParOf" srcId="{2237578F-72D9-4EDB-8547-B05B43499A76}" destId="{D6B3FBFE-B56D-44F2-B82F-DA281D1CE934}" srcOrd="5" destOrd="0" presId="urn:microsoft.com/office/officeart/2005/8/layout/chevron2"/>
    <dgm:cxn modelId="{E08B8408-352A-417D-86B1-A3F0CD29FD20}" type="presParOf" srcId="{2237578F-72D9-4EDB-8547-B05B43499A76}" destId="{3F08462C-3B1D-450B-922C-192EE0EDF726}" srcOrd="6" destOrd="0" presId="urn:microsoft.com/office/officeart/2005/8/layout/chevron2"/>
    <dgm:cxn modelId="{6331E75E-50BD-4C06-969B-3A213B9B846D}" type="presParOf" srcId="{3F08462C-3B1D-450B-922C-192EE0EDF726}" destId="{C185FB9C-3FE0-40FA-ABF6-7B2276FDEE4B}" srcOrd="0" destOrd="0" presId="urn:microsoft.com/office/officeart/2005/8/layout/chevron2"/>
    <dgm:cxn modelId="{81C995BB-D363-462A-94F2-D2FED6297B35}" type="presParOf" srcId="{3F08462C-3B1D-450B-922C-192EE0EDF726}" destId="{213CF33E-3CBD-41DB-971F-FF714C1533AB}" srcOrd="1" destOrd="0" presId="urn:microsoft.com/office/officeart/2005/8/layout/chevron2"/>
    <dgm:cxn modelId="{16BC2935-DD00-4652-8B7F-00CFBECC6E7C}" type="presParOf" srcId="{2237578F-72D9-4EDB-8547-B05B43499A76}" destId="{53B74D6A-D872-4669-A5A3-19BEC5A79290}" srcOrd="7" destOrd="0" presId="urn:microsoft.com/office/officeart/2005/8/layout/chevron2"/>
    <dgm:cxn modelId="{6FEE80CC-36B9-46C0-A94F-84E50DA38F07}" type="presParOf" srcId="{2237578F-72D9-4EDB-8547-B05B43499A76}" destId="{F14134A2-34D4-44CC-A120-46DBACAA44FF}" srcOrd="8" destOrd="0" presId="urn:microsoft.com/office/officeart/2005/8/layout/chevron2"/>
    <dgm:cxn modelId="{4ED01DDC-EC31-4CB8-83FD-30625B224E22}" type="presParOf" srcId="{F14134A2-34D4-44CC-A120-46DBACAA44FF}" destId="{A72DB817-8C53-414C-AA1F-B4EF98826140}" srcOrd="0" destOrd="0" presId="urn:microsoft.com/office/officeart/2005/8/layout/chevron2"/>
    <dgm:cxn modelId="{88970588-8A0E-4E17-AF6F-16AFDAF00FC4}" type="presParOf" srcId="{F14134A2-34D4-44CC-A120-46DBACAA44FF}" destId="{64E31AD0-6C29-441F-AFBC-82D5C564873C}" srcOrd="1" destOrd="0" presId="urn:microsoft.com/office/officeart/2005/8/layout/chevron2"/>
  </dgm:cxnLst>
  <dgm:bg/>
  <dgm:whole/>
  <dgm:extLst>
    <a:ext uri="http://schemas.microsoft.com/office/drawing/2008/diagram">
      <dsp:dataModelExt xmlns:dsp="http://schemas.microsoft.com/office/drawing/2008/diagram" xmlns="" relId="rId11"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422E0A25-11D3-4796-906B-9BBB70231C37}" type="doc">
      <dgm:prSet loTypeId="urn:microsoft.com/office/officeart/2005/8/layout/vList2" loCatId="list" qsTypeId="urn:microsoft.com/office/officeart/2005/8/quickstyle/3d6" qsCatId="3D" csTypeId="urn:microsoft.com/office/officeart/2005/8/colors/accent1_2" csCatId="accent1"/>
      <dgm:spPr/>
      <dgm:t>
        <a:bodyPr/>
        <a:lstStyle/>
        <a:p>
          <a:endParaRPr lang="es-VE"/>
        </a:p>
      </dgm:t>
    </dgm:pt>
    <dgm:pt modelId="{43D46C90-F820-453B-AADF-8F8A15ECE8A6}">
      <dgm:prSet/>
      <dgm:spPr/>
      <dgm:t>
        <a:bodyPr/>
        <a:lstStyle/>
        <a:p>
          <a:pPr algn="ctr" rtl="0"/>
          <a:r>
            <a:rPr lang="es-VE" b="1" dirty="0" smtClean="0">
              <a:solidFill>
                <a:schemeClr val="tx1"/>
              </a:solidFill>
            </a:rPr>
            <a:t>CAPITULO V</a:t>
          </a:r>
          <a:br>
            <a:rPr lang="es-VE" b="1" dirty="0" smtClean="0">
              <a:solidFill>
                <a:schemeClr val="tx1"/>
              </a:solidFill>
            </a:rPr>
          </a:br>
          <a:r>
            <a:rPr lang="es-VE" b="1" dirty="0" smtClean="0">
              <a:solidFill>
                <a:schemeClr val="tx1"/>
              </a:solidFill>
            </a:rPr>
            <a:t>INSTRUMENTOS  DEL SISTEMA INTEGRAL DE ADMINISTRACION DE RIESGOS DE LEGITIMACION DE CAPITALES, FINANCIAMIENTO AL TERRORISMO Y FINANCIMAIENTOP A LA PROLIFERACION DE ARMAS DE DESTRUCCION MASIVA</a:t>
          </a:r>
          <a:endParaRPr lang="es-VE" b="1" dirty="0">
            <a:solidFill>
              <a:schemeClr val="tx1"/>
            </a:solidFill>
          </a:endParaRPr>
        </a:p>
      </dgm:t>
    </dgm:pt>
    <dgm:pt modelId="{AB28A342-BB26-4C39-AF9D-42BA85BE008C}" type="parTrans" cxnId="{6DDDA7D3-B16E-45B5-8F28-764DE3867F51}">
      <dgm:prSet/>
      <dgm:spPr/>
      <dgm:t>
        <a:bodyPr/>
        <a:lstStyle/>
        <a:p>
          <a:endParaRPr lang="es-VE"/>
        </a:p>
      </dgm:t>
    </dgm:pt>
    <dgm:pt modelId="{C9F91470-AF0A-4370-AA40-3CFE44832754}" type="sibTrans" cxnId="{6DDDA7D3-B16E-45B5-8F28-764DE3867F51}">
      <dgm:prSet/>
      <dgm:spPr/>
      <dgm:t>
        <a:bodyPr/>
        <a:lstStyle/>
        <a:p>
          <a:endParaRPr lang="es-VE"/>
        </a:p>
      </dgm:t>
    </dgm:pt>
    <dgm:pt modelId="{017AE905-0E9B-4140-AB4F-9AE5DC5B36FE}" type="pres">
      <dgm:prSet presAssocID="{422E0A25-11D3-4796-906B-9BBB70231C37}" presName="linear" presStyleCnt="0">
        <dgm:presLayoutVars>
          <dgm:animLvl val="lvl"/>
          <dgm:resizeHandles val="exact"/>
        </dgm:presLayoutVars>
      </dgm:prSet>
      <dgm:spPr/>
      <dgm:t>
        <a:bodyPr/>
        <a:lstStyle/>
        <a:p>
          <a:endParaRPr lang="es-VE"/>
        </a:p>
      </dgm:t>
    </dgm:pt>
    <dgm:pt modelId="{0763FAD7-0D73-4D28-B94B-D534259D7F3E}" type="pres">
      <dgm:prSet presAssocID="{43D46C90-F820-453B-AADF-8F8A15ECE8A6}" presName="parentText" presStyleLbl="node1" presStyleIdx="0" presStyleCnt="1">
        <dgm:presLayoutVars>
          <dgm:chMax val="0"/>
          <dgm:bulletEnabled val="1"/>
        </dgm:presLayoutVars>
      </dgm:prSet>
      <dgm:spPr/>
      <dgm:t>
        <a:bodyPr/>
        <a:lstStyle/>
        <a:p>
          <a:endParaRPr lang="es-VE"/>
        </a:p>
      </dgm:t>
    </dgm:pt>
  </dgm:ptLst>
  <dgm:cxnLst>
    <dgm:cxn modelId="{6DDDA7D3-B16E-45B5-8F28-764DE3867F51}" srcId="{422E0A25-11D3-4796-906B-9BBB70231C37}" destId="{43D46C90-F820-453B-AADF-8F8A15ECE8A6}" srcOrd="0" destOrd="0" parTransId="{AB28A342-BB26-4C39-AF9D-42BA85BE008C}" sibTransId="{C9F91470-AF0A-4370-AA40-3CFE44832754}"/>
    <dgm:cxn modelId="{61139594-BD65-497B-BEFB-A25B5620E997}" type="presOf" srcId="{422E0A25-11D3-4796-906B-9BBB70231C37}" destId="{017AE905-0E9B-4140-AB4F-9AE5DC5B36FE}" srcOrd="0" destOrd="0" presId="urn:microsoft.com/office/officeart/2005/8/layout/vList2"/>
    <dgm:cxn modelId="{F1E28FAE-0EF8-41AF-9119-0E3105E1CBCB}" type="presOf" srcId="{43D46C90-F820-453B-AADF-8F8A15ECE8A6}" destId="{0763FAD7-0D73-4D28-B94B-D534259D7F3E}" srcOrd="0" destOrd="0" presId="urn:microsoft.com/office/officeart/2005/8/layout/vList2"/>
    <dgm:cxn modelId="{263EF1EC-7EFC-4F28-A671-95AB910AC498}" type="presParOf" srcId="{017AE905-0E9B-4140-AB4F-9AE5DC5B36FE}" destId="{0763FAD7-0D73-4D28-B94B-D534259D7F3E}" srcOrd="0" destOrd="0" presId="urn:microsoft.com/office/officeart/2005/8/layout/vList2"/>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DD306A24-A12D-439E-805E-8AADB0E32E5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VE"/>
        </a:p>
      </dgm:t>
    </dgm:pt>
    <dgm:pt modelId="{2BC0F963-3CFD-41B0-BC22-65A58E4F178E}">
      <dgm:prSet/>
      <dgm:spPr/>
      <dgm:t>
        <a:bodyPr/>
        <a:lstStyle/>
        <a:p>
          <a:pPr algn="ctr" rtl="0"/>
          <a:r>
            <a:rPr lang="es-VE" b="1" dirty="0" smtClean="0">
              <a:solidFill>
                <a:schemeClr val="tx1"/>
              </a:solidFill>
            </a:rPr>
            <a:t>SECCION I</a:t>
          </a:r>
          <a:br>
            <a:rPr lang="es-VE" b="1" dirty="0" smtClean="0">
              <a:solidFill>
                <a:schemeClr val="tx1"/>
              </a:solidFill>
            </a:rPr>
          </a:br>
          <a:r>
            <a:rPr lang="es-VE" b="1" dirty="0" smtClean="0">
              <a:solidFill>
                <a:schemeClr val="tx1"/>
              </a:solidFill>
            </a:rPr>
            <a:t>PLAN OPERTATIVO ANUAL</a:t>
          </a:r>
          <a:endParaRPr lang="es-VE" b="1" dirty="0">
            <a:solidFill>
              <a:schemeClr val="tx1"/>
            </a:solidFill>
          </a:endParaRPr>
        </a:p>
      </dgm:t>
    </dgm:pt>
    <dgm:pt modelId="{6790DAEA-17DF-48B8-A1B2-A23B183D3688}" type="parTrans" cxnId="{CAD00E59-07A4-4987-8B28-4C0ADD7D89BA}">
      <dgm:prSet/>
      <dgm:spPr/>
      <dgm:t>
        <a:bodyPr/>
        <a:lstStyle/>
        <a:p>
          <a:endParaRPr lang="es-VE"/>
        </a:p>
      </dgm:t>
    </dgm:pt>
    <dgm:pt modelId="{8536DB71-95DF-4E83-838D-3DF17A4242A8}" type="sibTrans" cxnId="{CAD00E59-07A4-4987-8B28-4C0ADD7D89BA}">
      <dgm:prSet/>
      <dgm:spPr/>
      <dgm:t>
        <a:bodyPr/>
        <a:lstStyle/>
        <a:p>
          <a:endParaRPr lang="es-VE"/>
        </a:p>
      </dgm:t>
    </dgm:pt>
    <dgm:pt modelId="{7907CE91-580A-4886-AEC9-DA0ECC089797}" type="pres">
      <dgm:prSet presAssocID="{DD306A24-A12D-439E-805E-8AADB0E32E55}" presName="linear" presStyleCnt="0">
        <dgm:presLayoutVars>
          <dgm:animLvl val="lvl"/>
          <dgm:resizeHandles val="exact"/>
        </dgm:presLayoutVars>
      </dgm:prSet>
      <dgm:spPr/>
      <dgm:t>
        <a:bodyPr/>
        <a:lstStyle/>
        <a:p>
          <a:endParaRPr lang="es-VE"/>
        </a:p>
      </dgm:t>
    </dgm:pt>
    <dgm:pt modelId="{7F8D61BD-544D-457B-9ACF-F56E7F3F080A}" type="pres">
      <dgm:prSet presAssocID="{2BC0F963-3CFD-41B0-BC22-65A58E4F178E}" presName="parentText" presStyleLbl="node1" presStyleIdx="0" presStyleCnt="1">
        <dgm:presLayoutVars>
          <dgm:chMax val="0"/>
          <dgm:bulletEnabled val="1"/>
        </dgm:presLayoutVars>
      </dgm:prSet>
      <dgm:spPr/>
      <dgm:t>
        <a:bodyPr/>
        <a:lstStyle/>
        <a:p>
          <a:endParaRPr lang="es-VE"/>
        </a:p>
      </dgm:t>
    </dgm:pt>
  </dgm:ptLst>
  <dgm:cxnLst>
    <dgm:cxn modelId="{CAD00E59-07A4-4987-8B28-4C0ADD7D89BA}" srcId="{DD306A24-A12D-439E-805E-8AADB0E32E55}" destId="{2BC0F963-3CFD-41B0-BC22-65A58E4F178E}" srcOrd="0" destOrd="0" parTransId="{6790DAEA-17DF-48B8-A1B2-A23B183D3688}" sibTransId="{8536DB71-95DF-4E83-838D-3DF17A4242A8}"/>
    <dgm:cxn modelId="{EC3302E7-F7AC-420F-9BB0-117508B7C544}" type="presOf" srcId="{DD306A24-A12D-439E-805E-8AADB0E32E55}" destId="{7907CE91-580A-4886-AEC9-DA0ECC089797}" srcOrd="0" destOrd="0" presId="urn:microsoft.com/office/officeart/2005/8/layout/vList2"/>
    <dgm:cxn modelId="{DC32ACAC-A529-4DA1-B81D-003B758CAD93}" type="presOf" srcId="{2BC0F963-3CFD-41B0-BC22-65A58E4F178E}" destId="{7F8D61BD-544D-457B-9ACF-F56E7F3F080A}" srcOrd="0" destOrd="0" presId="urn:microsoft.com/office/officeart/2005/8/layout/vList2"/>
    <dgm:cxn modelId="{513EE3FF-D8BD-41F3-9C6A-570E7934937A}" type="presParOf" srcId="{7907CE91-580A-4886-AEC9-DA0ECC089797}" destId="{7F8D61BD-544D-457B-9ACF-F56E7F3F080A}" srcOrd="0" destOrd="0" presId="urn:microsoft.com/office/officeart/2005/8/layout/vList2"/>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890D995A-3201-4CEB-8464-00D5A1720A59}" type="doc">
      <dgm:prSet loTypeId="urn:microsoft.com/office/officeart/2005/8/layout/hProcess9" loCatId="process" qsTypeId="urn:microsoft.com/office/officeart/2005/8/quickstyle/simple1" qsCatId="simple" csTypeId="urn:microsoft.com/office/officeart/2005/8/colors/accent1_2" csCatId="accent1" phldr="1"/>
      <dgm:spPr/>
    </dgm:pt>
    <dgm:pt modelId="{5F2C9275-24E9-4DF1-B657-05097CD717BD}">
      <dgm:prSet phldrT="[Texto]" custT="1"/>
      <dgm:spPr/>
      <dgm:t>
        <a:bodyPr/>
        <a:lstStyle/>
        <a:p>
          <a:r>
            <a:rPr lang="es-VE" sz="1400" b="1" dirty="0" smtClean="0">
              <a:solidFill>
                <a:schemeClr val="tx1"/>
              </a:solidFill>
              <a:effectLst/>
              <a:latin typeface="+mn-lt"/>
              <a:ea typeface="+mn-ea"/>
              <a:cs typeface="+mn-cs"/>
            </a:rPr>
            <a:t>El POA deberá elaborarse y diseñarse bajo un enfoque basado</a:t>
          </a:r>
          <a:br>
            <a:rPr lang="es-VE" sz="1400" b="1" dirty="0" smtClean="0">
              <a:solidFill>
                <a:schemeClr val="tx1"/>
              </a:solidFill>
              <a:effectLst/>
              <a:latin typeface="+mn-lt"/>
              <a:ea typeface="+mn-ea"/>
              <a:cs typeface="+mn-cs"/>
            </a:rPr>
          </a:br>
          <a:r>
            <a:rPr lang="es-VE" sz="1400" b="1" dirty="0" smtClean="0">
              <a:solidFill>
                <a:schemeClr val="tx1"/>
              </a:solidFill>
              <a:effectLst/>
              <a:latin typeface="+mn-lt"/>
              <a:ea typeface="+mn-ea"/>
              <a:cs typeface="+mn-cs"/>
            </a:rPr>
            <a:t>en riesgos, es decir, tomando en cuenta los resultados de la</a:t>
          </a:r>
          <a:br>
            <a:rPr lang="es-VE" sz="1400" b="1" dirty="0" smtClean="0">
              <a:solidFill>
                <a:schemeClr val="tx1"/>
              </a:solidFill>
              <a:effectLst/>
              <a:latin typeface="+mn-lt"/>
              <a:ea typeface="+mn-ea"/>
              <a:cs typeface="+mn-cs"/>
            </a:rPr>
          </a:br>
          <a:r>
            <a:rPr lang="es-VE" sz="1400" b="1" dirty="0" smtClean="0">
              <a:solidFill>
                <a:schemeClr val="tx1"/>
              </a:solidFill>
              <a:effectLst/>
              <a:latin typeface="+mn-lt"/>
              <a:ea typeface="+mn-ea"/>
              <a:cs typeface="+mn-cs"/>
            </a:rPr>
            <a:t>evaluación general, segmentación y evaluación de los riesgos</a:t>
          </a:r>
          <a:endParaRPr lang="es-VE" sz="1400" b="1" dirty="0"/>
        </a:p>
      </dgm:t>
    </dgm:pt>
    <dgm:pt modelId="{207E3BD4-120E-4C1C-AEEE-10E267864F27}" type="parTrans" cxnId="{C477D19A-22AF-453C-901C-2B2935E8749F}">
      <dgm:prSet/>
      <dgm:spPr/>
      <dgm:t>
        <a:bodyPr/>
        <a:lstStyle/>
        <a:p>
          <a:endParaRPr lang="es-VE" sz="1400"/>
        </a:p>
      </dgm:t>
    </dgm:pt>
    <dgm:pt modelId="{12B7638E-03E5-493A-B190-FF594D7E79C9}" type="sibTrans" cxnId="{C477D19A-22AF-453C-901C-2B2935E8749F}">
      <dgm:prSet/>
      <dgm:spPr/>
      <dgm:t>
        <a:bodyPr/>
        <a:lstStyle/>
        <a:p>
          <a:endParaRPr lang="es-VE" sz="1400"/>
        </a:p>
      </dgm:t>
    </dgm:pt>
    <dgm:pt modelId="{D23A56F3-4F81-4115-8380-22A5914AA5FD}">
      <dgm:prSet phldrT="[Texto]" custT="1"/>
      <dgm:spPr/>
      <dgm:t>
        <a:bodyPr/>
        <a:lstStyle/>
        <a:p>
          <a:pPr algn="ctr"/>
          <a:r>
            <a:rPr lang="es-VE" sz="1400" b="1" dirty="0" smtClean="0">
              <a:solidFill>
                <a:schemeClr val="tx1"/>
              </a:solidFill>
              <a:effectLst/>
              <a:latin typeface="+mn-lt"/>
              <a:ea typeface="+mn-ea"/>
              <a:cs typeface="+mn-cs"/>
            </a:rPr>
            <a:t>Los programas del POA deberán estar enfocados en la</a:t>
          </a:r>
          <a:br>
            <a:rPr lang="es-VE" sz="1400" b="1" dirty="0" smtClean="0">
              <a:solidFill>
                <a:schemeClr val="tx1"/>
              </a:solidFill>
              <a:effectLst/>
              <a:latin typeface="+mn-lt"/>
              <a:ea typeface="+mn-ea"/>
              <a:cs typeface="+mn-cs"/>
            </a:rPr>
          </a:br>
          <a:r>
            <a:rPr lang="es-VE" sz="1400" b="1" dirty="0" smtClean="0">
              <a:solidFill>
                <a:schemeClr val="tx1"/>
              </a:solidFill>
              <a:effectLst/>
              <a:latin typeface="+mn-lt"/>
              <a:ea typeface="+mn-ea"/>
              <a:cs typeface="+mn-cs"/>
            </a:rPr>
            <a:t>adquisición o actualización de las herramientas tecnológicas</a:t>
          </a:r>
          <a:br>
            <a:rPr lang="es-VE" sz="1400" b="1" dirty="0" smtClean="0">
              <a:solidFill>
                <a:schemeClr val="tx1"/>
              </a:solidFill>
              <a:effectLst/>
              <a:latin typeface="+mn-lt"/>
              <a:ea typeface="+mn-ea"/>
              <a:cs typeface="+mn-cs"/>
            </a:rPr>
          </a:br>
          <a:r>
            <a:rPr lang="es-VE" sz="1400" b="1" dirty="0" smtClean="0">
              <a:solidFill>
                <a:schemeClr val="tx1"/>
              </a:solidFill>
              <a:effectLst/>
              <a:latin typeface="+mn-lt"/>
              <a:ea typeface="+mn-ea"/>
              <a:cs typeface="+mn-cs"/>
            </a:rPr>
            <a:t>para detección de actividades sospechosas o inusuales y</a:t>
          </a:r>
          <a:br>
            <a:rPr lang="es-VE" sz="1400" b="1" dirty="0" smtClean="0">
              <a:solidFill>
                <a:schemeClr val="tx1"/>
              </a:solidFill>
              <a:effectLst/>
              <a:latin typeface="+mn-lt"/>
              <a:ea typeface="+mn-ea"/>
              <a:cs typeface="+mn-cs"/>
            </a:rPr>
          </a:br>
          <a:r>
            <a:rPr lang="es-VE" sz="1400" b="1" dirty="0" smtClean="0">
              <a:solidFill>
                <a:schemeClr val="tx1"/>
              </a:solidFill>
              <a:effectLst/>
              <a:latin typeface="+mn-lt"/>
              <a:ea typeface="+mn-ea"/>
              <a:cs typeface="+mn-cs"/>
            </a:rPr>
            <a:t>cambios en el perfil del cliente, planes de capacitación, planes</a:t>
          </a:r>
          <a:br>
            <a:rPr lang="es-VE" sz="1400" b="1" dirty="0" smtClean="0">
              <a:solidFill>
                <a:schemeClr val="tx1"/>
              </a:solidFill>
              <a:effectLst/>
              <a:latin typeface="+mn-lt"/>
              <a:ea typeface="+mn-ea"/>
              <a:cs typeface="+mn-cs"/>
            </a:rPr>
          </a:br>
          <a:r>
            <a:rPr lang="es-VE" sz="1400" b="1" dirty="0" smtClean="0">
              <a:solidFill>
                <a:schemeClr val="tx1"/>
              </a:solidFill>
              <a:effectLst/>
              <a:latin typeface="+mn-lt"/>
              <a:ea typeface="+mn-ea"/>
              <a:cs typeface="+mn-cs"/>
            </a:rPr>
            <a:t>de auditoría y actualización de los mecanismos de control</a:t>
          </a:r>
          <a:endParaRPr lang="es-VE" sz="1400" b="1" dirty="0"/>
        </a:p>
      </dgm:t>
    </dgm:pt>
    <dgm:pt modelId="{56680BF3-6DB8-4851-8BDF-4B38D653ED29}" type="parTrans" cxnId="{682AB226-803D-4ECA-A7A9-3885A15EF917}">
      <dgm:prSet/>
      <dgm:spPr/>
      <dgm:t>
        <a:bodyPr/>
        <a:lstStyle/>
        <a:p>
          <a:endParaRPr lang="es-VE" sz="1400"/>
        </a:p>
      </dgm:t>
    </dgm:pt>
    <dgm:pt modelId="{5FCB55C3-18DA-4104-A45E-226ECBF9DA63}" type="sibTrans" cxnId="{682AB226-803D-4ECA-A7A9-3885A15EF917}">
      <dgm:prSet/>
      <dgm:spPr/>
      <dgm:t>
        <a:bodyPr/>
        <a:lstStyle/>
        <a:p>
          <a:endParaRPr lang="es-VE" sz="1400"/>
        </a:p>
      </dgm:t>
    </dgm:pt>
    <dgm:pt modelId="{D07FB5C2-F13C-49E3-80B3-22B6AC90CBF5}">
      <dgm:prSet phldrT="[Texto]" custT="1"/>
      <dgm:spPr/>
      <dgm:t>
        <a:bodyPr/>
        <a:lstStyle/>
        <a:p>
          <a:r>
            <a:rPr lang="es-VE" sz="1400" b="1" dirty="0" smtClean="0">
              <a:solidFill>
                <a:schemeClr val="tx1"/>
              </a:solidFill>
              <a:effectLst/>
              <a:latin typeface="+mn-lt"/>
              <a:ea typeface="+mn-ea"/>
              <a:cs typeface="+mn-cs"/>
            </a:rPr>
            <a:t>El POA deberá ser remitido a SUDEASEG dentro de los 90</a:t>
          </a:r>
          <a:br>
            <a:rPr lang="es-VE" sz="1400" b="1" dirty="0" smtClean="0">
              <a:solidFill>
                <a:schemeClr val="tx1"/>
              </a:solidFill>
              <a:effectLst/>
              <a:latin typeface="+mn-lt"/>
              <a:ea typeface="+mn-ea"/>
              <a:cs typeface="+mn-cs"/>
            </a:rPr>
          </a:br>
          <a:r>
            <a:rPr lang="es-VE" sz="1400" b="1" dirty="0" smtClean="0">
              <a:solidFill>
                <a:schemeClr val="tx1"/>
              </a:solidFill>
              <a:effectLst/>
              <a:latin typeface="+mn-lt"/>
              <a:ea typeface="+mn-ea"/>
              <a:cs typeface="+mn-cs"/>
            </a:rPr>
            <a:t>previos al cierre del ejercicio fiscal para su autorización.</a:t>
          </a:r>
          <a:br>
            <a:rPr lang="es-VE" sz="1400" b="1" dirty="0" smtClean="0">
              <a:solidFill>
                <a:schemeClr val="tx1"/>
              </a:solidFill>
              <a:effectLst/>
              <a:latin typeface="+mn-lt"/>
              <a:ea typeface="+mn-ea"/>
              <a:cs typeface="+mn-cs"/>
            </a:rPr>
          </a:br>
          <a:r>
            <a:rPr lang="es-VE" sz="1400" b="1" dirty="0" smtClean="0">
              <a:solidFill>
                <a:schemeClr val="tx1"/>
              </a:solidFill>
              <a:effectLst/>
              <a:latin typeface="+mn-lt"/>
              <a:ea typeface="+mn-ea"/>
              <a:cs typeface="+mn-cs"/>
            </a:rPr>
            <a:t>• El Informe de Ejecución del POA deberá ser remitido a</a:t>
          </a:r>
          <a:br>
            <a:rPr lang="es-VE" sz="1400" b="1" dirty="0" smtClean="0">
              <a:solidFill>
                <a:schemeClr val="tx1"/>
              </a:solidFill>
              <a:effectLst/>
              <a:latin typeface="+mn-lt"/>
              <a:ea typeface="+mn-ea"/>
              <a:cs typeface="+mn-cs"/>
            </a:rPr>
          </a:br>
          <a:r>
            <a:rPr lang="es-VE" sz="1400" b="1" dirty="0" smtClean="0">
              <a:solidFill>
                <a:schemeClr val="tx1"/>
              </a:solidFill>
              <a:effectLst/>
              <a:latin typeface="+mn-lt"/>
              <a:ea typeface="+mn-ea"/>
              <a:cs typeface="+mn-cs"/>
            </a:rPr>
            <a:t>SUDEASEG dentro de los primeros 30 días al término de</a:t>
          </a:r>
          <a:br>
            <a:rPr lang="es-VE" sz="1400" b="1" dirty="0" smtClean="0">
              <a:solidFill>
                <a:schemeClr val="tx1"/>
              </a:solidFill>
              <a:effectLst/>
              <a:latin typeface="+mn-lt"/>
              <a:ea typeface="+mn-ea"/>
              <a:cs typeface="+mn-cs"/>
            </a:rPr>
          </a:br>
          <a:r>
            <a:rPr lang="es-VE" sz="1400" b="1" dirty="0" smtClean="0">
              <a:solidFill>
                <a:schemeClr val="tx1"/>
              </a:solidFill>
              <a:effectLst/>
              <a:latin typeface="+mn-lt"/>
              <a:ea typeface="+mn-ea"/>
              <a:cs typeface="+mn-cs"/>
            </a:rPr>
            <a:t>cada ejercicio fiscal.</a:t>
          </a:r>
          <a:br>
            <a:rPr lang="es-VE" sz="1400" b="1" dirty="0" smtClean="0">
              <a:solidFill>
                <a:schemeClr val="tx1"/>
              </a:solidFill>
              <a:effectLst/>
              <a:latin typeface="+mn-lt"/>
              <a:ea typeface="+mn-ea"/>
              <a:cs typeface="+mn-cs"/>
            </a:rPr>
          </a:br>
          <a:endParaRPr lang="es-VE" sz="1400" b="1" dirty="0">
            <a:solidFill>
              <a:schemeClr val="tx1"/>
            </a:solidFill>
          </a:endParaRPr>
        </a:p>
      </dgm:t>
    </dgm:pt>
    <dgm:pt modelId="{1A2966F8-FB99-4115-847C-100ED2A014B4}" type="parTrans" cxnId="{B3FAEC04-40C9-494A-B421-A258FDD47D4B}">
      <dgm:prSet/>
      <dgm:spPr/>
      <dgm:t>
        <a:bodyPr/>
        <a:lstStyle/>
        <a:p>
          <a:endParaRPr lang="es-VE" sz="1400"/>
        </a:p>
      </dgm:t>
    </dgm:pt>
    <dgm:pt modelId="{A33D13CB-BAE4-4B37-91A0-1CC3D9CD45A8}" type="sibTrans" cxnId="{B3FAEC04-40C9-494A-B421-A258FDD47D4B}">
      <dgm:prSet/>
      <dgm:spPr/>
      <dgm:t>
        <a:bodyPr/>
        <a:lstStyle/>
        <a:p>
          <a:endParaRPr lang="es-VE" sz="1400"/>
        </a:p>
      </dgm:t>
    </dgm:pt>
    <dgm:pt modelId="{5A059355-EA81-48DC-BEF8-9432653686C0}" type="pres">
      <dgm:prSet presAssocID="{890D995A-3201-4CEB-8464-00D5A1720A59}" presName="CompostProcess" presStyleCnt="0">
        <dgm:presLayoutVars>
          <dgm:dir/>
          <dgm:resizeHandles val="exact"/>
        </dgm:presLayoutVars>
      </dgm:prSet>
      <dgm:spPr/>
    </dgm:pt>
    <dgm:pt modelId="{B1BBC0D9-D57F-4BF9-8580-17D28F4808AF}" type="pres">
      <dgm:prSet presAssocID="{890D995A-3201-4CEB-8464-00D5A1720A59}" presName="arrow" presStyleLbl="bgShp" presStyleIdx="0" presStyleCnt="1"/>
      <dgm:spPr/>
    </dgm:pt>
    <dgm:pt modelId="{D00C2A0E-4A17-49ED-B66D-88A66EAFF0D7}" type="pres">
      <dgm:prSet presAssocID="{890D995A-3201-4CEB-8464-00D5A1720A59}" presName="linearProcess" presStyleCnt="0"/>
      <dgm:spPr/>
    </dgm:pt>
    <dgm:pt modelId="{01773485-6D9C-492A-961C-AE5BFDCD950F}" type="pres">
      <dgm:prSet presAssocID="{5F2C9275-24E9-4DF1-B657-05097CD717BD}" presName="textNode" presStyleLbl="node1" presStyleIdx="0" presStyleCnt="3" custScaleY="159836">
        <dgm:presLayoutVars>
          <dgm:bulletEnabled val="1"/>
        </dgm:presLayoutVars>
      </dgm:prSet>
      <dgm:spPr/>
      <dgm:t>
        <a:bodyPr/>
        <a:lstStyle/>
        <a:p>
          <a:endParaRPr lang="es-VE"/>
        </a:p>
      </dgm:t>
    </dgm:pt>
    <dgm:pt modelId="{F8B46036-3350-4EAA-88B2-39A8B2331DF0}" type="pres">
      <dgm:prSet presAssocID="{12B7638E-03E5-493A-B190-FF594D7E79C9}" presName="sibTrans" presStyleCnt="0"/>
      <dgm:spPr/>
    </dgm:pt>
    <dgm:pt modelId="{F6A7043D-AD8E-443E-B542-4C40ADFCFA03}" type="pres">
      <dgm:prSet presAssocID="{D23A56F3-4F81-4115-8380-22A5914AA5FD}" presName="textNode" presStyleLbl="node1" presStyleIdx="1" presStyleCnt="3" custScaleY="250000">
        <dgm:presLayoutVars>
          <dgm:bulletEnabled val="1"/>
        </dgm:presLayoutVars>
      </dgm:prSet>
      <dgm:spPr/>
      <dgm:t>
        <a:bodyPr/>
        <a:lstStyle/>
        <a:p>
          <a:endParaRPr lang="es-VE"/>
        </a:p>
      </dgm:t>
    </dgm:pt>
    <dgm:pt modelId="{BA861F87-3011-4377-8DDD-172674732413}" type="pres">
      <dgm:prSet presAssocID="{5FCB55C3-18DA-4104-A45E-226ECBF9DA63}" presName="sibTrans" presStyleCnt="0"/>
      <dgm:spPr/>
    </dgm:pt>
    <dgm:pt modelId="{15295432-ED62-4330-9E96-772B5DA1B6CD}" type="pres">
      <dgm:prSet presAssocID="{D07FB5C2-F13C-49E3-80B3-22B6AC90CBF5}" presName="textNode" presStyleLbl="node1" presStyleIdx="2" presStyleCnt="3" custScaleY="217213">
        <dgm:presLayoutVars>
          <dgm:bulletEnabled val="1"/>
        </dgm:presLayoutVars>
      </dgm:prSet>
      <dgm:spPr/>
      <dgm:t>
        <a:bodyPr/>
        <a:lstStyle/>
        <a:p>
          <a:endParaRPr lang="es-VE"/>
        </a:p>
      </dgm:t>
    </dgm:pt>
  </dgm:ptLst>
  <dgm:cxnLst>
    <dgm:cxn modelId="{CD34B7A8-1ACA-4D25-89CE-125F27E403FB}" type="presOf" srcId="{D07FB5C2-F13C-49E3-80B3-22B6AC90CBF5}" destId="{15295432-ED62-4330-9E96-772B5DA1B6CD}" srcOrd="0" destOrd="0" presId="urn:microsoft.com/office/officeart/2005/8/layout/hProcess9"/>
    <dgm:cxn modelId="{3B7700D9-2D03-4F26-93A2-66FD7B1988FC}" type="presOf" srcId="{D23A56F3-4F81-4115-8380-22A5914AA5FD}" destId="{F6A7043D-AD8E-443E-B542-4C40ADFCFA03}" srcOrd="0" destOrd="0" presId="urn:microsoft.com/office/officeart/2005/8/layout/hProcess9"/>
    <dgm:cxn modelId="{682AB226-803D-4ECA-A7A9-3885A15EF917}" srcId="{890D995A-3201-4CEB-8464-00D5A1720A59}" destId="{D23A56F3-4F81-4115-8380-22A5914AA5FD}" srcOrd="1" destOrd="0" parTransId="{56680BF3-6DB8-4851-8BDF-4B38D653ED29}" sibTransId="{5FCB55C3-18DA-4104-A45E-226ECBF9DA63}"/>
    <dgm:cxn modelId="{F325E206-7629-419A-BC44-EB1538B69C33}" type="presOf" srcId="{890D995A-3201-4CEB-8464-00D5A1720A59}" destId="{5A059355-EA81-48DC-BEF8-9432653686C0}" srcOrd="0" destOrd="0" presId="urn:microsoft.com/office/officeart/2005/8/layout/hProcess9"/>
    <dgm:cxn modelId="{BA9202B4-047D-4967-9D26-F03918C4457B}" type="presOf" srcId="{5F2C9275-24E9-4DF1-B657-05097CD717BD}" destId="{01773485-6D9C-492A-961C-AE5BFDCD950F}" srcOrd="0" destOrd="0" presId="urn:microsoft.com/office/officeart/2005/8/layout/hProcess9"/>
    <dgm:cxn modelId="{C477D19A-22AF-453C-901C-2B2935E8749F}" srcId="{890D995A-3201-4CEB-8464-00D5A1720A59}" destId="{5F2C9275-24E9-4DF1-B657-05097CD717BD}" srcOrd="0" destOrd="0" parTransId="{207E3BD4-120E-4C1C-AEEE-10E267864F27}" sibTransId="{12B7638E-03E5-493A-B190-FF594D7E79C9}"/>
    <dgm:cxn modelId="{B3FAEC04-40C9-494A-B421-A258FDD47D4B}" srcId="{890D995A-3201-4CEB-8464-00D5A1720A59}" destId="{D07FB5C2-F13C-49E3-80B3-22B6AC90CBF5}" srcOrd="2" destOrd="0" parTransId="{1A2966F8-FB99-4115-847C-100ED2A014B4}" sibTransId="{A33D13CB-BAE4-4B37-91A0-1CC3D9CD45A8}"/>
    <dgm:cxn modelId="{8EF39B15-85F2-41AD-B63D-82EBDD1BFB17}" type="presParOf" srcId="{5A059355-EA81-48DC-BEF8-9432653686C0}" destId="{B1BBC0D9-D57F-4BF9-8580-17D28F4808AF}" srcOrd="0" destOrd="0" presId="urn:microsoft.com/office/officeart/2005/8/layout/hProcess9"/>
    <dgm:cxn modelId="{591DF4BD-6B21-453E-994E-0BE1D1E0377A}" type="presParOf" srcId="{5A059355-EA81-48DC-BEF8-9432653686C0}" destId="{D00C2A0E-4A17-49ED-B66D-88A66EAFF0D7}" srcOrd="1" destOrd="0" presId="urn:microsoft.com/office/officeart/2005/8/layout/hProcess9"/>
    <dgm:cxn modelId="{A8670D11-675D-4ED3-8006-0609669CB890}" type="presParOf" srcId="{D00C2A0E-4A17-49ED-B66D-88A66EAFF0D7}" destId="{01773485-6D9C-492A-961C-AE5BFDCD950F}" srcOrd="0" destOrd="0" presId="urn:microsoft.com/office/officeart/2005/8/layout/hProcess9"/>
    <dgm:cxn modelId="{DC2E5CA3-06EE-4DDA-AC7C-2F8BE57D45B3}" type="presParOf" srcId="{D00C2A0E-4A17-49ED-B66D-88A66EAFF0D7}" destId="{F8B46036-3350-4EAA-88B2-39A8B2331DF0}" srcOrd="1" destOrd="0" presId="urn:microsoft.com/office/officeart/2005/8/layout/hProcess9"/>
    <dgm:cxn modelId="{10A91148-2D64-43FA-9DA3-32EDFC9A2CDC}" type="presParOf" srcId="{D00C2A0E-4A17-49ED-B66D-88A66EAFF0D7}" destId="{F6A7043D-AD8E-443E-B542-4C40ADFCFA03}" srcOrd="2" destOrd="0" presId="urn:microsoft.com/office/officeart/2005/8/layout/hProcess9"/>
    <dgm:cxn modelId="{377FB0A5-7673-4934-AA87-CCC1153CFABD}" type="presParOf" srcId="{D00C2A0E-4A17-49ED-B66D-88A66EAFF0D7}" destId="{BA861F87-3011-4377-8DDD-172674732413}" srcOrd="3" destOrd="0" presId="urn:microsoft.com/office/officeart/2005/8/layout/hProcess9"/>
    <dgm:cxn modelId="{387C38BC-6BAA-4BE0-B11A-B3B478380448}" type="presParOf" srcId="{D00C2A0E-4A17-49ED-B66D-88A66EAFF0D7}" destId="{15295432-ED62-4330-9E96-772B5DA1B6CD}" srcOrd="4" destOrd="0" presId="urn:microsoft.com/office/officeart/2005/8/layout/hProcess9"/>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2210780-7D78-40EA-9E63-1A6F5D1FBC36}"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66DD73E4-12EF-4BF2-8A8B-0D1C70C464FF}">
      <dgm:prSet/>
      <dgm:spPr/>
      <dgm:t>
        <a:bodyPr/>
        <a:lstStyle/>
        <a:p>
          <a:pPr algn="ctr" rtl="0"/>
          <a:endParaRPr lang="es-VE" b="1" dirty="0" smtClean="0">
            <a:solidFill>
              <a:schemeClr val="tx1"/>
            </a:solidFill>
          </a:endParaRPr>
        </a:p>
        <a:p>
          <a:pPr algn="ctr" rtl="0"/>
          <a:r>
            <a:rPr lang="es-VE" b="1" dirty="0" smtClean="0">
              <a:solidFill>
                <a:schemeClr val="tx1"/>
              </a:solidFill>
            </a:rPr>
            <a:t>SECCION II </a:t>
          </a:r>
          <a:br>
            <a:rPr lang="es-VE" b="1" dirty="0" smtClean="0">
              <a:solidFill>
                <a:schemeClr val="tx1"/>
              </a:solidFill>
            </a:rPr>
          </a:br>
          <a:r>
            <a:rPr lang="es-VE" b="1" dirty="0" smtClean="0">
              <a:solidFill>
                <a:schemeClr val="tx1"/>
              </a:solidFill>
            </a:rPr>
            <a:t>PROGRAMA ANUAL DE CAPACITACION</a:t>
          </a:r>
          <a:br>
            <a:rPr lang="es-VE" b="1" dirty="0" smtClean="0">
              <a:solidFill>
                <a:schemeClr val="tx1"/>
              </a:solidFill>
            </a:rPr>
          </a:br>
          <a:r>
            <a:rPr lang="es-VE" b="1" dirty="0" smtClean="0">
              <a:solidFill>
                <a:schemeClr val="tx1"/>
              </a:solidFill>
            </a:rPr>
            <a:t/>
          </a:r>
          <a:br>
            <a:rPr lang="es-VE" b="1" dirty="0" smtClean="0">
              <a:solidFill>
                <a:schemeClr val="tx1"/>
              </a:solidFill>
            </a:rPr>
          </a:br>
          <a:endParaRPr lang="es-VE" b="1" dirty="0">
            <a:solidFill>
              <a:schemeClr val="tx1"/>
            </a:solidFill>
          </a:endParaRPr>
        </a:p>
      </dgm:t>
    </dgm:pt>
    <dgm:pt modelId="{B87FFC35-FA13-4FCF-8134-EF84B67CC6CD}" type="parTrans" cxnId="{FDA0182E-89E8-415B-8EE6-CA8DA3C39B55}">
      <dgm:prSet/>
      <dgm:spPr/>
      <dgm:t>
        <a:bodyPr/>
        <a:lstStyle/>
        <a:p>
          <a:endParaRPr lang="es-VE"/>
        </a:p>
      </dgm:t>
    </dgm:pt>
    <dgm:pt modelId="{9A37B1E0-0F51-40FE-9978-4D5474B7B042}" type="sibTrans" cxnId="{FDA0182E-89E8-415B-8EE6-CA8DA3C39B55}">
      <dgm:prSet/>
      <dgm:spPr/>
      <dgm:t>
        <a:bodyPr/>
        <a:lstStyle/>
        <a:p>
          <a:endParaRPr lang="es-VE"/>
        </a:p>
      </dgm:t>
    </dgm:pt>
    <dgm:pt modelId="{A23F1DD0-2986-4292-8117-B645D8F8D59A}" type="pres">
      <dgm:prSet presAssocID="{32210780-7D78-40EA-9E63-1A6F5D1FBC36}" presName="linear" presStyleCnt="0">
        <dgm:presLayoutVars>
          <dgm:animLvl val="lvl"/>
          <dgm:resizeHandles val="exact"/>
        </dgm:presLayoutVars>
      </dgm:prSet>
      <dgm:spPr/>
      <dgm:t>
        <a:bodyPr/>
        <a:lstStyle/>
        <a:p>
          <a:endParaRPr lang="es-VE"/>
        </a:p>
      </dgm:t>
    </dgm:pt>
    <dgm:pt modelId="{2A6A02B2-AA7F-48A6-BF94-30EB06524C33}" type="pres">
      <dgm:prSet presAssocID="{66DD73E4-12EF-4BF2-8A8B-0D1C70C464FF}" presName="parentText" presStyleLbl="node1" presStyleIdx="0" presStyleCnt="1">
        <dgm:presLayoutVars>
          <dgm:chMax val="0"/>
          <dgm:bulletEnabled val="1"/>
        </dgm:presLayoutVars>
      </dgm:prSet>
      <dgm:spPr/>
      <dgm:t>
        <a:bodyPr/>
        <a:lstStyle/>
        <a:p>
          <a:endParaRPr lang="es-VE"/>
        </a:p>
      </dgm:t>
    </dgm:pt>
  </dgm:ptLst>
  <dgm:cxnLst>
    <dgm:cxn modelId="{FDA0182E-89E8-415B-8EE6-CA8DA3C39B55}" srcId="{32210780-7D78-40EA-9E63-1A6F5D1FBC36}" destId="{66DD73E4-12EF-4BF2-8A8B-0D1C70C464FF}" srcOrd="0" destOrd="0" parTransId="{B87FFC35-FA13-4FCF-8134-EF84B67CC6CD}" sibTransId="{9A37B1E0-0F51-40FE-9978-4D5474B7B042}"/>
    <dgm:cxn modelId="{A263003E-15F3-401B-8256-2630B6E965B6}" type="presOf" srcId="{32210780-7D78-40EA-9E63-1A6F5D1FBC36}" destId="{A23F1DD0-2986-4292-8117-B645D8F8D59A}" srcOrd="0" destOrd="0" presId="urn:microsoft.com/office/officeart/2005/8/layout/vList2"/>
    <dgm:cxn modelId="{75DF72DF-9375-489C-9A42-E20F020F1471}" type="presOf" srcId="{66DD73E4-12EF-4BF2-8A8B-0D1C70C464FF}" destId="{2A6A02B2-AA7F-48A6-BF94-30EB06524C33}" srcOrd="0" destOrd="0" presId="urn:microsoft.com/office/officeart/2005/8/layout/vList2"/>
    <dgm:cxn modelId="{D603B671-B1D9-4681-928D-46C9C20AC4AD}" type="presParOf" srcId="{A23F1DD0-2986-4292-8117-B645D8F8D59A}" destId="{2A6A02B2-AA7F-48A6-BF94-30EB06524C33}" srcOrd="0"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BD43EB8-57A7-4207-A4C2-6ADA4FEADA69}" type="doc">
      <dgm:prSet loTypeId="urn:microsoft.com/office/officeart/2005/8/layout/process1" loCatId="process" qsTypeId="urn:microsoft.com/office/officeart/2005/8/quickstyle/simple1" qsCatId="simple" csTypeId="urn:microsoft.com/office/officeart/2005/8/colors/accent1_2" csCatId="accent1" phldr="1"/>
      <dgm:spPr/>
    </dgm:pt>
    <dgm:pt modelId="{BDBBF9F4-701A-419E-B098-26B2449DB6AA}">
      <dgm:prSet phldrT="[Texto]" custT="1"/>
      <dgm:spPr/>
      <dgm:t>
        <a:bodyPr/>
        <a:lstStyle/>
        <a:p>
          <a:r>
            <a:rPr lang="es-VE" sz="2000" b="1" dirty="0" smtClean="0">
              <a:solidFill>
                <a:schemeClr val="tx1"/>
              </a:solidFill>
            </a:rPr>
            <a:t>Enfoque basado en riesgos</a:t>
          </a:r>
          <a:r>
            <a:rPr lang="es-VE" sz="1300" dirty="0" smtClean="0"/>
            <a:t>.</a:t>
          </a:r>
          <a:endParaRPr lang="es-VE" sz="1300" dirty="0"/>
        </a:p>
      </dgm:t>
    </dgm:pt>
    <dgm:pt modelId="{BD1DE195-154A-4E9C-BC98-84061DC10D5F}" type="parTrans" cxnId="{2BEBDC98-24D9-4994-BF3F-86B53435D327}">
      <dgm:prSet/>
      <dgm:spPr/>
      <dgm:t>
        <a:bodyPr/>
        <a:lstStyle/>
        <a:p>
          <a:endParaRPr lang="es-VE"/>
        </a:p>
      </dgm:t>
    </dgm:pt>
    <dgm:pt modelId="{0276CC08-4CC1-4EA4-AC71-0228042C73AA}" type="sibTrans" cxnId="{2BEBDC98-24D9-4994-BF3F-86B53435D327}">
      <dgm:prSet/>
      <dgm:spPr/>
      <dgm:t>
        <a:bodyPr/>
        <a:lstStyle/>
        <a:p>
          <a:endParaRPr lang="es-VE" dirty="0"/>
        </a:p>
      </dgm:t>
    </dgm:pt>
    <dgm:pt modelId="{2FBEF049-29D7-434C-8135-8F1A17235854}">
      <dgm:prSet phldrT="[Texto]" custT="1"/>
      <dgm:spPr/>
      <dgm:t>
        <a:bodyPr/>
        <a:lstStyle/>
        <a:p>
          <a:r>
            <a:rPr lang="es-VE" sz="1400" b="1" dirty="0" smtClean="0">
              <a:solidFill>
                <a:schemeClr val="tx1"/>
              </a:solidFill>
            </a:rPr>
            <a:t>Capacitaciones dirigidas al personal :                              -*Nuevo ingreso.                   -*Personal que tiene contacto con el público                        -*Actualización anual en materia de AR LC/FT/FPADM dirigido a todo el personal.                   -*Capacitación a la Junta Directiva, Oficial de Cumplimiento, UAR LC/FT/FPADM</a:t>
          </a:r>
          <a:endParaRPr lang="es-VE" sz="1400" b="1" dirty="0">
            <a:solidFill>
              <a:schemeClr val="tx1"/>
            </a:solidFill>
          </a:endParaRPr>
        </a:p>
      </dgm:t>
    </dgm:pt>
    <dgm:pt modelId="{CC05A868-DF9E-43D7-ABEB-0EC99070A5D5}" type="parTrans" cxnId="{C4026910-27AA-4B5C-AF1C-6F9D85C16B42}">
      <dgm:prSet/>
      <dgm:spPr/>
      <dgm:t>
        <a:bodyPr/>
        <a:lstStyle/>
        <a:p>
          <a:endParaRPr lang="es-VE"/>
        </a:p>
      </dgm:t>
    </dgm:pt>
    <dgm:pt modelId="{02DFD44E-7D4C-469B-932E-60E03FEFE2EB}" type="sibTrans" cxnId="{C4026910-27AA-4B5C-AF1C-6F9D85C16B42}">
      <dgm:prSet/>
      <dgm:spPr/>
      <dgm:t>
        <a:bodyPr/>
        <a:lstStyle/>
        <a:p>
          <a:endParaRPr lang="es-VE" dirty="0"/>
        </a:p>
      </dgm:t>
    </dgm:pt>
    <dgm:pt modelId="{2AD60984-B9DA-4AE0-8881-42D2DDDFB42A}">
      <dgm:prSet custT="1"/>
      <dgm:spPr/>
      <dgm:t>
        <a:bodyPr/>
        <a:lstStyle/>
        <a:p>
          <a:r>
            <a:rPr lang="es-VE" sz="1400" b="1" dirty="0" smtClean="0">
              <a:solidFill>
                <a:schemeClr val="tx1"/>
              </a:solidFill>
            </a:rPr>
            <a:t>El PAC deberá ser aprobado por la Junta Directiva dentro de los 90 días previos al cierre del ejercicio fiscal y estar a disposición de la SUDEASEG</a:t>
          </a:r>
          <a:endParaRPr lang="es-VE" sz="1400" dirty="0">
            <a:solidFill>
              <a:schemeClr val="tx1"/>
            </a:solidFill>
          </a:endParaRPr>
        </a:p>
      </dgm:t>
    </dgm:pt>
    <dgm:pt modelId="{0900D952-1936-4B44-9B4D-BBC63F763591}" type="parTrans" cxnId="{E6BA97F1-E464-466C-BCCF-A22DB418145C}">
      <dgm:prSet/>
      <dgm:spPr/>
      <dgm:t>
        <a:bodyPr/>
        <a:lstStyle/>
        <a:p>
          <a:endParaRPr lang="es-VE"/>
        </a:p>
      </dgm:t>
    </dgm:pt>
    <dgm:pt modelId="{E06D3AFD-C473-4480-ADDD-45F7B65F4682}" type="sibTrans" cxnId="{E6BA97F1-E464-466C-BCCF-A22DB418145C}">
      <dgm:prSet/>
      <dgm:spPr/>
      <dgm:t>
        <a:bodyPr/>
        <a:lstStyle/>
        <a:p>
          <a:endParaRPr lang="es-VE"/>
        </a:p>
      </dgm:t>
    </dgm:pt>
    <dgm:pt modelId="{68EAE2B6-FCA9-4177-BFFE-FB9E8D378A07}" type="pres">
      <dgm:prSet presAssocID="{9BD43EB8-57A7-4207-A4C2-6ADA4FEADA69}" presName="Name0" presStyleCnt="0">
        <dgm:presLayoutVars>
          <dgm:dir/>
          <dgm:resizeHandles val="exact"/>
        </dgm:presLayoutVars>
      </dgm:prSet>
      <dgm:spPr/>
    </dgm:pt>
    <dgm:pt modelId="{38F28FB0-48D1-4A0E-96EE-49A76E7ECF2C}" type="pres">
      <dgm:prSet presAssocID="{BDBBF9F4-701A-419E-B098-26B2449DB6AA}" presName="node" presStyleLbl="node1" presStyleIdx="0" presStyleCnt="3">
        <dgm:presLayoutVars>
          <dgm:bulletEnabled val="1"/>
        </dgm:presLayoutVars>
      </dgm:prSet>
      <dgm:spPr/>
      <dgm:t>
        <a:bodyPr/>
        <a:lstStyle/>
        <a:p>
          <a:endParaRPr lang="es-VE"/>
        </a:p>
      </dgm:t>
    </dgm:pt>
    <dgm:pt modelId="{968DC2F3-DBC1-4911-906E-2E8D12AD662A}" type="pres">
      <dgm:prSet presAssocID="{0276CC08-4CC1-4EA4-AC71-0228042C73AA}" presName="sibTrans" presStyleLbl="sibTrans2D1" presStyleIdx="0" presStyleCnt="2"/>
      <dgm:spPr/>
      <dgm:t>
        <a:bodyPr/>
        <a:lstStyle/>
        <a:p>
          <a:endParaRPr lang="es-VE"/>
        </a:p>
      </dgm:t>
    </dgm:pt>
    <dgm:pt modelId="{77E64D2C-51B3-45A1-A696-4B268A4D25C9}" type="pres">
      <dgm:prSet presAssocID="{0276CC08-4CC1-4EA4-AC71-0228042C73AA}" presName="connectorText" presStyleLbl="sibTrans2D1" presStyleIdx="0" presStyleCnt="2"/>
      <dgm:spPr/>
      <dgm:t>
        <a:bodyPr/>
        <a:lstStyle/>
        <a:p>
          <a:endParaRPr lang="es-VE"/>
        </a:p>
      </dgm:t>
    </dgm:pt>
    <dgm:pt modelId="{1A4AD2CC-27CB-4AC9-B69B-1AC93ED88C23}" type="pres">
      <dgm:prSet presAssocID="{2FBEF049-29D7-434C-8135-8F1A17235854}" presName="node" presStyleLbl="node1" presStyleIdx="1" presStyleCnt="3">
        <dgm:presLayoutVars>
          <dgm:bulletEnabled val="1"/>
        </dgm:presLayoutVars>
      </dgm:prSet>
      <dgm:spPr/>
      <dgm:t>
        <a:bodyPr/>
        <a:lstStyle/>
        <a:p>
          <a:endParaRPr lang="es-VE"/>
        </a:p>
      </dgm:t>
    </dgm:pt>
    <dgm:pt modelId="{C805CB03-A35B-48BC-AD53-5715886CF682}" type="pres">
      <dgm:prSet presAssocID="{02DFD44E-7D4C-469B-932E-60E03FEFE2EB}" presName="sibTrans" presStyleLbl="sibTrans2D1" presStyleIdx="1" presStyleCnt="2"/>
      <dgm:spPr/>
      <dgm:t>
        <a:bodyPr/>
        <a:lstStyle/>
        <a:p>
          <a:endParaRPr lang="es-VE"/>
        </a:p>
      </dgm:t>
    </dgm:pt>
    <dgm:pt modelId="{1AF270E5-70EF-4A69-A313-DAE1E37C07B2}" type="pres">
      <dgm:prSet presAssocID="{02DFD44E-7D4C-469B-932E-60E03FEFE2EB}" presName="connectorText" presStyleLbl="sibTrans2D1" presStyleIdx="1" presStyleCnt="2"/>
      <dgm:spPr/>
      <dgm:t>
        <a:bodyPr/>
        <a:lstStyle/>
        <a:p>
          <a:endParaRPr lang="es-VE"/>
        </a:p>
      </dgm:t>
    </dgm:pt>
    <dgm:pt modelId="{93ABA157-4B5C-43FD-9D43-8426C532C525}" type="pres">
      <dgm:prSet presAssocID="{2AD60984-B9DA-4AE0-8881-42D2DDDFB42A}" presName="node" presStyleLbl="node1" presStyleIdx="2" presStyleCnt="3">
        <dgm:presLayoutVars>
          <dgm:bulletEnabled val="1"/>
        </dgm:presLayoutVars>
      </dgm:prSet>
      <dgm:spPr/>
      <dgm:t>
        <a:bodyPr/>
        <a:lstStyle/>
        <a:p>
          <a:endParaRPr lang="es-VE"/>
        </a:p>
      </dgm:t>
    </dgm:pt>
  </dgm:ptLst>
  <dgm:cxnLst>
    <dgm:cxn modelId="{CDBA06FE-C33F-4EF8-A6A5-91B6477B0BA7}" type="presOf" srcId="{02DFD44E-7D4C-469B-932E-60E03FEFE2EB}" destId="{1AF270E5-70EF-4A69-A313-DAE1E37C07B2}" srcOrd="1" destOrd="0" presId="urn:microsoft.com/office/officeart/2005/8/layout/process1"/>
    <dgm:cxn modelId="{D81DE1FD-E442-4BF9-B98E-1556CEE57049}" type="presOf" srcId="{9BD43EB8-57A7-4207-A4C2-6ADA4FEADA69}" destId="{68EAE2B6-FCA9-4177-BFFE-FB9E8D378A07}" srcOrd="0" destOrd="0" presId="urn:microsoft.com/office/officeart/2005/8/layout/process1"/>
    <dgm:cxn modelId="{C4026910-27AA-4B5C-AF1C-6F9D85C16B42}" srcId="{9BD43EB8-57A7-4207-A4C2-6ADA4FEADA69}" destId="{2FBEF049-29D7-434C-8135-8F1A17235854}" srcOrd="1" destOrd="0" parTransId="{CC05A868-DF9E-43D7-ABEB-0EC99070A5D5}" sibTransId="{02DFD44E-7D4C-469B-932E-60E03FEFE2EB}"/>
    <dgm:cxn modelId="{0809B87C-B273-4C23-8FC4-C6A1E7D41702}" type="presOf" srcId="{0276CC08-4CC1-4EA4-AC71-0228042C73AA}" destId="{77E64D2C-51B3-45A1-A696-4B268A4D25C9}" srcOrd="1" destOrd="0" presId="urn:microsoft.com/office/officeart/2005/8/layout/process1"/>
    <dgm:cxn modelId="{C268F658-9B63-4190-BF1E-C53425CCEC06}" type="presOf" srcId="{2FBEF049-29D7-434C-8135-8F1A17235854}" destId="{1A4AD2CC-27CB-4AC9-B69B-1AC93ED88C23}" srcOrd="0" destOrd="0" presId="urn:microsoft.com/office/officeart/2005/8/layout/process1"/>
    <dgm:cxn modelId="{8ACF4919-33F0-4045-BAF9-AD2F42480E33}" type="presOf" srcId="{2AD60984-B9DA-4AE0-8881-42D2DDDFB42A}" destId="{93ABA157-4B5C-43FD-9D43-8426C532C525}" srcOrd="0" destOrd="0" presId="urn:microsoft.com/office/officeart/2005/8/layout/process1"/>
    <dgm:cxn modelId="{2BEBDC98-24D9-4994-BF3F-86B53435D327}" srcId="{9BD43EB8-57A7-4207-A4C2-6ADA4FEADA69}" destId="{BDBBF9F4-701A-419E-B098-26B2449DB6AA}" srcOrd="0" destOrd="0" parTransId="{BD1DE195-154A-4E9C-BC98-84061DC10D5F}" sibTransId="{0276CC08-4CC1-4EA4-AC71-0228042C73AA}"/>
    <dgm:cxn modelId="{66BA0D25-4129-4E9F-992A-B0B47490AAB7}" type="presOf" srcId="{0276CC08-4CC1-4EA4-AC71-0228042C73AA}" destId="{968DC2F3-DBC1-4911-906E-2E8D12AD662A}" srcOrd="0" destOrd="0" presId="urn:microsoft.com/office/officeart/2005/8/layout/process1"/>
    <dgm:cxn modelId="{59EA24A5-DA25-4B40-97BA-0AC37472EDF1}" type="presOf" srcId="{02DFD44E-7D4C-469B-932E-60E03FEFE2EB}" destId="{C805CB03-A35B-48BC-AD53-5715886CF682}" srcOrd="0" destOrd="0" presId="urn:microsoft.com/office/officeart/2005/8/layout/process1"/>
    <dgm:cxn modelId="{E6BA97F1-E464-466C-BCCF-A22DB418145C}" srcId="{9BD43EB8-57A7-4207-A4C2-6ADA4FEADA69}" destId="{2AD60984-B9DA-4AE0-8881-42D2DDDFB42A}" srcOrd="2" destOrd="0" parTransId="{0900D952-1936-4B44-9B4D-BBC63F763591}" sibTransId="{E06D3AFD-C473-4480-ADDD-45F7B65F4682}"/>
    <dgm:cxn modelId="{F29C7175-EB8E-4FFD-8262-54D845E09D6F}" type="presOf" srcId="{BDBBF9F4-701A-419E-B098-26B2449DB6AA}" destId="{38F28FB0-48D1-4A0E-96EE-49A76E7ECF2C}" srcOrd="0" destOrd="0" presId="urn:microsoft.com/office/officeart/2005/8/layout/process1"/>
    <dgm:cxn modelId="{105E9CFD-239B-4118-83B2-70391732FA29}" type="presParOf" srcId="{68EAE2B6-FCA9-4177-BFFE-FB9E8D378A07}" destId="{38F28FB0-48D1-4A0E-96EE-49A76E7ECF2C}" srcOrd="0" destOrd="0" presId="urn:microsoft.com/office/officeart/2005/8/layout/process1"/>
    <dgm:cxn modelId="{109F8F0D-D4BA-4B8E-9415-0E62B0E0EF5D}" type="presParOf" srcId="{68EAE2B6-FCA9-4177-BFFE-FB9E8D378A07}" destId="{968DC2F3-DBC1-4911-906E-2E8D12AD662A}" srcOrd="1" destOrd="0" presId="urn:microsoft.com/office/officeart/2005/8/layout/process1"/>
    <dgm:cxn modelId="{440A1FA3-80D7-46DF-B15E-F2446CFD2F6D}" type="presParOf" srcId="{968DC2F3-DBC1-4911-906E-2E8D12AD662A}" destId="{77E64D2C-51B3-45A1-A696-4B268A4D25C9}" srcOrd="0" destOrd="0" presId="urn:microsoft.com/office/officeart/2005/8/layout/process1"/>
    <dgm:cxn modelId="{C09E4B92-F6A5-4470-AD9A-CB62676B100E}" type="presParOf" srcId="{68EAE2B6-FCA9-4177-BFFE-FB9E8D378A07}" destId="{1A4AD2CC-27CB-4AC9-B69B-1AC93ED88C23}" srcOrd="2" destOrd="0" presId="urn:microsoft.com/office/officeart/2005/8/layout/process1"/>
    <dgm:cxn modelId="{8DD6B7C4-7173-430C-986A-8A6E46823C42}" type="presParOf" srcId="{68EAE2B6-FCA9-4177-BFFE-FB9E8D378A07}" destId="{C805CB03-A35B-48BC-AD53-5715886CF682}" srcOrd="3" destOrd="0" presId="urn:microsoft.com/office/officeart/2005/8/layout/process1"/>
    <dgm:cxn modelId="{0CE5A6B2-4610-4EA6-B054-BAADA6BAC0C1}" type="presParOf" srcId="{C805CB03-A35B-48BC-AD53-5715886CF682}" destId="{1AF270E5-70EF-4A69-A313-DAE1E37C07B2}" srcOrd="0" destOrd="0" presId="urn:microsoft.com/office/officeart/2005/8/layout/process1"/>
    <dgm:cxn modelId="{72664A13-404E-4C57-B8BD-AAC494076BB7}" type="presParOf" srcId="{68EAE2B6-FCA9-4177-BFFE-FB9E8D378A07}" destId="{93ABA157-4B5C-43FD-9D43-8426C532C525}" srcOrd="4" destOrd="0" presId="urn:microsoft.com/office/officeart/2005/8/layout/process1"/>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AF0F70E0-513F-4B5F-B102-6BEF870BEDB6}"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90F96293-B9FC-4EB5-858D-A4852A9B88CE}">
      <dgm:prSet custT="1"/>
      <dgm:spPr/>
      <dgm:t>
        <a:bodyPr/>
        <a:lstStyle/>
        <a:p>
          <a:pPr algn="ctr" rtl="0"/>
          <a:r>
            <a:rPr lang="es-VE" sz="3600" b="1" dirty="0" smtClean="0">
              <a:solidFill>
                <a:schemeClr val="tx1"/>
              </a:solidFill>
            </a:rPr>
            <a:t>SECCION III</a:t>
          </a:r>
        </a:p>
        <a:p>
          <a:pPr algn="ctr" rtl="0"/>
          <a:r>
            <a:rPr lang="es-VE" sz="3600" b="1" dirty="0" smtClean="0">
              <a:solidFill>
                <a:schemeClr val="tx1"/>
              </a:solidFill>
            </a:rPr>
            <a:t>CODIGO DE ETICA, COMPROMISO INSTITUCIONAL Y HEMEROTECA</a:t>
          </a:r>
          <a:endParaRPr lang="es-VE" sz="3600" b="1" dirty="0">
            <a:solidFill>
              <a:schemeClr val="tx1"/>
            </a:solidFill>
          </a:endParaRPr>
        </a:p>
      </dgm:t>
    </dgm:pt>
    <dgm:pt modelId="{159A477C-50F9-48BA-8D9A-920A6B4C0EB3}" type="parTrans" cxnId="{AB768757-496A-4F4E-8D7E-AD7D3DA241D7}">
      <dgm:prSet/>
      <dgm:spPr/>
      <dgm:t>
        <a:bodyPr/>
        <a:lstStyle/>
        <a:p>
          <a:endParaRPr lang="es-VE"/>
        </a:p>
      </dgm:t>
    </dgm:pt>
    <dgm:pt modelId="{A8CC73C9-0F9E-410B-93FA-58ECD5BD92A3}" type="sibTrans" cxnId="{AB768757-496A-4F4E-8D7E-AD7D3DA241D7}">
      <dgm:prSet/>
      <dgm:spPr/>
      <dgm:t>
        <a:bodyPr/>
        <a:lstStyle/>
        <a:p>
          <a:endParaRPr lang="es-VE"/>
        </a:p>
      </dgm:t>
    </dgm:pt>
    <dgm:pt modelId="{7D7812E3-D18D-491A-8E20-62832AAD38AD}" type="pres">
      <dgm:prSet presAssocID="{AF0F70E0-513F-4B5F-B102-6BEF870BEDB6}" presName="linear" presStyleCnt="0">
        <dgm:presLayoutVars>
          <dgm:animLvl val="lvl"/>
          <dgm:resizeHandles val="exact"/>
        </dgm:presLayoutVars>
      </dgm:prSet>
      <dgm:spPr/>
      <dgm:t>
        <a:bodyPr/>
        <a:lstStyle/>
        <a:p>
          <a:endParaRPr lang="es-VE"/>
        </a:p>
      </dgm:t>
    </dgm:pt>
    <dgm:pt modelId="{775D8549-11D3-4469-BE4A-FC3ABC6946C1}" type="pres">
      <dgm:prSet presAssocID="{90F96293-B9FC-4EB5-858D-A4852A9B88CE}" presName="parentText" presStyleLbl="node1" presStyleIdx="0" presStyleCnt="1">
        <dgm:presLayoutVars>
          <dgm:chMax val="0"/>
          <dgm:bulletEnabled val="1"/>
        </dgm:presLayoutVars>
      </dgm:prSet>
      <dgm:spPr/>
      <dgm:t>
        <a:bodyPr/>
        <a:lstStyle/>
        <a:p>
          <a:endParaRPr lang="es-VE"/>
        </a:p>
      </dgm:t>
    </dgm:pt>
  </dgm:ptLst>
  <dgm:cxnLst>
    <dgm:cxn modelId="{2901A9CF-74A7-4CD1-A260-F52056B70BF7}" type="presOf" srcId="{90F96293-B9FC-4EB5-858D-A4852A9B88CE}" destId="{775D8549-11D3-4469-BE4A-FC3ABC6946C1}" srcOrd="0" destOrd="0" presId="urn:microsoft.com/office/officeart/2005/8/layout/vList2"/>
    <dgm:cxn modelId="{64C4DE72-6141-4A46-9224-81F8041FABF1}" type="presOf" srcId="{AF0F70E0-513F-4B5F-B102-6BEF870BEDB6}" destId="{7D7812E3-D18D-491A-8E20-62832AAD38AD}" srcOrd="0" destOrd="0" presId="urn:microsoft.com/office/officeart/2005/8/layout/vList2"/>
    <dgm:cxn modelId="{AB768757-496A-4F4E-8D7E-AD7D3DA241D7}" srcId="{AF0F70E0-513F-4B5F-B102-6BEF870BEDB6}" destId="{90F96293-B9FC-4EB5-858D-A4852A9B88CE}" srcOrd="0" destOrd="0" parTransId="{159A477C-50F9-48BA-8D9A-920A6B4C0EB3}" sibTransId="{A8CC73C9-0F9E-410B-93FA-58ECD5BD92A3}"/>
    <dgm:cxn modelId="{34FB8E44-A853-4273-B058-C6756D1F7FA5}" type="presParOf" srcId="{7D7812E3-D18D-491A-8E20-62832AAD38AD}" destId="{775D8549-11D3-4469-BE4A-FC3ABC6946C1}" srcOrd="0"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BBC72867-BB75-4A37-9B1E-07B120A8B9A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0040E163-EF28-4685-BEA7-9023B5278F32}">
      <dgm:prSet phldrT="[Texto]" custT="1"/>
      <dgm:spPr/>
      <dgm:t>
        <a:bodyPr/>
        <a:lstStyle/>
        <a:p>
          <a:pPr algn="l"/>
          <a:endParaRPr lang="es-VE" sz="1100" b="1" dirty="0" smtClean="0"/>
        </a:p>
        <a:p>
          <a:pPr algn="ctr"/>
          <a:r>
            <a:rPr lang="es-VE" sz="1600" b="1" dirty="0" smtClean="0">
              <a:solidFill>
                <a:schemeClr val="tx1"/>
              </a:solidFill>
            </a:rPr>
            <a:t>Los sujetos obligados deben adoptar un Código de Ética</a:t>
          </a:r>
          <a:endParaRPr lang="es-VE" sz="1600" b="1" dirty="0">
            <a:solidFill>
              <a:schemeClr val="tx1"/>
            </a:solidFill>
          </a:endParaRPr>
        </a:p>
      </dgm:t>
    </dgm:pt>
    <dgm:pt modelId="{1069517C-75C7-4C2A-92B4-55FE383FD968}" type="parTrans" cxnId="{41E987E0-023F-4DD6-851D-CF01FA4127A4}">
      <dgm:prSet/>
      <dgm:spPr/>
      <dgm:t>
        <a:bodyPr/>
        <a:lstStyle/>
        <a:p>
          <a:endParaRPr lang="es-VE"/>
        </a:p>
      </dgm:t>
    </dgm:pt>
    <dgm:pt modelId="{53F75F58-60F4-4D2E-AD93-7CE39AF9C0D5}" type="sibTrans" cxnId="{41E987E0-023F-4DD6-851D-CF01FA4127A4}">
      <dgm:prSet/>
      <dgm:spPr/>
      <dgm:t>
        <a:bodyPr/>
        <a:lstStyle/>
        <a:p>
          <a:endParaRPr lang="es-VE"/>
        </a:p>
      </dgm:t>
    </dgm:pt>
    <dgm:pt modelId="{FA3337D2-BB30-4DB3-85FF-C04DA6923921}">
      <dgm:prSet custT="1"/>
      <dgm:spPr/>
      <dgm:t>
        <a:bodyPr/>
        <a:lstStyle/>
        <a:p>
          <a:r>
            <a:rPr lang="es-VE" sz="1600" b="1" dirty="0" smtClean="0">
              <a:solidFill>
                <a:schemeClr val="tx1"/>
              </a:solidFill>
            </a:rPr>
            <a:t>Es de obligatorio conocimiento y cumplimiento para todo su personal.</a:t>
          </a:r>
          <a:endParaRPr lang="es-VE" sz="1600" b="1" dirty="0">
            <a:solidFill>
              <a:schemeClr val="tx1"/>
            </a:solidFill>
          </a:endParaRPr>
        </a:p>
      </dgm:t>
    </dgm:pt>
    <dgm:pt modelId="{32DDE8A1-4654-4DE5-B6F4-F2AA0326865E}" type="parTrans" cxnId="{10ED112A-630C-4F6C-B663-21EF805A409A}">
      <dgm:prSet/>
      <dgm:spPr/>
      <dgm:t>
        <a:bodyPr/>
        <a:lstStyle/>
        <a:p>
          <a:endParaRPr lang="es-VE"/>
        </a:p>
      </dgm:t>
    </dgm:pt>
    <dgm:pt modelId="{B7417A02-7FF7-421D-99AC-CDD4FFA5E704}" type="sibTrans" cxnId="{10ED112A-630C-4F6C-B663-21EF805A409A}">
      <dgm:prSet/>
      <dgm:spPr/>
      <dgm:t>
        <a:bodyPr/>
        <a:lstStyle/>
        <a:p>
          <a:endParaRPr lang="es-VE"/>
        </a:p>
      </dgm:t>
    </dgm:pt>
    <dgm:pt modelId="{3551CC8F-E8D8-43AB-802F-A8E0B5E43EEF}">
      <dgm:prSet custT="1"/>
      <dgm:spPr/>
      <dgm:t>
        <a:bodyPr/>
        <a:lstStyle/>
        <a:p>
          <a:r>
            <a:rPr lang="es-VE" sz="1600" b="1" dirty="0" smtClean="0">
              <a:solidFill>
                <a:schemeClr val="tx1"/>
              </a:solidFill>
            </a:rPr>
            <a:t>Este se encuentra dirigido a la creación de un clima de valores morales.</a:t>
          </a:r>
          <a:endParaRPr lang="es-VE" sz="1600" b="1" dirty="0">
            <a:solidFill>
              <a:schemeClr val="tx1"/>
            </a:solidFill>
          </a:endParaRPr>
        </a:p>
      </dgm:t>
    </dgm:pt>
    <dgm:pt modelId="{4F9DFA60-5E60-4084-8FF2-B4E89C19029E}" type="parTrans" cxnId="{2F37A225-0E76-4EF9-A405-23A8EC791C3C}">
      <dgm:prSet/>
      <dgm:spPr/>
      <dgm:t>
        <a:bodyPr/>
        <a:lstStyle/>
        <a:p>
          <a:endParaRPr lang="es-VE"/>
        </a:p>
      </dgm:t>
    </dgm:pt>
    <dgm:pt modelId="{23F6C0E4-B6A9-4B6C-A301-7EC22F9DECDE}" type="sibTrans" cxnId="{2F37A225-0E76-4EF9-A405-23A8EC791C3C}">
      <dgm:prSet/>
      <dgm:spPr/>
      <dgm:t>
        <a:bodyPr/>
        <a:lstStyle/>
        <a:p>
          <a:endParaRPr lang="es-VE"/>
        </a:p>
      </dgm:t>
    </dgm:pt>
    <dgm:pt modelId="{FE9A9202-5757-4987-97C8-E0A1BFEECD69}">
      <dgm:prSet custT="1"/>
      <dgm:spPr/>
      <dgm:t>
        <a:bodyPr/>
        <a:lstStyle/>
        <a:p>
          <a:r>
            <a:rPr lang="es-VE" sz="1600" b="1" dirty="0" smtClean="0">
              <a:solidFill>
                <a:schemeClr val="tx1"/>
              </a:solidFill>
            </a:rPr>
            <a:t>Poniendo en práctica medidas encaminadas a aumentar la sensibilidad de su personal ante los riesgos identificados, mediante el establecimiento de criterios que permitan anteponer los principios éticos, en cuanto al lucro y los intereses personales.</a:t>
          </a:r>
          <a:endParaRPr lang="es-VE" sz="1600" b="1" dirty="0">
            <a:solidFill>
              <a:schemeClr val="tx1"/>
            </a:solidFill>
          </a:endParaRPr>
        </a:p>
      </dgm:t>
    </dgm:pt>
    <dgm:pt modelId="{73451275-4A8E-4D7B-B09B-37CB7C23C3A8}" type="parTrans" cxnId="{C430B410-D022-4B83-92FD-A684F744A738}">
      <dgm:prSet/>
      <dgm:spPr/>
      <dgm:t>
        <a:bodyPr/>
        <a:lstStyle/>
        <a:p>
          <a:endParaRPr lang="es-VE"/>
        </a:p>
      </dgm:t>
    </dgm:pt>
    <dgm:pt modelId="{7BB3719E-6D75-4B4A-88CF-EBD440842BC2}" type="sibTrans" cxnId="{C430B410-D022-4B83-92FD-A684F744A738}">
      <dgm:prSet/>
      <dgm:spPr/>
      <dgm:t>
        <a:bodyPr/>
        <a:lstStyle/>
        <a:p>
          <a:endParaRPr lang="es-VE"/>
        </a:p>
      </dgm:t>
    </dgm:pt>
    <dgm:pt modelId="{F60DA157-53DD-49A6-8F07-7021B5449DA2}" type="pres">
      <dgm:prSet presAssocID="{BBC72867-BB75-4A37-9B1E-07B120A8B9A8}" presName="linear" presStyleCnt="0">
        <dgm:presLayoutVars>
          <dgm:animLvl val="lvl"/>
          <dgm:resizeHandles val="exact"/>
        </dgm:presLayoutVars>
      </dgm:prSet>
      <dgm:spPr/>
      <dgm:t>
        <a:bodyPr/>
        <a:lstStyle/>
        <a:p>
          <a:endParaRPr lang="es-VE"/>
        </a:p>
      </dgm:t>
    </dgm:pt>
    <dgm:pt modelId="{A9BB5EFC-F421-4888-8812-853E04D1E79D}" type="pres">
      <dgm:prSet presAssocID="{0040E163-EF28-4685-BEA7-9023B5278F32}" presName="parentText" presStyleLbl="node1" presStyleIdx="0" presStyleCnt="4" custScaleY="87682">
        <dgm:presLayoutVars>
          <dgm:chMax val="0"/>
          <dgm:bulletEnabled val="1"/>
        </dgm:presLayoutVars>
      </dgm:prSet>
      <dgm:spPr/>
      <dgm:t>
        <a:bodyPr/>
        <a:lstStyle/>
        <a:p>
          <a:endParaRPr lang="es-VE"/>
        </a:p>
      </dgm:t>
    </dgm:pt>
    <dgm:pt modelId="{07ADFE1D-6779-4BE2-B6D5-378CD4995903}" type="pres">
      <dgm:prSet presAssocID="{53F75F58-60F4-4D2E-AD93-7CE39AF9C0D5}" presName="spacer" presStyleCnt="0"/>
      <dgm:spPr/>
    </dgm:pt>
    <dgm:pt modelId="{3F08B621-CE7D-4D53-9C57-038730EB3527}" type="pres">
      <dgm:prSet presAssocID="{FA3337D2-BB30-4DB3-85FF-C04DA6923921}" presName="parentText" presStyleLbl="node1" presStyleIdx="1" presStyleCnt="4" custScaleY="81452">
        <dgm:presLayoutVars>
          <dgm:chMax val="0"/>
          <dgm:bulletEnabled val="1"/>
        </dgm:presLayoutVars>
      </dgm:prSet>
      <dgm:spPr/>
      <dgm:t>
        <a:bodyPr/>
        <a:lstStyle/>
        <a:p>
          <a:endParaRPr lang="es-VE"/>
        </a:p>
      </dgm:t>
    </dgm:pt>
    <dgm:pt modelId="{DF7D27FC-D372-469F-AA83-BFD28975BF73}" type="pres">
      <dgm:prSet presAssocID="{B7417A02-7FF7-421D-99AC-CDD4FFA5E704}" presName="spacer" presStyleCnt="0"/>
      <dgm:spPr/>
    </dgm:pt>
    <dgm:pt modelId="{46745AB2-A36B-4806-8A53-8558ABA6F0DD}" type="pres">
      <dgm:prSet presAssocID="{3551CC8F-E8D8-43AB-802F-A8E0B5E43EEF}" presName="parentText" presStyleLbl="node1" presStyleIdx="2" presStyleCnt="4">
        <dgm:presLayoutVars>
          <dgm:chMax val="0"/>
          <dgm:bulletEnabled val="1"/>
        </dgm:presLayoutVars>
      </dgm:prSet>
      <dgm:spPr/>
      <dgm:t>
        <a:bodyPr/>
        <a:lstStyle/>
        <a:p>
          <a:endParaRPr lang="es-VE"/>
        </a:p>
      </dgm:t>
    </dgm:pt>
    <dgm:pt modelId="{B38BF644-A745-44CE-963F-22F69B4937FB}" type="pres">
      <dgm:prSet presAssocID="{23F6C0E4-B6A9-4B6C-A301-7EC22F9DECDE}" presName="spacer" presStyleCnt="0"/>
      <dgm:spPr/>
    </dgm:pt>
    <dgm:pt modelId="{AF245409-CBD2-441F-AC28-F78B5CAFB8C1}" type="pres">
      <dgm:prSet presAssocID="{FE9A9202-5757-4987-97C8-E0A1BFEECD69}" presName="parentText" presStyleLbl="node1" presStyleIdx="3" presStyleCnt="4" custScaleY="163939">
        <dgm:presLayoutVars>
          <dgm:chMax val="0"/>
          <dgm:bulletEnabled val="1"/>
        </dgm:presLayoutVars>
      </dgm:prSet>
      <dgm:spPr/>
      <dgm:t>
        <a:bodyPr/>
        <a:lstStyle/>
        <a:p>
          <a:endParaRPr lang="es-VE"/>
        </a:p>
      </dgm:t>
    </dgm:pt>
  </dgm:ptLst>
  <dgm:cxnLst>
    <dgm:cxn modelId="{C430B410-D022-4B83-92FD-A684F744A738}" srcId="{BBC72867-BB75-4A37-9B1E-07B120A8B9A8}" destId="{FE9A9202-5757-4987-97C8-E0A1BFEECD69}" srcOrd="3" destOrd="0" parTransId="{73451275-4A8E-4D7B-B09B-37CB7C23C3A8}" sibTransId="{7BB3719E-6D75-4B4A-88CF-EBD440842BC2}"/>
    <dgm:cxn modelId="{5722950C-E544-406E-8245-AB56699C0EE0}" type="presOf" srcId="{FA3337D2-BB30-4DB3-85FF-C04DA6923921}" destId="{3F08B621-CE7D-4D53-9C57-038730EB3527}" srcOrd="0" destOrd="0" presId="urn:microsoft.com/office/officeart/2005/8/layout/vList2"/>
    <dgm:cxn modelId="{2F37A225-0E76-4EF9-A405-23A8EC791C3C}" srcId="{BBC72867-BB75-4A37-9B1E-07B120A8B9A8}" destId="{3551CC8F-E8D8-43AB-802F-A8E0B5E43EEF}" srcOrd="2" destOrd="0" parTransId="{4F9DFA60-5E60-4084-8FF2-B4E89C19029E}" sibTransId="{23F6C0E4-B6A9-4B6C-A301-7EC22F9DECDE}"/>
    <dgm:cxn modelId="{67725472-C12F-4CF0-8107-FEC68AB148AD}" type="presOf" srcId="{0040E163-EF28-4685-BEA7-9023B5278F32}" destId="{A9BB5EFC-F421-4888-8812-853E04D1E79D}" srcOrd="0" destOrd="0" presId="urn:microsoft.com/office/officeart/2005/8/layout/vList2"/>
    <dgm:cxn modelId="{10ED112A-630C-4F6C-B663-21EF805A409A}" srcId="{BBC72867-BB75-4A37-9B1E-07B120A8B9A8}" destId="{FA3337D2-BB30-4DB3-85FF-C04DA6923921}" srcOrd="1" destOrd="0" parTransId="{32DDE8A1-4654-4DE5-B6F4-F2AA0326865E}" sibTransId="{B7417A02-7FF7-421D-99AC-CDD4FFA5E704}"/>
    <dgm:cxn modelId="{A3F2AB4A-D0AE-4F6F-8AF7-706D6E6C38C4}" type="presOf" srcId="{FE9A9202-5757-4987-97C8-E0A1BFEECD69}" destId="{AF245409-CBD2-441F-AC28-F78B5CAFB8C1}" srcOrd="0" destOrd="0" presId="urn:microsoft.com/office/officeart/2005/8/layout/vList2"/>
    <dgm:cxn modelId="{774ECDDE-BD14-4C16-8C42-1ECA152301F0}" type="presOf" srcId="{3551CC8F-E8D8-43AB-802F-A8E0B5E43EEF}" destId="{46745AB2-A36B-4806-8A53-8558ABA6F0DD}" srcOrd="0" destOrd="0" presId="urn:microsoft.com/office/officeart/2005/8/layout/vList2"/>
    <dgm:cxn modelId="{09796B84-33FD-4138-AD98-9D44BC4F7DA0}" type="presOf" srcId="{BBC72867-BB75-4A37-9B1E-07B120A8B9A8}" destId="{F60DA157-53DD-49A6-8F07-7021B5449DA2}" srcOrd="0" destOrd="0" presId="urn:microsoft.com/office/officeart/2005/8/layout/vList2"/>
    <dgm:cxn modelId="{41E987E0-023F-4DD6-851D-CF01FA4127A4}" srcId="{BBC72867-BB75-4A37-9B1E-07B120A8B9A8}" destId="{0040E163-EF28-4685-BEA7-9023B5278F32}" srcOrd="0" destOrd="0" parTransId="{1069517C-75C7-4C2A-92B4-55FE383FD968}" sibTransId="{53F75F58-60F4-4D2E-AD93-7CE39AF9C0D5}"/>
    <dgm:cxn modelId="{C3BDDDC3-F1CA-474A-B75A-8219198170EB}" type="presParOf" srcId="{F60DA157-53DD-49A6-8F07-7021B5449DA2}" destId="{A9BB5EFC-F421-4888-8812-853E04D1E79D}" srcOrd="0" destOrd="0" presId="urn:microsoft.com/office/officeart/2005/8/layout/vList2"/>
    <dgm:cxn modelId="{70FAF720-8FC6-4039-BE24-F19D9ED0E469}" type="presParOf" srcId="{F60DA157-53DD-49A6-8F07-7021B5449DA2}" destId="{07ADFE1D-6779-4BE2-B6D5-378CD4995903}" srcOrd="1" destOrd="0" presId="urn:microsoft.com/office/officeart/2005/8/layout/vList2"/>
    <dgm:cxn modelId="{6F9C5F7F-339A-460A-9896-5B99E2A3F3EB}" type="presParOf" srcId="{F60DA157-53DD-49A6-8F07-7021B5449DA2}" destId="{3F08B621-CE7D-4D53-9C57-038730EB3527}" srcOrd="2" destOrd="0" presId="urn:microsoft.com/office/officeart/2005/8/layout/vList2"/>
    <dgm:cxn modelId="{969ED230-41A5-44F0-B4FF-C7C678695926}" type="presParOf" srcId="{F60DA157-53DD-49A6-8F07-7021B5449DA2}" destId="{DF7D27FC-D372-469F-AA83-BFD28975BF73}" srcOrd="3" destOrd="0" presId="urn:microsoft.com/office/officeart/2005/8/layout/vList2"/>
    <dgm:cxn modelId="{4C8476B2-64E9-46C8-A1B1-9745E76E6001}" type="presParOf" srcId="{F60DA157-53DD-49A6-8F07-7021B5449DA2}" destId="{46745AB2-A36B-4806-8A53-8558ABA6F0DD}" srcOrd="4" destOrd="0" presId="urn:microsoft.com/office/officeart/2005/8/layout/vList2"/>
    <dgm:cxn modelId="{BC6E116C-EFB4-45C0-99AB-14D8FB7A9DB8}" type="presParOf" srcId="{F60DA157-53DD-49A6-8F07-7021B5449DA2}" destId="{B38BF644-A745-44CE-963F-22F69B4937FB}" srcOrd="5" destOrd="0" presId="urn:microsoft.com/office/officeart/2005/8/layout/vList2"/>
    <dgm:cxn modelId="{4C47BE69-0EAF-4B27-AF23-3A2E38667745}" type="presParOf" srcId="{F60DA157-53DD-49A6-8F07-7021B5449DA2}" destId="{AF245409-CBD2-441F-AC28-F78B5CAFB8C1}" srcOrd="6" destOrd="0" presId="urn:microsoft.com/office/officeart/2005/8/layout/vList2"/>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06BC175-88A9-4848-8800-E5CAC847E04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A7CDCB01-8548-4E59-B1BE-428B804EC74C}">
      <dgm:prSet/>
      <dgm:spPr/>
      <dgm:t>
        <a:bodyPr/>
        <a:lstStyle/>
        <a:p>
          <a:pPr algn="just" rtl="0"/>
          <a:r>
            <a:rPr lang="es-VE" b="1" dirty="0" smtClean="0">
              <a:solidFill>
                <a:schemeClr val="tx1"/>
              </a:solidFill>
            </a:rPr>
            <a:t>La Junta Directiva o el órgano que ejerza función equivalente, debe aprobar y firmar individualmente un Compromiso Institucional, mediante el cual garantice el cumplimiento en materia de riesgos de Legitimación de Capitales, Financiamiento al Terrorismo y Financiamiento de la Proliferación de Armas de Destrucción Masiva. </a:t>
          </a:r>
          <a:endParaRPr lang="es-VE" b="1" dirty="0">
            <a:solidFill>
              <a:schemeClr val="tx1"/>
            </a:solidFill>
          </a:endParaRPr>
        </a:p>
      </dgm:t>
    </dgm:pt>
    <dgm:pt modelId="{5843296B-14B3-40A3-AEC6-3C383364B580}" type="parTrans" cxnId="{53D25C18-4D40-4D3B-B9B7-7D7EADC58193}">
      <dgm:prSet/>
      <dgm:spPr/>
      <dgm:t>
        <a:bodyPr/>
        <a:lstStyle/>
        <a:p>
          <a:endParaRPr lang="es-VE"/>
        </a:p>
      </dgm:t>
    </dgm:pt>
    <dgm:pt modelId="{A6B84ED5-88F4-423F-A810-79D1A9ABC71E}" type="sibTrans" cxnId="{53D25C18-4D40-4D3B-B9B7-7D7EADC58193}">
      <dgm:prSet/>
      <dgm:spPr/>
      <dgm:t>
        <a:bodyPr/>
        <a:lstStyle/>
        <a:p>
          <a:endParaRPr lang="es-VE"/>
        </a:p>
      </dgm:t>
    </dgm:pt>
    <dgm:pt modelId="{4C354B9F-39E4-4228-8CAE-E9DA4797CEDF}">
      <dgm:prSet/>
      <dgm:spPr/>
      <dgm:t>
        <a:bodyPr/>
        <a:lstStyle/>
        <a:p>
          <a:pPr algn="just" rtl="0"/>
          <a:r>
            <a:rPr lang="es-VE" b="1" dirty="0" smtClean="0">
              <a:solidFill>
                <a:schemeClr val="tx1"/>
              </a:solidFill>
            </a:rPr>
            <a:t>El mismo deberá mantenerse actualizado con la firma individual de cada uno de los miembros de la Junta Directiva o el órgano que ejerza función equivalente y archivarlo en el respectivo expediente, a disposición de la Superintendencia de la Actividad Aseguradora.</a:t>
          </a:r>
          <a:br>
            <a:rPr lang="es-VE" b="1" dirty="0" smtClean="0">
              <a:solidFill>
                <a:schemeClr val="tx1"/>
              </a:solidFill>
            </a:rPr>
          </a:br>
          <a:endParaRPr lang="es-VE" b="1" dirty="0">
            <a:solidFill>
              <a:schemeClr val="tx1"/>
            </a:solidFill>
          </a:endParaRPr>
        </a:p>
      </dgm:t>
    </dgm:pt>
    <dgm:pt modelId="{60CDCEA4-7BFF-4521-B7CA-2878820D30EF}" type="parTrans" cxnId="{713D51E1-E61F-4512-A883-619917766063}">
      <dgm:prSet/>
      <dgm:spPr/>
      <dgm:t>
        <a:bodyPr/>
        <a:lstStyle/>
        <a:p>
          <a:endParaRPr lang="es-VE"/>
        </a:p>
      </dgm:t>
    </dgm:pt>
    <dgm:pt modelId="{30EF03EC-7C45-41B6-AE4A-CE7065B8C5D2}" type="sibTrans" cxnId="{713D51E1-E61F-4512-A883-619917766063}">
      <dgm:prSet/>
      <dgm:spPr/>
      <dgm:t>
        <a:bodyPr/>
        <a:lstStyle/>
        <a:p>
          <a:endParaRPr lang="es-VE"/>
        </a:p>
      </dgm:t>
    </dgm:pt>
    <dgm:pt modelId="{911F9968-A87C-4F27-AA94-693EA0D4568A}" type="pres">
      <dgm:prSet presAssocID="{306BC175-88A9-4848-8800-E5CAC847E04B}" presName="linear" presStyleCnt="0">
        <dgm:presLayoutVars>
          <dgm:animLvl val="lvl"/>
          <dgm:resizeHandles val="exact"/>
        </dgm:presLayoutVars>
      </dgm:prSet>
      <dgm:spPr/>
      <dgm:t>
        <a:bodyPr/>
        <a:lstStyle/>
        <a:p>
          <a:endParaRPr lang="es-VE"/>
        </a:p>
      </dgm:t>
    </dgm:pt>
    <dgm:pt modelId="{79575306-1525-422A-A66F-784C0F1F0B02}" type="pres">
      <dgm:prSet presAssocID="{A7CDCB01-8548-4E59-B1BE-428B804EC74C}" presName="parentText" presStyleLbl="node1" presStyleIdx="0" presStyleCnt="2" custScaleY="73941" custLinFactY="2844" custLinFactNeighborY="100000">
        <dgm:presLayoutVars>
          <dgm:chMax val="0"/>
          <dgm:bulletEnabled val="1"/>
        </dgm:presLayoutVars>
      </dgm:prSet>
      <dgm:spPr/>
      <dgm:t>
        <a:bodyPr/>
        <a:lstStyle/>
        <a:p>
          <a:endParaRPr lang="es-VE"/>
        </a:p>
      </dgm:t>
    </dgm:pt>
    <dgm:pt modelId="{E1E35357-6066-4963-9053-712534775B25}" type="pres">
      <dgm:prSet presAssocID="{A6B84ED5-88F4-423F-A810-79D1A9ABC71E}" presName="spacer" presStyleCnt="0"/>
      <dgm:spPr/>
    </dgm:pt>
    <dgm:pt modelId="{C6720F45-C097-409B-B1CE-1130CA064AC8}" type="pres">
      <dgm:prSet presAssocID="{4C354B9F-39E4-4228-8CAE-E9DA4797CEDF}" presName="parentText" presStyleLbl="node1" presStyleIdx="1" presStyleCnt="2" custScaleY="84294">
        <dgm:presLayoutVars>
          <dgm:chMax val="0"/>
          <dgm:bulletEnabled val="1"/>
        </dgm:presLayoutVars>
      </dgm:prSet>
      <dgm:spPr/>
      <dgm:t>
        <a:bodyPr/>
        <a:lstStyle/>
        <a:p>
          <a:endParaRPr lang="es-VE"/>
        </a:p>
      </dgm:t>
    </dgm:pt>
  </dgm:ptLst>
  <dgm:cxnLst>
    <dgm:cxn modelId="{B122ACAF-84CB-4739-964C-7CC90101445C}" type="presOf" srcId="{306BC175-88A9-4848-8800-E5CAC847E04B}" destId="{911F9968-A87C-4F27-AA94-693EA0D4568A}" srcOrd="0" destOrd="0" presId="urn:microsoft.com/office/officeart/2005/8/layout/vList2"/>
    <dgm:cxn modelId="{0309518A-FE40-49A6-934F-32A8589D4984}" type="presOf" srcId="{4C354B9F-39E4-4228-8CAE-E9DA4797CEDF}" destId="{C6720F45-C097-409B-B1CE-1130CA064AC8}" srcOrd="0" destOrd="0" presId="urn:microsoft.com/office/officeart/2005/8/layout/vList2"/>
    <dgm:cxn modelId="{6E29A726-B557-46BE-B583-90ACB36BFE78}" type="presOf" srcId="{A7CDCB01-8548-4E59-B1BE-428B804EC74C}" destId="{79575306-1525-422A-A66F-784C0F1F0B02}" srcOrd="0" destOrd="0" presId="urn:microsoft.com/office/officeart/2005/8/layout/vList2"/>
    <dgm:cxn modelId="{53D25C18-4D40-4D3B-B9B7-7D7EADC58193}" srcId="{306BC175-88A9-4848-8800-E5CAC847E04B}" destId="{A7CDCB01-8548-4E59-B1BE-428B804EC74C}" srcOrd="0" destOrd="0" parTransId="{5843296B-14B3-40A3-AEC6-3C383364B580}" sibTransId="{A6B84ED5-88F4-423F-A810-79D1A9ABC71E}"/>
    <dgm:cxn modelId="{713D51E1-E61F-4512-A883-619917766063}" srcId="{306BC175-88A9-4848-8800-E5CAC847E04B}" destId="{4C354B9F-39E4-4228-8CAE-E9DA4797CEDF}" srcOrd="1" destOrd="0" parTransId="{60CDCEA4-7BFF-4521-B7CA-2878820D30EF}" sibTransId="{30EF03EC-7C45-41B6-AE4A-CE7065B8C5D2}"/>
    <dgm:cxn modelId="{585D496D-4E4D-4536-8C99-8FCE464FC8F6}" type="presParOf" srcId="{911F9968-A87C-4F27-AA94-693EA0D4568A}" destId="{79575306-1525-422A-A66F-784C0F1F0B02}" srcOrd="0" destOrd="0" presId="urn:microsoft.com/office/officeart/2005/8/layout/vList2"/>
    <dgm:cxn modelId="{9B652B9D-AB1E-4E24-9DD3-97531C9EEB89}" type="presParOf" srcId="{911F9968-A87C-4F27-AA94-693EA0D4568A}" destId="{E1E35357-6066-4963-9053-712534775B25}" srcOrd="1" destOrd="0" presId="urn:microsoft.com/office/officeart/2005/8/layout/vList2"/>
    <dgm:cxn modelId="{5BDA775F-2515-4DD2-8C57-92612D8B754B}" type="presParOf" srcId="{911F9968-A87C-4F27-AA94-693EA0D4568A}" destId="{C6720F45-C097-409B-B1CE-1130CA064AC8}" srcOrd="2"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7B7ECA72-9932-42FC-9AD0-EA1DA32B09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E2357058-DAC4-4034-9AA1-D2E39F5233F8}">
      <dgm:prSet phldrT="[Texto]" custT="1"/>
      <dgm:spPr/>
      <dgm:t>
        <a:bodyPr/>
        <a:lstStyle/>
        <a:p>
          <a:pPr algn="ctr"/>
          <a:r>
            <a:rPr lang="es-VE" sz="4000" b="1" dirty="0" smtClean="0">
              <a:solidFill>
                <a:schemeClr val="tx1"/>
              </a:solidFill>
            </a:rPr>
            <a:t>Hemeroteca</a:t>
          </a:r>
          <a:endParaRPr lang="es-VE" sz="4000" dirty="0">
            <a:solidFill>
              <a:schemeClr val="tx1"/>
            </a:solidFill>
          </a:endParaRPr>
        </a:p>
      </dgm:t>
    </dgm:pt>
    <dgm:pt modelId="{6A5A6FFF-0824-40A8-88AB-A63224984617}" type="parTrans" cxnId="{67DF470F-33C0-45E7-A00A-81473BD0F445}">
      <dgm:prSet/>
      <dgm:spPr/>
      <dgm:t>
        <a:bodyPr/>
        <a:lstStyle/>
        <a:p>
          <a:endParaRPr lang="es-VE"/>
        </a:p>
      </dgm:t>
    </dgm:pt>
    <dgm:pt modelId="{638DA39C-43B8-4206-8E53-DBD5ABF0FF56}" type="sibTrans" cxnId="{67DF470F-33C0-45E7-A00A-81473BD0F445}">
      <dgm:prSet/>
      <dgm:spPr/>
      <dgm:t>
        <a:bodyPr/>
        <a:lstStyle/>
        <a:p>
          <a:endParaRPr lang="es-VE"/>
        </a:p>
      </dgm:t>
    </dgm:pt>
    <dgm:pt modelId="{60A6ABF8-9B45-454F-8A00-6B5E4832E507}">
      <dgm:prSet phldrT="[Texto]" custT="1"/>
      <dgm:spPr/>
      <dgm:t>
        <a:bodyPr/>
        <a:lstStyle/>
        <a:p>
          <a:r>
            <a:rPr lang="es-VE" sz="2000" b="1" dirty="0" smtClean="0">
              <a:solidFill>
                <a:schemeClr val="tx1"/>
              </a:solidFill>
            </a:rPr>
            <a:t>Los sujetos obligados deben prestar especial atención a las informaciones obtenidas en forma mensual, a través de diferentes fuentes, archivadas en una hemeroteca, en forma física o digital</a:t>
          </a:r>
          <a:endParaRPr lang="es-VE" sz="2000" b="1" dirty="0">
            <a:solidFill>
              <a:schemeClr val="tx1"/>
            </a:solidFill>
          </a:endParaRPr>
        </a:p>
      </dgm:t>
    </dgm:pt>
    <dgm:pt modelId="{68D6C95C-4544-4229-AAAE-358622F96B47}" type="parTrans" cxnId="{A61D9C0B-860B-4B49-B0B2-9505C23147B7}">
      <dgm:prSet/>
      <dgm:spPr/>
      <dgm:t>
        <a:bodyPr/>
        <a:lstStyle/>
        <a:p>
          <a:endParaRPr lang="es-VE"/>
        </a:p>
      </dgm:t>
    </dgm:pt>
    <dgm:pt modelId="{41F0F605-4748-4116-9A68-DF835B2586E3}" type="sibTrans" cxnId="{A61D9C0B-860B-4B49-B0B2-9505C23147B7}">
      <dgm:prSet/>
      <dgm:spPr/>
      <dgm:t>
        <a:bodyPr/>
        <a:lstStyle/>
        <a:p>
          <a:endParaRPr lang="es-VE"/>
        </a:p>
      </dgm:t>
    </dgm:pt>
    <dgm:pt modelId="{C16B7889-2A6C-4A9C-8D9C-AD5B74A2E288}" type="pres">
      <dgm:prSet presAssocID="{7B7ECA72-9932-42FC-9AD0-EA1DA32B093D}" presName="linear" presStyleCnt="0">
        <dgm:presLayoutVars>
          <dgm:animLvl val="lvl"/>
          <dgm:resizeHandles val="exact"/>
        </dgm:presLayoutVars>
      </dgm:prSet>
      <dgm:spPr/>
      <dgm:t>
        <a:bodyPr/>
        <a:lstStyle/>
        <a:p>
          <a:endParaRPr lang="es-VE"/>
        </a:p>
      </dgm:t>
    </dgm:pt>
    <dgm:pt modelId="{9A22986C-6CBC-4020-B6BB-CDCFB3DCF271}" type="pres">
      <dgm:prSet presAssocID="{E2357058-DAC4-4034-9AA1-D2E39F5233F8}" presName="parentText" presStyleLbl="node1" presStyleIdx="0" presStyleCnt="2" custLinFactNeighborY="46361">
        <dgm:presLayoutVars>
          <dgm:chMax val="0"/>
          <dgm:bulletEnabled val="1"/>
        </dgm:presLayoutVars>
      </dgm:prSet>
      <dgm:spPr/>
      <dgm:t>
        <a:bodyPr/>
        <a:lstStyle/>
        <a:p>
          <a:endParaRPr lang="es-VE"/>
        </a:p>
      </dgm:t>
    </dgm:pt>
    <dgm:pt modelId="{B672A215-BBB8-44BF-A4CD-9E73AA1B65EF}" type="pres">
      <dgm:prSet presAssocID="{638DA39C-43B8-4206-8E53-DBD5ABF0FF56}" presName="spacer" presStyleCnt="0"/>
      <dgm:spPr/>
    </dgm:pt>
    <dgm:pt modelId="{66DEB6AD-6E27-4B38-AD7A-E6C5FDD30E81}" type="pres">
      <dgm:prSet presAssocID="{60A6ABF8-9B45-454F-8A00-6B5E4832E507}" presName="parentText" presStyleLbl="node1" presStyleIdx="1" presStyleCnt="2" custScaleY="157556">
        <dgm:presLayoutVars>
          <dgm:chMax val="0"/>
          <dgm:bulletEnabled val="1"/>
        </dgm:presLayoutVars>
      </dgm:prSet>
      <dgm:spPr/>
      <dgm:t>
        <a:bodyPr/>
        <a:lstStyle/>
        <a:p>
          <a:endParaRPr lang="es-VE"/>
        </a:p>
      </dgm:t>
    </dgm:pt>
  </dgm:ptLst>
  <dgm:cxnLst>
    <dgm:cxn modelId="{67DF470F-33C0-45E7-A00A-81473BD0F445}" srcId="{7B7ECA72-9932-42FC-9AD0-EA1DA32B093D}" destId="{E2357058-DAC4-4034-9AA1-D2E39F5233F8}" srcOrd="0" destOrd="0" parTransId="{6A5A6FFF-0824-40A8-88AB-A63224984617}" sibTransId="{638DA39C-43B8-4206-8E53-DBD5ABF0FF56}"/>
    <dgm:cxn modelId="{C90697DD-6EC7-4E0B-9C5B-E800BADF6F57}" type="presOf" srcId="{E2357058-DAC4-4034-9AA1-D2E39F5233F8}" destId="{9A22986C-6CBC-4020-B6BB-CDCFB3DCF271}" srcOrd="0" destOrd="0" presId="urn:microsoft.com/office/officeart/2005/8/layout/vList2"/>
    <dgm:cxn modelId="{36A49648-8AF3-4ECB-BC72-005DC8919196}" type="presOf" srcId="{60A6ABF8-9B45-454F-8A00-6B5E4832E507}" destId="{66DEB6AD-6E27-4B38-AD7A-E6C5FDD30E81}" srcOrd="0" destOrd="0" presId="urn:microsoft.com/office/officeart/2005/8/layout/vList2"/>
    <dgm:cxn modelId="{A61D9C0B-860B-4B49-B0B2-9505C23147B7}" srcId="{7B7ECA72-9932-42FC-9AD0-EA1DA32B093D}" destId="{60A6ABF8-9B45-454F-8A00-6B5E4832E507}" srcOrd="1" destOrd="0" parTransId="{68D6C95C-4544-4229-AAAE-358622F96B47}" sibTransId="{41F0F605-4748-4116-9A68-DF835B2586E3}"/>
    <dgm:cxn modelId="{CBE4AAC8-7DED-40DD-A38C-D8C1BCF53D3C}" type="presOf" srcId="{7B7ECA72-9932-42FC-9AD0-EA1DA32B093D}" destId="{C16B7889-2A6C-4A9C-8D9C-AD5B74A2E288}" srcOrd="0" destOrd="0" presId="urn:microsoft.com/office/officeart/2005/8/layout/vList2"/>
    <dgm:cxn modelId="{8E75FDDD-AC4C-4D49-A8D7-703EAB889D81}" type="presParOf" srcId="{C16B7889-2A6C-4A9C-8D9C-AD5B74A2E288}" destId="{9A22986C-6CBC-4020-B6BB-CDCFB3DCF271}" srcOrd="0" destOrd="0" presId="urn:microsoft.com/office/officeart/2005/8/layout/vList2"/>
    <dgm:cxn modelId="{95A2C976-9E0A-40F1-8D0D-52BDBB3CEB46}" type="presParOf" srcId="{C16B7889-2A6C-4A9C-8D9C-AD5B74A2E288}" destId="{B672A215-BBB8-44BF-A4CD-9E73AA1B65EF}" srcOrd="1" destOrd="0" presId="urn:microsoft.com/office/officeart/2005/8/layout/vList2"/>
    <dgm:cxn modelId="{2059275E-4D1C-4946-B2B6-3B96C2FC0D64}" type="presParOf" srcId="{C16B7889-2A6C-4A9C-8D9C-AD5B74A2E288}" destId="{66DEB6AD-6E27-4B38-AD7A-E6C5FDD30E81}" srcOrd="2" destOrd="0" presId="urn:microsoft.com/office/officeart/2005/8/layout/vList2"/>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EAA59304-E3FE-493D-A979-E8EA097A5419}"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76B68CE9-4D5F-445A-9820-85812A2BE0CA}">
      <dgm:prSet/>
      <dgm:spPr/>
      <dgm:t>
        <a:bodyPr/>
        <a:lstStyle/>
        <a:p>
          <a:pPr algn="ctr" rtl="0"/>
          <a:r>
            <a:rPr lang="es-VE" b="1" dirty="0" smtClean="0">
              <a:solidFill>
                <a:schemeClr val="tx1"/>
              </a:solidFill>
            </a:rPr>
            <a:t>SECCION IV                                                   MANUAL DE NORMAS, POLITICAS Y PROCEDIMIETOS</a:t>
          </a:r>
          <a:endParaRPr lang="es-VE" dirty="0">
            <a:solidFill>
              <a:schemeClr val="tx1"/>
            </a:solidFill>
          </a:endParaRPr>
        </a:p>
      </dgm:t>
    </dgm:pt>
    <dgm:pt modelId="{FFA52167-AE35-4033-BCB9-E9CF98B9CAA8}" type="parTrans" cxnId="{F9AF5C4C-29B5-4FDA-AE3B-D80172AD401B}">
      <dgm:prSet/>
      <dgm:spPr/>
      <dgm:t>
        <a:bodyPr/>
        <a:lstStyle/>
        <a:p>
          <a:endParaRPr lang="es-VE"/>
        </a:p>
      </dgm:t>
    </dgm:pt>
    <dgm:pt modelId="{1F2C262C-438C-44B8-A224-7BA485160314}" type="sibTrans" cxnId="{F9AF5C4C-29B5-4FDA-AE3B-D80172AD401B}">
      <dgm:prSet/>
      <dgm:spPr/>
      <dgm:t>
        <a:bodyPr/>
        <a:lstStyle/>
        <a:p>
          <a:endParaRPr lang="es-VE"/>
        </a:p>
      </dgm:t>
    </dgm:pt>
    <dgm:pt modelId="{2E4067C5-B211-45C2-A210-A5B5CB1C027A}" type="pres">
      <dgm:prSet presAssocID="{EAA59304-E3FE-493D-A979-E8EA097A5419}" presName="linear" presStyleCnt="0">
        <dgm:presLayoutVars>
          <dgm:animLvl val="lvl"/>
          <dgm:resizeHandles val="exact"/>
        </dgm:presLayoutVars>
      </dgm:prSet>
      <dgm:spPr/>
      <dgm:t>
        <a:bodyPr/>
        <a:lstStyle/>
        <a:p>
          <a:endParaRPr lang="es-VE"/>
        </a:p>
      </dgm:t>
    </dgm:pt>
    <dgm:pt modelId="{41BE09E6-115E-4387-9AE3-F5516495DD21}" type="pres">
      <dgm:prSet presAssocID="{76B68CE9-4D5F-445A-9820-85812A2BE0CA}" presName="parentText" presStyleLbl="node1" presStyleIdx="0" presStyleCnt="1" custScaleY="173743" custLinFactNeighborX="877" custLinFactNeighborY="-181">
        <dgm:presLayoutVars>
          <dgm:chMax val="0"/>
          <dgm:bulletEnabled val="1"/>
        </dgm:presLayoutVars>
      </dgm:prSet>
      <dgm:spPr/>
      <dgm:t>
        <a:bodyPr/>
        <a:lstStyle/>
        <a:p>
          <a:endParaRPr lang="es-VE"/>
        </a:p>
      </dgm:t>
    </dgm:pt>
  </dgm:ptLst>
  <dgm:cxnLst>
    <dgm:cxn modelId="{F9AF5C4C-29B5-4FDA-AE3B-D80172AD401B}" srcId="{EAA59304-E3FE-493D-A979-E8EA097A5419}" destId="{76B68CE9-4D5F-445A-9820-85812A2BE0CA}" srcOrd="0" destOrd="0" parTransId="{FFA52167-AE35-4033-BCB9-E9CF98B9CAA8}" sibTransId="{1F2C262C-438C-44B8-A224-7BA485160314}"/>
    <dgm:cxn modelId="{DA270CC6-14C6-444A-888E-6C9AB2383B91}" type="presOf" srcId="{EAA59304-E3FE-493D-A979-E8EA097A5419}" destId="{2E4067C5-B211-45C2-A210-A5B5CB1C027A}" srcOrd="0" destOrd="0" presId="urn:microsoft.com/office/officeart/2005/8/layout/vList2"/>
    <dgm:cxn modelId="{E6C68B30-7677-48BC-8B1B-824BDF0A737F}" type="presOf" srcId="{76B68CE9-4D5F-445A-9820-85812A2BE0CA}" destId="{41BE09E6-115E-4387-9AE3-F5516495DD21}" srcOrd="0" destOrd="0" presId="urn:microsoft.com/office/officeart/2005/8/layout/vList2"/>
    <dgm:cxn modelId="{5E936110-D633-4DF7-BC5A-BF385ABE2E7D}" type="presParOf" srcId="{2E4067C5-B211-45C2-A210-A5B5CB1C027A}" destId="{41BE09E6-115E-4387-9AE3-F5516495DD21}" srcOrd="0" destOrd="0" presId="urn:microsoft.com/office/officeart/2005/8/layout/vList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F6B83C57-A055-47DA-B1C3-C274178175F6}" type="doc">
      <dgm:prSet loTypeId="urn:microsoft.com/office/officeart/2005/8/layout/process1" loCatId="process" qsTypeId="urn:microsoft.com/office/officeart/2005/8/quickstyle/simple1" qsCatId="simple" csTypeId="urn:microsoft.com/office/officeart/2005/8/colors/accent1_2" csCatId="accent1" phldr="1"/>
      <dgm:spPr/>
    </dgm:pt>
    <dgm:pt modelId="{A20D4AB8-6E63-42E6-AEF8-0D8F338C9B77}">
      <dgm:prSet phldrT="[Texto]" custT="1"/>
      <dgm:spPr/>
      <dgm:t>
        <a:bodyPr/>
        <a:lstStyle/>
        <a:p>
          <a:r>
            <a:rPr lang="es-VE" sz="2000" b="1" dirty="0" smtClean="0">
              <a:solidFill>
                <a:schemeClr val="tx1"/>
              </a:solidFill>
            </a:rPr>
            <a:t>Manual Políticas, Normas y Procedimientos</a:t>
          </a:r>
          <a:br>
            <a:rPr lang="es-VE" sz="2000" b="1" dirty="0" smtClean="0">
              <a:solidFill>
                <a:schemeClr val="tx1"/>
              </a:solidFill>
            </a:rPr>
          </a:br>
          <a:endParaRPr lang="es-VE" sz="2000" dirty="0">
            <a:solidFill>
              <a:schemeClr val="tx1"/>
            </a:solidFill>
          </a:endParaRPr>
        </a:p>
      </dgm:t>
    </dgm:pt>
    <dgm:pt modelId="{A038D0DA-E498-4424-A4CB-45D6D9682093}" type="parTrans" cxnId="{FF93AD97-89F0-4671-A134-CA4CB4F5E4EC}">
      <dgm:prSet/>
      <dgm:spPr/>
      <dgm:t>
        <a:bodyPr/>
        <a:lstStyle/>
        <a:p>
          <a:endParaRPr lang="es-VE"/>
        </a:p>
      </dgm:t>
    </dgm:pt>
    <dgm:pt modelId="{6750D3C0-AD29-4CFE-A51C-FB172A267CE7}" type="sibTrans" cxnId="{FF93AD97-89F0-4671-A134-CA4CB4F5E4EC}">
      <dgm:prSet/>
      <dgm:spPr/>
      <dgm:t>
        <a:bodyPr/>
        <a:lstStyle/>
        <a:p>
          <a:endParaRPr lang="es-VE" dirty="0"/>
        </a:p>
      </dgm:t>
    </dgm:pt>
    <dgm:pt modelId="{326E60C8-E596-40AF-ACB9-51ED1F5A9368}">
      <dgm:prSet phldrT="[Texto]" custT="1"/>
      <dgm:spPr/>
      <dgm:t>
        <a:bodyPr/>
        <a:lstStyle/>
        <a:p>
          <a:r>
            <a:rPr lang="es-VE" sz="2000" b="1" dirty="0" smtClean="0">
              <a:solidFill>
                <a:schemeClr val="tx1"/>
              </a:solidFill>
              <a:effectLst/>
            </a:rPr>
            <a:t>Normas, Políticas,</a:t>
          </a:r>
          <a:br>
            <a:rPr lang="es-VE" sz="2000" b="1" dirty="0" smtClean="0">
              <a:solidFill>
                <a:schemeClr val="tx1"/>
              </a:solidFill>
              <a:effectLst/>
            </a:rPr>
          </a:br>
          <a:r>
            <a:rPr lang="es-VE" sz="2000" b="1" dirty="0" smtClean="0">
              <a:solidFill>
                <a:schemeClr val="tx1"/>
              </a:solidFill>
              <a:effectLst/>
            </a:rPr>
            <a:t>Procedimientos Programas Planes Medidas Controles internos</a:t>
          </a:r>
          <a:endParaRPr lang="es-VE" sz="2000" b="1" dirty="0">
            <a:solidFill>
              <a:schemeClr val="tx1"/>
            </a:solidFill>
          </a:endParaRPr>
        </a:p>
      </dgm:t>
    </dgm:pt>
    <dgm:pt modelId="{E579D88C-2EAC-4871-8CB4-4AD9C70A8951}" type="parTrans" cxnId="{53E44A4C-538C-4627-BD14-E42ADB0987A5}">
      <dgm:prSet/>
      <dgm:spPr/>
      <dgm:t>
        <a:bodyPr/>
        <a:lstStyle/>
        <a:p>
          <a:endParaRPr lang="es-VE"/>
        </a:p>
      </dgm:t>
    </dgm:pt>
    <dgm:pt modelId="{DD2CFE68-8E8D-424E-ACA0-63694F374F69}" type="sibTrans" cxnId="{53E44A4C-538C-4627-BD14-E42ADB0987A5}">
      <dgm:prSet/>
      <dgm:spPr/>
      <dgm:t>
        <a:bodyPr/>
        <a:lstStyle/>
        <a:p>
          <a:endParaRPr lang="es-VE" dirty="0"/>
        </a:p>
      </dgm:t>
    </dgm:pt>
    <dgm:pt modelId="{D491BF87-8953-4A09-9886-0E08640B1CBC}">
      <dgm:prSet phldrT="[Texto]" custT="1"/>
      <dgm:spPr/>
      <dgm:t>
        <a:bodyPr/>
        <a:lstStyle/>
        <a:p>
          <a:r>
            <a:rPr lang="es-VE" sz="1600" b="1" dirty="0" smtClean="0">
              <a:solidFill>
                <a:schemeClr val="tx1"/>
              </a:solidFill>
              <a:effectLst/>
            </a:rPr>
            <a:t>Enfoque de riesgos considerando la estructura organizativa, perfil operacional y conforme al nivel de riesgos de la Compañía.</a:t>
          </a:r>
          <a:br>
            <a:rPr lang="es-VE" sz="1600" b="1" dirty="0" smtClean="0">
              <a:solidFill>
                <a:schemeClr val="tx1"/>
              </a:solidFill>
              <a:effectLst/>
            </a:rPr>
          </a:br>
          <a:endParaRPr lang="es-VE" sz="1600" b="1" dirty="0">
            <a:solidFill>
              <a:schemeClr val="tx1"/>
            </a:solidFill>
          </a:endParaRPr>
        </a:p>
      </dgm:t>
    </dgm:pt>
    <dgm:pt modelId="{8CC9BABD-D275-4CAD-B09F-1060DF998038}" type="parTrans" cxnId="{C0382ECC-0C81-40F4-867D-4FE90735A9AC}">
      <dgm:prSet/>
      <dgm:spPr/>
      <dgm:t>
        <a:bodyPr/>
        <a:lstStyle/>
        <a:p>
          <a:endParaRPr lang="es-VE"/>
        </a:p>
      </dgm:t>
    </dgm:pt>
    <dgm:pt modelId="{498F81F9-0CAC-4B1B-9C43-42E83D00952B}" type="sibTrans" cxnId="{C0382ECC-0C81-40F4-867D-4FE90735A9AC}">
      <dgm:prSet/>
      <dgm:spPr/>
      <dgm:t>
        <a:bodyPr/>
        <a:lstStyle/>
        <a:p>
          <a:endParaRPr lang="es-VE"/>
        </a:p>
      </dgm:t>
    </dgm:pt>
    <dgm:pt modelId="{A6B33ACC-0F6C-47C3-A437-D6C094660D5E}" type="pres">
      <dgm:prSet presAssocID="{F6B83C57-A055-47DA-B1C3-C274178175F6}" presName="Name0" presStyleCnt="0">
        <dgm:presLayoutVars>
          <dgm:dir/>
          <dgm:resizeHandles val="exact"/>
        </dgm:presLayoutVars>
      </dgm:prSet>
      <dgm:spPr/>
    </dgm:pt>
    <dgm:pt modelId="{04F4E2AF-EAD4-46B3-984F-4D3F5C7AE1F2}" type="pres">
      <dgm:prSet presAssocID="{A20D4AB8-6E63-42E6-AEF8-0D8F338C9B77}" presName="node" presStyleLbl="node1" presStyleIdx="0" presStyleCnt="3">
        <dgm:presLayoutVars>
          <dgm:bulletEnabled val="1"/>
        </dgm:presLayoutVars>
      </dgm:prSet>
      <dgm:spPr/>
      <dgm:t>
        <a:bodyPr/>
        <a:lstStyle/>
        <a:p>
          <a:endParaRPr lang="es-VE"/>
        </a:p>
      </dgm:t>
    </dgm:pt>
    <dgm:pt modelId="{588E861C-8C9C-43E1-84C6-FF28144F556E}" type="pres">
      <dgm:prSet presAssocID="{6750D3C0-AD29-4CFE-A51C-FB172A267CE7}" presName="sibTrans" presStyleLbl="sibTrans2D1" presStyleIdx="0" presStyleCnt="2"/>
      <dgm:spPr/>
      <dgm:t>
        <a:bodyPr/>
        <a:lstStyle/>
        <a:p>
          <a:endParaRPr lang="es-VE"/>
        </a:p>
      </dgm:t>
    </dgm:pt>
    <dgm:pt modelId="{BD65A48E-7656-4260-BC03-D1CE3C405CF9}" type="pres">
      <dgm:prSet presAssocID="{6750D3C0-AD29-4CFE-A51C-FB172A267CE7}" presName="connectorText" presStyleLbl="sibTrans2D1" presStyleIdx="0" presStyleCnt="2"/>
      <dgm:spPr/>
      <dgm:t>
        <a:bodyPr/>
        <a:lstStyle/>
        <a:p>
          <a:endParaRPr lang="es-VE"/>
        </a:p>
      </dgm:t>
    </dgm:pt>
    <dgm:pt modelId="{151B44F2-CF9F-4735-8C8B-FFB8593B0BF4}" type="pres">
      <dgm:prSet presAssocID="{326E60C8-E596-40AF-ACB9-51ED1F5A9368}" presName="node" presStyleLbl="node1" presStyleIdx="1" presStyleCnt="3">
        <dgm:presLayoutVars>
          <dgm:bulletEnabled val="1"/>
        </dgm:presLayoutVars>
      </dgm:prSet>
      <dgm:spPr/>
      <dgm:t>
        <a:bodyPr/>
        <a:lstStyle/>
        <a:p>
          <a:endParaRPr lang="es-VE"/>
        </a:p>
      </dgm:t>
    </dgm:pt>
    <dgm:pt modelId="{EDF05BF6-91BF-4A2C-96DF-C308B4300F8F}" type="pres">
      <dgm:prSet presAssocID="{DD2CFE68-8E8D-424E-ACA0-63694F374F69}" presName="sibTrans" presStyleLbl="sibTrans2D1" presStyleIdx="1" presStyleCnt="2"/>
      <dgm:spPr/>
      <dgm:t>
        <a:bodyPr/>
        <a:lstStyle/>
        <a:p>
          <a:endParaRPr lang="es-VE"/>
        </a:p>
      </dgm:t>
    </dgm:pt>
    <dgm:pt modelId="{6AB0B7DD-2FC0-4BDF-B38D-CE6C0A3D4CE4}" type="pres">
      <dgm:prSet presAssocID="{DD2CFE68-8E8D-424E-ACA0-63694F374F69}" presName="connectorText" presStyleLbl="sibTrans2D1" presStyleIdx="1" presStyleCnt="2"/>
      <dgm:spPr/>
      <dgm:t>
        <a:bodyPr/>
        <a:lstStyle/>
        <a:p>
          <a:endParaRPr lang="es-VE"/>
        </a:p>
      </dgm:t>
    </dgm:pt>
    <dgm:pt modelId="{BB342A9B-F2DB-404E-8AE1-EED76EEA729B}" type="pres">
      <dgm:prSet presAssocID="{D491BF87-8953-4A09-9886-0E08640B1CBC}" presName="node" presStyleLbl="node1" presStyleIdx="2" presStyleCnt="3">
        <dgm:presLayoutVars>
          <dgm:bulletEnabled val="1"/>
        </dgm:presLayoutVars>
      </dgm:prSet>
      <dgm:spPr/>
      <dgm:t>
        <a:bodyPr/>
        <a:lstStyle/>
        <a:p>
          <a:endParaRPr lang="es-VE"/>
        </a:p>
      </dgm:t>
    </dgm:pt>
  </dgm:ptLst>
  <dgm:cxnLst>
    <dgm:cxn modelId="{5441A607-3089-4BC0-BC2F-7AABCCD88CCA}" type="presOf" srcId="{F6B83C57-A055-47DA-B1C3-C274178175F6}" destId="{A6B33ACC-0F6C-47C3-A437-D6C094660D5E}" srcOrd="0" destOrd="0" presId="urn:microsoft.com/office/officeart/2005/8/layout/process1"/>
    <dgm:cxn modelId="{FF93AD97-89F0-4671-A134-CA4CB4F5E4EC}" srcId="{F6B83C57-A055-47DA-B1C3-C274178175F6}" destId="{A20D4AB8-6E63-42E6-AEF8-0D8F338C9B77}" srcOrd="0" destOrd="0" parTransId="{A038D0DA-E498-4424-A4CB-45D6D9682093}" sibTransId="{6750D3C0-AD29-4CFE-A51C-FB172A267CE7}"/>
    <dgm:cxn modelId="{C0382ECC-0C81-40F4-867D-4FE90735A9AC}" srcId="{F6B83C57-A055-47DA-B1C3-C274178175F6}" destId="{D491BF87-8953-4A09-9886-0E08640B1CBC}" srcOrd="2" destOrd="0" parTransId="{8CC9BABD-D275-4CAD-B09F-1060DF998038}" sibTransId="{498F81F9-0CAC-4B1B-9C43-42E83D00952B}"/>
    <dgm:cxn modelId="{38095BBA-5B71-4DFB-9EFD-8E9DF2DA6833}" type="presOf" srcId="{A20D4AB8-6E63-42E6-AEF8-0D8F338C9B77}" destId="{04F4E2AF-EAD4-46B3-984F-4D3F5C7AE1F2}" srcOrd="0" destOrd="0" presId="urn:microsoft.com/office/officeart/2005/8/layout/process1"/>
    <dgm:cxn modelId="{B1200701-8272-4938-887F-C78A3155B989}" type="presOf" srcId="{326E60C8-E596-40AF-ACB9-51ED1F5A9368}" destId="{151B44F2-CF9F-4735-8C8B-FFB8593B0BF4}" srcOrd="0" destOrd="0" presId="urn:microsoft.com/office/officeart/2005/8/layout/process1"/>
    <dgm:cxn modelId="{E141F838-4F8C-4AFA-8B71-49801141804C}" type="presOf" srcId="{DD2CFE68-8E8D-424E-ACA0-63694F374F69}" destId="{6AB0B7DD-2FC0-4BDF-B38D-CE6C0A3D4CE4}" srcOrd="1" destOrd="0" presId="urn:microsoft.com/office/officeart/2005/8/layout/process1"/>
    <dgm:cxn modelId="{3281876A-5007-45FE-8761-65186F9F7FB0}" type="presOf" srcId="{D491BF87-8953-4A09-9886-0E08640B1CBC}" destId="{BB342A9B-F2DB-404E-8AE1-EED76EEA729B}" srcOrd="0" destOrd="0" presId="urn:microsoft.com/office/officeart/2005/8/layout/process1"/>
    <dgm:cxn modelId="{DFC5BC5D-86DF-46BA-B383-323C56BF835C}" type="presOf" srcId="{6750D3C0-AD29-4CFE-A51C-FB172A267CE7}" destId="{BD65A48E-7656-4260-BC03-D1CE3C405CF9}" srcOrd="1" destOrd="0" presId="urn:microsoft.com/office/officeart/2005/8/layout/process1"/>
    <dgm:cxn modelId="{420746D2-3C8D-469A-817E-1CF6C1C95FAB}" type="presOf" srcId="{DD2CFE68-8E8D-424E-ACA0-63694F374F69}" destId="{EDF05BF6-91BF-4A2C-96DF-C308B4300F8F}" srcOrd="0" destOrd="0" presId="urn:microsoft.com/office/officeart/2005/8/layout/process1"/>
    <dgm:cxn modelId="{53E44A4C-538C-4627-BD14-E42ADB0987A5}" srcId="{F6B83C57-A055-47DA-B1C3-C274178175F6}" destId="{326E60C8-E596-40AF-ACB9-51ED1F5A9368}" srcOrd="1" destOrd="0" parTransId="{E579D88C-2EAC-4871-8CB4-4AD9C70A8951}" sibTransId="{DD2CFE68-8E8D-424E-ACA0-63694F374F69}"/>
    <dgm:cxn modelId="{B00B787C-4C6E-4306-8EE7-5A8BE4E7E522}" type="presOf" srcId="{6750D3C0-AD29-4CFE-A51C-FB172A267CE7}" destId="{588E861C-8C9C-43E1-84C6-FF28144F556E}" srcOrd="0" destOrd="0" presId="urn:microsoft.com/office/officeart/2005/8/layout/process1"/>
    <dgm:cxn modelId="{A8037651-A5AE-4173-875F-09A8108D580F}" type="presParOf" srcId="{A6B33ACC-0F6C-47C3-A437-D6C094660D5E}" destId="{04F4E2AF-EAD4-46B3-984F-4D3F5C7AE1F2}" srcOrd="0" destOrd="0" presId="urn:microsoft.com/office/officeart/2005/8/layout/process1"/>
    <dgm:cxn modelId="{4810735D-8A70-465C-9B70-EF6F9DF48305}" type="presParOf" srcId="{A6B33ACC-0F6C-47C3-A437-D6C094660D5E}" destId="{588E861C-8C9C-43E1-84C6-FF28144F556E}" srcOrd="1" destOrd="0" presId="urn:microsoft.com/office/officeart/2005/8/layout/process1"/>
    <dgm:cxn modelId="{C61CEFD8-0957-4B11-8098-D90F07FF7370}" type="presParOf" srcId="{588E861C-8C9C-43E1-84C6-FF28144F556E}" destId="{BD65A48E-7656-4260-BC03-D1CE3C405CF9}" srcOrd="0" destOrd="0" presId="urn:microsoft.com/office/officeart/2005/8/layout/process1"/>
    <dgm:cxn modelId="{F351F7EC-C33D-40EB-9A5C-D987A85F08B4}" type="presParOf" srcId="{A6B33ACC-0F6C-47C3-A437-D6C094660D5E}" destId="{151B44F2-CF9F-4735-8C8B-FFB8593B0BF4}" srcOrd="2" destOrd="0" presId="urn:microsoft.com/office/officeart/2005/8/layout/process1"/>
    <dgm:cxn modelId="{EAEB0162-27B2-4982-B2B8-98AC7A127E8D}" type="presParOf" srcId="{A6B33ACC-0F6C-47C3-A437-D6C094660D5E}" destId="{EDF05BF6-91BF-4A2C-96DF-C308B4300F8F}" srcOrd="3" destOrd="0" presId="urn:microsoft.com/office/officeart/2005/8/layout/process1"/>
    <dgm:cxn modelId="{0A772113-A39A-4864-B8B8-DBAE969A3978}" type="presParOf" srcId="{EDF05BF6-91BF-4A2C-96DF-C308B4300F8F}" destId="{6AB0B7DD-2FC0-4BDF-B38D-CE6C0A3D4CE4}" srcOrd="0" destOrd="0" presId="urn:microsoft.com/office/officeart/2005/8/layout/process1"/>
    <dgm:cxn modelId="{EECB4D9A-4667-4341-8DF8-67B159ADD959}" type="presParOf" srcId="{A6B33ACC-0F6C-47C3-A437-D6C094660D5E}" destId="{BB342A9B-F2DB-404E-8AE1-EED76EEA729B}" srcOrd="4" destOrd="0" presId="urn:microsoft.com/office/officeart/2005/8/layout/process1"/>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76747A2B-B0A5-43BB-B305-49CF85C96681}"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970E854B-B669-41C5-841C-90BEEC99D9AF}">
      <dgm:prSet phldrT="[Texto]"/>
      <dgm:spPr/>
      <dgm:t>
        <a:bodyPr/>
        <a:lstStyle/>
        <a:p>
          <a:pPr algn="ctr"/>
          <a:r>
            <a:rPr lang="es-VE" b="1" dirty="0" smtClean="0">
              <a:solidFill>
                <a:schemeClr val="tx1"/>
              </a:solidFill>
              <a:effectLst/>
            </a:rPr>
            <a:t>TITULO III</a:t>
          </a:r>
          <a:br>
            <a:rPr lang="es-VE" b="1" dirty="0" smtClean="0">
              <a:solidFill>
                <a:schemeClr val="tx1"/>
              </a:solidFill>
              <a:effectLst/>
            </a:rPr>
          </a:br>
          <a:r>
            <a:rPr lang="es-VE" b="1" dirty="0" smtClean="0">
              <a:solidFill>
                <a:schemeClr val="tx1"/>
              </a:solidFill>
              <a:effectLst/>
            </a:rPr>
            <a:t>DE LAS POLITICAS</a:t>
          </a:r>
          <a:r>
            <a:rPr lang="es-VE" b="1" dirty="0" smtClean="0">
              <a:solidFill>
                <a:schemeClr val="tx1"/>
              </a:solidFill>
            </a:rPr>
            <a:t/>
          </a:r>
          <a:br>
            <a:rPr lang="es-VE" b="1" dirty="0" smtClean="0">
              <a:solidFill>
                <a:schemeClr val="tx1"/>
              </a:solidFill>
            </a:rPr>
          </a:br>
          <a:endParaRPr lang="es-VE" b="1" dirty="0">
            <a:solidFill>
              <a:schemeClr val="tx1"/>
            </a:solidFill>
          </a:endParaRPr>
        </a:p>
      </dgm:t>
    </dgm:pt>
    <dgm:pt modelId="{2DF244CB-24F2-48F3-A88B-EA9B81782A86}" type="parTrans" cxnId="{39F0D146-9303-44AA-814F-38B80F50AF3A}">
      <dgm:prSet/>
      <dgm:spPr/>
      <dgm:t>
        <a:bodyPr/>
        <a:lstStyle/>
        <a:p>
          <a:endParaRPr lang="es-VE" b="1">
            <a:solidFill>
              <a:schemeClr val="tx1"/>
            </a:solidFill>
          </a:endParaRPr>
        </a:p>
      </dgm:t>
    </dgm:pt>
    <dgm:pt modelId="{5D526229-0255-4EC8-B450-F505ADC64BC0}" type="sibTrans" cxnId="{39F0D146-9303-44AA-814F-38B80F50AF3A}">
      <dgm:prSet/>
      <dgm:spPr/>
      <dgm:t>
        <a:bodyPr/>
        <a:lstStyle/>
        <a:p>
          <a:endParaRPr lang="es-VE" b="1">
            <a:solidFill>
              <a:schemeClr val="tx1"/>
            </a:solidFill>
          </a:endParaRPr>
        </a:p>
      </dgm:t>
    </dgm:pt>
    <dgm:pt modelId="{E8C0EC25-3230-452D-A256-81BB919F3520}" type="pres">
      <dgm:prSet presAssocID="{76747A2B-B0A5-43BB-B305-49CF85C96681}" presName="linear" presStyleCnt="0">
        <dgm:presLayoutVars>
          <dgm:animLvl val="lvl"/>
          <dgm:resizeHandles val="exact"/>
        </dgm:presLayoutVars>
      </dgm:prSet>
      <dgm:spPr/>
      <dgm:t>
        <a:bodyPr/>
        <a:lstStyle/>
        <a:p>
          <a:endParaRPr lang="es-VE"/>
        </a:p>
      </dgm:t>
    </dgm:pt>
    <dgm:pt modelId="{30132974-3228-44CE-9DA7-8C9CCE0EBACA}" type="pres">
      <dgm:prSet presAssocID="{970E854B-B669-41C5-841C-90BEEC99D9AF}" presName="parentText" presStyleLbl="node1" presStyleIdx="0" presStyleCnt="1">
        <dgm:presLayoutVars>
          <dgm:chMax val="0"/>
          <dgm:bulletEnabled val="1"/>
        </dgm:presLayoutVars>
      </dgm:prSet>
      <dgm:spPr/>
      <dgm:t>
        <a:bodyPr/>
        <a:lstStyle/>
        <a:p>
          <a:endParaRPr lang="es-VE"/>
        </a:p>
      </dgm:t>
    </dgm:pt>
  </dgm:ptLst>
  <dgm:cxnLst>
    <dgm:cxn modelId="{39F0D146-9303-44AA-814F-38B80F50AF3A}" srcId="{76747A2B-B0A5-43BB-B305-49CF85C96681}" destId="{970E854B-B669-41C5-841C-90BEEC99D9AF}" srcOrd="0" destOrd="0" parTransId="{2DF244CB-24F2-48F3-A88B-EA9B81782A86}" sibTransId="{5D526229-0255-4EC8-B450-F505ADC64BC0}"/>
    <dgm:cxn modelId="{D722D08C-EF0B-4D6B-95C6-0063F6F90F01}" type="presOf" srcId="{970E854B-B669-41C5-841C-90BEEC99D9AF}" destId="{30132974-3228-44CE-9DA7-8C9CCE0EBACA}" srcOrd="0" destOrd="0" presId="urn:microsoft.com/office/officeart/2005/8/layout/vList2"/>
    <dgm:cxn modelId="{D9DE5860-488C-4601-84AA-791F1C4CF150}" type="presOf" srcId="{76747A2B-B0A5-43BB-B305-49CF85C96681}" destId="{E8C0EC25-3230-452D-A256-81BB919F3520}" srcOrd="0" destOrd="0" presId="urn:microsoft.com/office/officeart/2005/8/layout/vList2"/>
    <dgm:cxn modelId="{CC04C5C8-9D50-47FD-8745-1A191FF2F9C3}" type="presParOf" srcId="{E8C0EC25-3230-452D-A256-81BB919F3520}" destId="{30132974-3228-44CE-9DA7-8C9CCE0EBACA}" srcOrd="0" destOrd="0" presId="urn:microsoft.com/office/officeart/2005/8/layout/vList2"/>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7AF6C200-1421-4011-A0A1-79755D7DDFDA}"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FD64341B-7577-47CF-A3ED-95067DF55EED}">
      <dgm:prSet phldrT="[Texto]"/>
      <dgm:spPr/>
      <dgm:t>
        <a:bodyPr/>
        <a:lstStyle/>
        <a:p>
          <a:pPr algn="ctr"/>
          <a:r>
            <a:rPr lang="es-VE" b="1" dirty="0" smtClean="0">
              <a:solidFill>
                <a:schemeClr val="tx1"/>
              </a:solidFill>
            </a:rPr>
            <a:t>CAPITULO I</a:t>
          </a:r>
          <a:br>
            <a:rPr lang="es-VE" b="1" dirty="0" smtClean="0">
              <a:solidFill>
                <a:schemeClr val="tx1"/>
              </a:solidFill>
            </a:rPr>
          </a:br>
          <a:r>
            <a:rPr lang="es-VE" b="1" dirty="0" smtClean="0">
              <a:solidFill>
                <a:schemeClr val="tx1"/>
              </a:solidFill>
            </a:rPr>
            <a:t>POLITICA CONOZCA A SU CLIENTE</a:t>
          </a:r>
          <a:endParaRPr lang="es-VE" b="1" dirty="0">
            <a:solidFill>
              <a:schemeClr val="tx1"/>
            </a:solidFill>
          </a:endParaRPr>
        </a:p>
      </dgm:t>
    </dgm:pt>
    <dgm:pt modelId="{469B419F-AA07-4025-9032-9DD6CD774793}" type="parTrans" cxnId="{572DFD9F-5359-4C47-9438-4B5D45DB694E}">
      <dgm:prSet/>
      <dgm:spPr/>
      <dgm:t>
        <a:bodyPr/>
        <a:lstStyle/>
        <a:p>
          <a:endParaRPr lang="es-VE" b="1">
            <a:solidFill>
              <a:schemeClr val="tx1"/>
            </a:solidFill>
          </a:endParaRPr>
        </a:p>
      </dgm:t>
    </dgm:pt>
    <dgm:pt modelId="{4F7F525C-1FCC-48C9-8795-965EF19ECA30}" type="sibTrans" cxnId="{572DFD9F-5359-4C47-9438-4B5D45DB694E}">
      <dgm:prSet/>
      <dgm:spPr/>
      <dgm:t>
        <a:bodyPr/>
        <a:lstStyle/>
        <a:p>
          <a:endParaRPr lang="es-VE" b="1">
            <a:solidFill>
              <a:schemeClr val="tx1"/>
            </a:solidFill>
          </a:endParaRPr>
        </a:p>
      </dgm:t>
    </dgm:pt>
    <dgm:pt modelId="{D2B78FE5-DDB6-4AFC-A47F-84F3003A9644}" type="pres">
      <dgm:prSet presAssocID="{7AF6C200-1421-4011-A0A1-79755D7DDFDA}" presName="linear" presStyleCnt="0">
        <dgm:presLayoutVars>
          <dgm:animLvl val="lvl"/>
          <dgm:resizeHandles val="exact"/>
        </dgm:presLayoutVars>
      </dgm:prSet>
      <dgm:spPr/>
      <dgm:t>
        <a:bodyPr/>
        <a:lstStyle/>
        <a:p>
          <a:endParaRPr lang="es-VE"/>
        </a:p>
      </dgm:t>
    </dgm:pt>
    <dgm:pt modelId="{2AC17F05-BECF-415D-91EB-2FD399A0E3A8}" type="pres">
      <dgm:prSet presAssocID="{FD64341B-7577-47CF-A3ED-95067DF55EED}" presName="parentText" presStyleLbl="node1" presStyleIdx="0" presStyleCnt="1">
        <dgm:presLayoutVars>
          <dgm:chMax val="0"/>
          <dgm:bulletEnabled val="1"/>
        </dgm:presLayoutVars>
      </dgm:prSet>
      <dgm:spPr/>
      <dgm:t>
        <a:bodyPr/>
        <a:lstStyle/>
        <a:p>
          <a:endParaRPr lang="es-VE"/>
        </a:p>
      </dgm:t>
    </dgm:pt>
  </dgm:ptLst>
  <dgm:cxnLst>
    <dgm:cxn modelId="{4FF1CB4E-0CE9-4A76-952F-8260616972E9}" type="presOf" srcId="{FD64341B-7577-47CF-A3ED-95067DF55EED}" destId="{2AC17F05-BECF-415D-91EB-2FD399A0E3A8}" srcOrd="0" destOrd="0" presId="urn:microsoft.com/office/officeart/2005/8/layout/vList2"/>
    <dgm:cxn modelId="{F402D224-31ED-400D-B79F-F8D833321E3E}" type="presOf" srcId="{7AF6C200-1421-4011-A0A1-79755D7DDFDA}" destId="{D2B78FE5-DDB6-4AFC-A47F-84F3003A9644}" srcOrd="0" destOrd="0" presId="urn:microsoft.com/office/officeart/2005/8/layout/vList2"/>
    <dgm:cxn modelId="{572DFD9F-5359-4C47-9438-4B5D45DB694E}" srcId="{7AF6C200-1421-4011-A0A1-79755D7DDFDA}" destId="{FD64341B-7577-47CF-A3ED-95067DF55EED}" srcOrd="0" destOrd="0" parTransId="{469B419F-AA07-4025-9032-9DD6CD774793}" sibTransId="{4F7F525C-1FCC-48C9-8795-965EF19ECA30}"/>
    <dgm:cxn modelId="{57DB566B-F0A7-4DE1-BFDD-34366735A959}" type="presParOf" srcId="{D2B78FE5-DDB6-4AFC-A47F-84F3003A9644}" destId="{2AC17F05-BECF-415D-91EB-2FD399A0E3A8}" srcOrd="0" destOrd="0" presId="urn:microsoft.com/office/officeart/2005/8/layout/vList2"/>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EBB33737-CCDA-4378-9657-15C6F05D37C5}" type="doc">
      <dgm:prSet loTypeId="urn:microsoft.com/office/officeart/2005/8/layout/process1" loCatId="process" qsTypeId="urn:microsoft.com/office/officeart/2005/8/quickstyle/simple1" qsCatId="simple" csTypeId="urn:microsoft.com/office/officeart/2005/8/colors/accent1_2" csCatId="accent1" phldr="1"/>
      <dgm:spPr/>
    </dgm:pt>
    <dgm:pt modelId="{176C48DF-08BF-447D-8D8B-7F73CDCDF8B8}">
      <dgm:prSet phldrT="[Texto]" custT="1"/>
      <dgm:spPr/>
      <dgm:t>
        <a:bodyPr/>
        <a:lstStyle/>
        <a:p>
          <a:r>
            <a:rPr lang="es-VE" sz="2800" b="0" dirty="0" smtClean="0">
              <a:solidFill>
                <a:schemeClr val="tx1"/>
              </a:solidFill>
            </a:rPr>
            <a:t>POLITICA CONOZCA A SU CLIENTE</a:t>
          </a:r>
          <a:endParaRPr lang="es-VE" sz="2800" b="0" dirty="0">
            <a:solidFill>
              <a:schemeClr val="tx1"/>
            </a:solidFill>
          </a:endParaRPr>
        </a:p>
      </dgm:t>
    </dgm:pt>
    <dgm:pt modelId="{EA131215-465D-4647-A2B8-B085382CA69D}" type="parTrans" cxnId="{5AE7F56A-D0A5-4876-987A-D77F7C3ED8C4}">
      <dgm:prSet/>
      <dgm:spPr/>
      <dgm:t>
        <a:bodyPr/>
        <a:lstStyle/>
        <a:p>
          <a:endParaRPr lang="es-VE"/>
        </a:p>
      </dgm:t>
    </dgm:pt>
    <dgm:pt modelId="{0B8ACBFD-BC2D-4370-80A5-57C6ACC845C2}" type="sibTrans" cxnId="{5AE7F56A-D0A5-4876-987A-D77F7C3ED8C4}">
      <dgm:prSet/>
      <dgm:spPr/>
      <dgm:t>
        <a:bodyPr/>
        <a:lstStyle/>
        <a:p>
          <a:endParaRPr lang="es-VE" dirty="0"/>
        </a:p>
      </dgm:t>
    </dgm:pt>
    <dgm:pt modelId="{1E7CC8C8-9F7A-48AD-B487-BBA8468DE198}">
      <dgm:prSet phldrT="[Texto]" custT="1"/>
      <dgm:spPr/>
      <dgm:t>
        <a:bodyPr/>
        <a:lstStyle/>
        <a:p>
          <a:pPr algn="just"/>
          <a:r>
            <a:rPr lang="es-VE" sz="1400" dirty="0" smtClean="0">
              <a:solidFill>
                <a:schemeClr val="tx1"/>
              </a:solidFill>
              <a:latin typeface="+mn-lt"/>
              <a:ea typeface="+mn-ea"/>
              <a:cs typeface="+mn-cs"/>
            </a:rPr>
            <a:t>Conjunto de procedimientos y directrices para que los sujetos obligados puedan de manera efectiva identificar a sus clientes y verificar y monitorear las operaciones financieras en las que participen, en relación con los riesgos y prácticas de Legitimación de Capitales, Financiamiento al Terrorismo y el Financiamiento a la Proliferación de Armas de Destrucción Masiva  </a:t>
          </a:r>
          <a:endParaRPr lang="es-VE" sz="1400" dirty="0"/>
        </a:p>
      </dgm:t>
    </dgm:pt>
    <dgm:pt modelId="{A8E76B1D-F149-4953-BF35-5470CCBE534E}" type="parTrans" cxnId="{9FD13744-8198-4950-B679-8B4D61620D0D}">
      <dgm:prSet/>
      <dgm:spPr/>
      <dgm:t>
        <a:bodyPr/>
        <a:lstStyle/>
        <a:p>
          <a:endParaRPr lang="es-VE"/>
        </a:p>
      </dgm:t>
    </dgm:pt>
    <dgm:pt modelId="{663724B2-4EBD-4F04-9D74-8C6DC739C32C}" type="sibTrans" cxnId="{9FD13744-8198-4950-B679-8B4D61620D0D}">
      <dgm:prSet/>
      <dgm:spPr/>
      <dgm:t>
        <a:bodyPr/>
        <a:lstStyle/>
        <a:p>
          <a:endParaRPr lang="es-VE"/>
        </a:p>
      </dgm:t>
    </dgm:pt>
    <dgm:pt modelId="{1BDBA5EB-8D0A-4EA8-A34D-945BBD979076}" type="pres">
      <dgm:prSet presAssocID="{EBB33737-CCDA-4378-9657-15C6F05D37C5}" presName="Name0" presStyleCnt="0">
        <dgm:presLayoutVars>
          <dgm:dir/>
          <dgm:resizeHandles val="exact"/>
        </dgm:presLayoutVars>
      </dgm:prSet>
      <dgm:spPr/>
    </dgm:pt>
    <dgm:pt modelId="{D3E4514D-12C9-44CB-83FE-A693C8C88488}" type="pres">
      <dgm:prSet presAssocID="{176C48DF-08BF-447D-8D8B-7F73CDCDF8B8}" presName="node" presStyleLbl="node1" presStyleIdx="0" presStyleCnt="2">
        <dgm:presLayoutVars>
          <dgm:bulletEnabled val="1"/>
        </dgm:presLayoutVars>
      </dgm:prSet>
      <dgm:spPr/>
      <dgm:t>
        <a:bodyPr/>
        <a:lstStyle/>
        <a:p>
          <a:endParaRPr lang="es-VE"/>
        </a:p>
      </dgm:t>
    </dgm:pt>
    <dgm:pt modelId="{4AFE0AEF-5E27-40FA-BE71-A900B0DEB82E}" type="pres">
      <dgm:prSet presAssocID="{0B8ACBFD-BC2D-4370-80A5-57C6ACC845C2}" presName="sibTrans" presStyleLbl="sibTrans2D1" presStyleIdx="0" presStyleCnt="1" custScaleX="126141"/>
      <dgm:spPr/>
      <dgm:t>
        <a:bodyPr/>
        <a:lstStyle/>
        <a:p>
          <a:endParaRPr lang="es-VE"/>
        </a:p>
      </dgm:t>
    </dgm:pt>
    <dgm:pt modelId="{967D80F5-7600-4F77-AFC4-00C2D910A75E}" type="pres">
      <dgm:prSet presAssocID="{0B8ACBFD-BC2D-4370-80A5-57C6ACC845C2}" presName="connectorText" presStyleLbl="sibTrans2D1" presStyleIdx="0" presStyleCnt="1"/>
      <dgm:spPr/>
      <dgm:t>
        <a:bodyPr/>
        <a:lstStyle/>
        <a:p>
          <a:endParaRPr lang="es-VE"/>
        </a:p>
      </dgm:t>
    </dgm:pt>
    <dgm:pt modelId="{9DCD26DE-08B2-45CD-ABEE-60537E11EFB9}" type="pres">
      <dgm:prSet presAssocID="{1E7CC8C8-9F7A-48AD-B487-BBA8468DE198}" presName="node" presStyleLbl="node1" presStyleIdx="1" presStyleCnt="2" custScaleX="117180">
        <dgm:presLayoutVars>
          <dgm:bulletEnabled val="1"/>
        </dgm:presLayoutVars>
      </dgm:prSet>
      <dgm:spPr/>
      <dgm:t>
        <a:bodyPr/>
        <a:lstStyle/>
        <a:p>
          <a:endParaRPr lang="es-VE"/>
        </a:p>
      </dgm:t>
    </dgm:pt>
  </dgm:ptLst>
  <dgm:cxnLst>
    <dgm:cxn modelId="{B3F4A3A5-4011-41F9-8B20-957359B4E366}" type="presOf" srcId="{0B8ACBFD-BC2D-4370-80A5-57C6ACC845C2}" destId="{967D80F5-7600-4F77-AFC4-00C2D910A75E}" srcOrd="1" destOrd="0" presId="urn:microsoft.com/office/officeart/2005/8/layout/process1"/>
    <dgm:cxn modelId="{FD76C68B-D6D3-4E3F-849B-D9A1DEECE2B5}" type="presOf" srcId="{EBB33737-CCDA-4378-9657-15C6F05D37C5}" destId="{1BDBA5EB-8D0A-4EA8-A34D-945BBD979076}" srcOrd="0" destOrd="0" presId="urn:microsoft.com/office/officeart/2005/8/layout/process1"/>
    <dgm:cxn modelId="{849A556F-6D0E-457B-8A3E-39C2F0C53E21}" type="presOf" srcId="{176C48DF-08BF-447D-8D8B-7F73CDCDF8B8}" destId="{D3E4514D-12C9-44CB-83FE-A693C8C88488}" srcOrd="0" destOrd="0" presId="urn:microsoft.com/office/officeart/2005/8/layout/process1"/>
    <dgm:cxn modelId="{9FD13744-8198-4950-B679-8B4D61620D0D}" srcId="{EBB33737-CCDA-4378-9657-15C6F05D37C5}" destId="{1E7CC8C8-9F7A-48AD-B487-BBA8468DE198}" srcOrd="1" destOrd="0" parTransId="{A8E76B1D-F149-4953-BF35-5470CCBE534E}" sibTransId="{663724B2-4EBD-4F04-9D74-8C6DC739C32C}"/>
    <dgm:cxn modelId="{BF73BF0A-D17C-4319-BC39-C3946CCA44ED}" type="presOf" srcId="{1E7CC8C8-9F7A-48AD-B487-BBA8468DE198}" destId="{9DCD26DE-08B2-45CD-ABEE-60537E11EFB9}" srcOrd="0" destOrd="0" presId="urn:microsoft.com/office/officeart/2005/8/layout/process1"/>
    <dgm:cxn modelId="{D1FF9950-5326-4A9D-A05C-50C19271CC5D}" type="presOf" srcId="{0B8ACBFD-BC2D-4370-80A5-57C6ACC845C2}" destId="{4AFE0AEF-5E27-40FA-BE71-A900B0DEB82E}" srcOrd="0" destOrd="0" presId="urn:microsoft.com/office/officeart/2005/8/layout/process1"/>
    <dgm:cxn modelId="{5AE7F56A-D0A5-4876-987A-D77F7C3ED8C4}" srcId="{EBB33737-CCDA-4378-9657-15C6F05D37C5}" destId="{176C48DF-08BF-447D-8D8B-7F73CDCDF8B8}" srcOrd="0" destOrd="0" parTransId="{EA131215-465D-4647-A2B8-B085382CA69D}" sibTransId="{0B8ACBFD-BC2D-4370-80A5-57C6ACC845C2}"/>
    <dgm:cxn modelId="{9FB7CDB9-99CA-4FD2-9AC8-EF2CE33C88F0}" type="presParOf" srcId="{1BDBA5EB-8D0A-4EA8-A34D-945BBD979076}" destId="{D3E4514D-12C9-44CB-83FE-A693C8C88488}" srcOrd="0" destOrd="0" presId="urn:microsoft.com/office/officeart/2005/8/layout/process1"/>
    <dgm:cxn modelId="{BA262C63-CF5F-4274-A181-BE0473341AB8}" type="presParOf" srcId="{1BDBA5EB-8D0A-4EA8-A34D-945BBD979076}" destId="{4AFE0AEF-5E27-40FA-BE71-A900B0DEB82E}" srcOrd="1" destOrd="0" presId="urn:microsoft.com/office/officeart/2005/8/layout/process1"/>
    <dgm:cxn modelId="{CBAA9DF1-035F-43AD-B5CF-55237A859B7E}" type="presParOf" srcId="{4AFE0AEF-5E27-40FA-BE71-A900B0DEB82E}" destId="{967D80F5-7600-4F77-AFC4-00C2D910A75E}" srcOrd="0" destOrd="0" presId="urn:microsoft.com/office/officeart/2005/8/layout/process1"/>
    <dgm:cxn modelId="{DB38FD99-BB86-427D-879A-FE9542872AC9}" type="presParOf" srcId="{1BDBA5EB-8D0A-4EA8-A34D-945BBD979076}" destId="{9DCD26DE-08B2-45CD-ABEE-60537E11EFB9}" srcOrd="2" destOrd="0" presId="urn:microsoft.com/office/officeart/2005/8/layout/process1"/>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0B8841D7-57D5-4C61-85F3-EB26E9BC14C3}" type="doc">
      <dgm:prSet loTypeId="urn:microsoft.com/office/officeart/2005/8/layout/process1" loCatId="process" qsTypeId="urn:microsoft.com/office/officeart/2005/8/quickstyle/simple1" qsCatId="simple" csTypeId="urn:microsoft.com/office/officeart/2005/8/colors/accent1_2" csCatId="accent1" phldr="1"/>
      <dgm:spPr/>
    </dgm:pt>
    <dgm:pt modelId="{FC7B36EB-DE2D-497A-9C4E-98535507F62B}">
      <dgm:prSet phldrT="[Texto]" custT="1"/>
      <dgm:spPr/>
      <dgm:t>
        <a:bodyPr/>
        <a:lstStyle/>
        <a:p>
          <a:r>
            <a:rPr lang="es-VE" sz="1800" b="1" dirty="0" smtClean="0">
              <a:solidFill>
                <a:schemeClr val="tx1"/>
              </a:solidFill>
            </a:rPr>
            <a:t>POLITICA CONOZCA   SU CLIENTE</a:t>
          </a:r>
          <a:br>
            <a:rPr lang="es-VE" sz="1800" b="1" dirty="0" smtClean="0">
              <a:solidFill>
                <a:schemeClr val="tx1"/>
              </a:solidFill>
            </a:rPr>
          </a:br>
          <a:endParaRPr lang="es-VE" sz="1800" dirty="0">
            <a:solidFill>
              <a:schemeClr val="tx1"/>
            </a:solidFill>
          </a:endParaRPr>
        </a:p>
      </dgm:t>
    </dgm:pt>
    <dgm:pt modelId="{B00FA129-66BA-42A9-AF3E-ED8F38856F19}" type="parTrans" cxnId="{C5C842A8-9699-4D7C-AEB8-5EE3B462C42C}">
      <dgm:prSet/>
      <dgm:spPr/>
      <dgm:t>
        <a:bodyPr/>
        <a:lstStyle/>
        <a:p>
          <a:endParaRPr lang="es-VE"/>
        </a:p>
      </dgm:t>
    </dgm:pt>
    <dgm:pt modelId="{54EC5164-5D6A-4BED-810B-3700B14D169F}" type="sibTrans" cxnId="{C5C842A8-9699-4D7C-AEB8-5EE3B462C42C}">
      <dgm:prSet/>
      <dgm:spPr/>
      <dgm:t>
        <a:bodyPr/>
        <a:lstStyle/>
        <a:p>
          <a:endParaRPr lang="es-VE" dirty="0"/>
        </a:p>
      </dgm:t>
    </dgm:pt>
    <dgm:pt modelId="{8DE5A7E5-2154-4376-B551-25D8F23EF4D7}">
      <dgm:prSet phldrT="[Texto]" custT="1"/>
      <dgm:spPr/>
      <dgm:t>
        <a:bodyPr/>
        <a:lstStyle/>
        <a:p>
          <a:r>
            <a:rPr lang="es-VE" sz="1100" b="1" dirty="0" smtClean="0">
              <a:solidFill>
                <a:schemeClr val="tx1"/>
              </a:solidFill>
            </a:rPr>
            <a:t>Registro Individual. Articulo . 50</a:t>
          </a:r>
        </a:p>
        <a:p>
          <a:r>
            <a:rPr lang="es-VE" sz="1100" b="1" dirty="0" smtClean="0">
              <a:solidFill>
                <a:schemeClr val="tx1"/>
              </a:solidFill>
            </a:rPr>
            <a:t>Propósito de las Operaciones. Articulo . 51</a:t>
          </a:r>
        </a:p>
        <a:p>
          <a:r>
            <a:rPr lang="es-VE" sz="1100" b="1" dirty="0" smtClean="0">
              <a:solidFill>
                <a:schemeClr val="tx1"/>
              </a:solidFill>
            </a:rPr>
            <a:t>Declaración de  origen de Fondos. Articulo. 52</a:t>
          </a:r>
        </a:p>
        <a:p>
          <a:r>
            <a:rPr lang="es-VE" sz="1100" b="1" dirty="0" smtClean="0">
              <a:solidFill>
                <a:schemeClr val="tx1"/>
              </a:solidFill>
            </a:rPr>
            <a:t>Identificación Personas Naturales. Articulo. 53</a:t>
          </a:r>
        </a:p>
        <a:p>
          <a:r>
            <a:rPr lang="es-VE" sz="1100" b="1" dirty="0" smtClean="0">
              <a:solidFill>
                <a:schemeClr val="tx1"/>
              </a:solidFill>
            </a:rPr>
            <a:t>Identificación Personas Jurídicas. Articulo. 54</a:t>
          </a:r>
        </a:p>
        <a:p>
          <a:r>
            <a:rPr lang="es-VE" sz="1100" b="1" dirty="0" smtClean="0">
              <a:solidFill>
                <a:schemeClr val="tx1"/>
              </a:solidFill>
            </a:rPr>
            <a:t>Identificación de los Clientes que no actúan por cuenta propia. Articulo 55</a:t>
          </a:r>
        </a:p>
        <a:p>
          <a:r>
            <a:rPr lang="es-VE" sz="1100" b="1" dirty="0" smtClean="0">
              <a:solidFill>
                <a:schemeClr val="tx1"/>
              </a:solidFill>
            </a:rPr>
            <a:t>Datos Adicionales. Articulo 56</a:t>
          </a:r>
          <a:endParaRPr lang="es-VE" sz="1100" b="1" dirty="0">
            <a:solidFill>
              <a:schemeClr val="tx1"/>
            </a:solidFill>
          </a:endParaRPr>
        </a:p>
      </dgm:t>
    </dgm:pt>
    <dgm:pt modelId="{D3A3D596-C07A-4E5F-9EFB-87C799DDB064}" type="parTrans" cxnId="{4697BD14-EF0E-43C3-8B8A-E189DFCF8BAF}">
      <dgm:prSet/>
      <dgm:spPr/>
      <dgm:t>
        <a:bodyPr/>
        <a:lstStyle/>
        <a:p>
          <a:endParaRPr lang="es-VE"/>
        </a:p>
      </dgm:t>
    </dgm:pt>
    <dgm:pt modelId="{70333628-418F-406E-9CFF-E54F2B41FEE7}" type="sibTrans" cxnId="{4697BD14-EF0E-43C3-8B8A-E189DFCF8BAF}">
      <dgm:prSet/>
      <dgm:spPr/>
      <dgm:t>
        <a:bodyPr/>
        <a:lstStyle/>
        <a:p>
          <a:endParaRPr lang="es-VE" dirty="0"/>
        </a:p>
      </dgm:t>
    </dgm:pt>
    <dgm:pt modelId="{68CE4C63-C8AD-47D5-99B8-49A22364C5D8}">
      <dgm:prSet phldrT="[Texto]" custT="1"/>
      <dgm:spPr/>
      <dgm:t>
        <a:bodyPr/>
        <a:lstStyle/>
        <a:p>
          <a:r>
            <a:rPr lang="es-VE" sz="1100" b="1" dirty="0" smtClean="0">
              <a:solidFill>
                <a:schemeClr val="tx1"/>
              </a:solidFill>
            </a:rPr>
            <a:t>Debida Diligencia  del Cliente. Articulo 57</a:t>
          </a:r>
        </a:p>
        <a:p>
          <a:r>
            <a:rPr lang="es-VE" sz="1100" b="1" dirty="0" smtClean="0">
              <a:solidFill>
                <a:schemeClr val="tx1"/>
              </a:solidFill>
            </a:rPr>
            <a:t>Expediente del Cliente Persona Natural. Articulo 58</a:t>
          </a:r>
        </a:p>
        <a:p>
          <a:r>
            <a:rPr lang="es-VE" sz="1100" b="1" dirty="0" smtClean="0">
              <a:solidFill>
                <a:schemeClr val="tx1"/>
              </a:solidFill>
            </a:rPr>
            <a:t>Expediente del Cliente persona Jurídica. Articulo 59</a:t>
          </a:r>
        </a:p>
        <a:p>
          <a:r>
            <a:rPr lang="es-VE" sz="1100" b="1" dirty="0" smtClean="0">
              <a:solidFill>
                <a:schemeClr val="tx1"/>
              </a:solidFill>
            </a:rPr>
            <a:t>Obligación del Intermediario. Articulo 60</a:t>
          </a:r>
        </a:p>
        <a:p>
          <a:r>
            <a:rPr lang="es-VE" sz="1100" b="1" dirty="0" smtClean="0">
              <a:solidFill>
                <a:schemeClr val="tx1"/>
              </a:solidFill>
            </a:rPr>
            <a:t>Prohibición. Articulo 61</a:t>
          </a:r>
        </a:p>
        <a:p>
          <a:r>
            <a:rPr lang="es-VE" sz="1100" b="1" dirty="0" smtClean="0">
              <a:solidFill>
                <a:schemeClr val="tx1"/>
              </a:solidFill>
            </a:rPr>
            <a:t>Verificación de Datos. Articulo 62</a:t>
          </a:r>
        </a:p>
        <a:p>
          <a:r>
            <a:rPr lang="es-VE" sz="1100" b="1" dirty="0" smtClean="0">
              <a:solidFill>
                <a:schemeClr val="tx1"/>
              </a:solidFill>
            </a:rPr>
            <a:t>Nivel de Riesgo y Verificación. Articulo 63</a:t>
          </a:r>
          <a:endParaRPr lang="es-VE" sz="1100" b="1" dirty="0">
            <a:solidFill>
              <a:schemeClr val="tx1"/>
            </a:solidFill>
          </a:endParaRPr>
        </a:p>
      </dgm:t>
    </dgm:pt>
    <dgm:pt modelId="{6A04B6A6-A3E0-4A0D-96FF-C1951E5FF4E9}" type="parTrans" cxnId="{718B796F-C9C1-447B-92B0-CF19355197D3}">
      <dgm:prSet/>
      <dgm:spPr/>
      <dgm:t>
        <a:bodyPr/>
        <a:lstStyle/>
        <a:p>
          <a:endParaRPr lang="es-VE"/>
        </a:p>
      </dgm:t>
    </dgm:pt>
    <dgm:pt modelId="{D8B32104-EC50-4F27-8A0B-81588FDF97DC}" type="sibTrans" cxnId="{718B796F-C9C1-447B-92B0-CF19355197D3}">
      <dgm:prSet/>
      <dgm:spPr/>
      <dgm:t>
        <a:bodyPr/>
        <a:lstStyle/>
        <a:p>
          <a:endParaRPr lang="es-VE"/>
        </a:p>
      </dgm:t>
    </dgm:pt>
    <dgm:pt modelId="{C5CCF350-BB55-40FF-A424-E8778975DF7D}" type="pres">
      <dgm:prSet presAssocID="{0B8841D7-57D5-4C61-85F3-EB26E9BC14C3}" presName="Name0" presStyleCnt="0">
        <dgm:presLayoutVars>
          <dgm:dir/>
          <dgm:resizeHandles val="exact"/>
        </dgm:presLayoutVars>
      </dgm:prSet>
      <dgm:spPr/>
    </dgm:pt>
    <dgm:pt modelId="{FF1C378E-4512-4E38-94A5-5BEFA2F8330A}" type="pres">
      <dgm:prSet presAssocID="{FC7B36EB-DE2D-497A-9C4E-98535507F62B}" presName="node" presStyleLbl="node1" presStyleIdx="0" presStyleCnt="3" custScaleY="136994">
        <dgm:presLayoutVars>
          <dgm:bulletEnabled val="1"/>
        </dgm:presLayoutVars>
      </dgm:prSet>
      <dgm:spPr/>
      <dgm:t>
        <a:bodyPr/>
        <a:lstStyle/>
        <a:p>
          <a:endParaRPr lang="es-VE"/>
        </a:p>
      </dgm:t>
    </dgm:pt>
    <dgm:pt modelId="{8FBD2036-72F8-42CC-97DF-E7D6B4055038}" type="pres">
      <dgm:prSet presAssocID="{54EC5164-5D6A-4BED-810B-3700B14D169F}" presName="sibTrans" presStyleLbl="sibTrans2D1" presStyleIdx="0" presStyleCnt="2" custLinFactNeighborX="-38976" custLinFactNeighborY="-16122"/>
      <dgm:spPr/>
      <dgm:t>
        <a:bodyPr/>
        <a:lstStyle/>
        <a:p>
          <a:endParaRPr lang="es-VE"/>
        </a:p>
      </dgm:t>
    </dgm:pt>
    <dgm:pt modelId="{03FB1903-4F17-420A-8B6A-EE6A623B6945}" type="pres">
      <dgm:prSet presAssocID="{54EC5164-5D6A-4BED-810B-3700B14D169F}" presName="connectorText" presStyleLbl="sibTrans2D1" presStyleIdx="0" presStyleCnt="2"/>
      <dgm:spPr/>
      <dgm:t>
        <a:bodyPr/>
        <a:lstStyle/>
        <a:p>
          <a:endParaRPr lang="es-VE"/>
        </a:p>
      </dgm:t>
    </dgm:pt>
    <dgm:pt modelId="{DB88BBEF-0E17-4051-A6DE-DAF0D622E4F6}" type="pres">
      <dgm:prSet presAssocID="{8DE5A7E5-2154-4376-B551-25D8F23EF4D7}" presName="node" presStyleLbl="node1" presStyleIdx="1" presStyleCnt="3" custScaleX="185848" custScaleY="147443">
        <dgm:presLayoutVars>
          <dgm:bulletEnabled val="1"/>
        </dgm:presLayoutVars>
      </dgm:prSet>
      <dgm:spPr/>
      <dgm:t>
        <a:bodyPr/>
        <a:lstStyle/>
        <a:p>
          <a:endParaRPr lang="es-VE"/>
        </a:p>
      </dgm:t>
    </dgm:pt>
    <dgm:pt modelId="{C4A5CCEB-0AD3-4DD0-9B07-87D52363A097}" type="pres">
      <dgm:prSet presAssocID="{70333628-418F-406E-9CFF-E54F2B41FEE7}" presName="sibTrans" presStyleLbl="sibTrans2D1" presStyleIdx="1" presStyleCnt="2"/>
      <dgm:spPr/>
      <dgm:t>
        <a:bodyPr/>
        <a:lstStyle/>
        <a:p>
          <a:endParaRPr lang="es-VE"/>
        </a:p>
      </dgm:t>
    </dgm:pt>
    <dgm:pt modelId="{DF990595-FF47-4646-BF04-E9BD533EAF11}" type="pres">
      <dgm:prSet presAssocID="{70333628-418F-406E-9CFF-E54F2B41FEE7}" presName="connectorText" presStyleLbl="sibTrans2D1" presStyleIdx="1" presStyleCnt="2"/>
      <dgm:spPr/>
      <dgm:t>
        <a:bodyPr/>
        <a:lstStyle/>
        <a:p>
          <a:endParaRPr lang="es-VE"/>
        </a:p>
      </dgm:t>
    </dgm:pt>
    <dgm:pt modelId="{F5371585-72D8-4048-BDCE-4129A8BA82A1}" type="pres">
      <dgm:prSet presAssocID="{68CE4C63-C8AD-47D5-99B8-49A22364C5D8}" presName="node" presStyleLbl="node1" presStyleIdx="2" presStyleCnt="3" custScaleX="180361" custScaleY="145140">
        <dgm:presLayoutVars>
          <dgm:bulletEnabled val="1"/>
        </dgm:presLayoutVars>
      </dgm:prSet>
      <dgm:spPr/>
      <dgm:t>
        <a:bodyPr/>
        <a:lstStyle/>
        <a:p>
          <a:endParaRPr lang="es-VE"/>
        </a:p>
      </dgm:t>
    </dgm:pt>
  </dgm:ptLst>
  <dgm:cxnLst>
    <dgm:cxn modelId="{EACFD7A8-2C4F-4B0F-B13E-E3DD10E1C99E}" type="presOf" srcId="{54EC5164-5D6A-4BED-810B-3700B14D169F}" destId="{03FB1903-4F17-420A-8B6A-EE6A623B6945}" srcOrd="1" destOrd="0" presId="urn:microsoft.com/office/officeart/2005/8/layout/process1"/>
    <dgm:cxn modelId="{DCF16872-1295-4EBF-AD2C-24957584313D}" type="presOf" srcId="{70333628-418F-406E-9CFF-E54F2B41FEE7}" destId="{DF990595-FF47-4646-BF04-E9BD533EAF11}" srcOrd="1" destOrd="0" presId="urn:microsoft.com/office/officeart/2005/8/layout/process1"/>
    <dgm:cxn modelId="{339888BE-52AC-4036-A4F6-D657308EF992}" type="presOf" srcId="{8DE5A7E5-2154-4376-B551-25D8F23EF4D7}" destId="{DB88BBEF-0E17-4051-A6DE-DAF0D622E4F6}" srcOrd="0" destOrd="0" presId="urn:microsoft.com/office/officeart/2005/8/layout/process1"/>
    <dgm:cxn modelId="{FBDA5888-2483-4505-B476-8006D2BACE2A}" type="presOf" srcId="{68CE4C63-C8AD-47D5-99B8-49A22364C5D8}" destId="{F5371585-72D8-4048-BDCE-4129A8BA82A1}" srcOrd="0" destOrd="0" presId="urn:microsoft.com/office/officeart/2005/8/layout/process1"/>
    <dgm:cxn modelId="{C5C842A8-9699-4D7C-AEB8-5EE3B462C42C}" srcId="{0B8841D7-57D5-4C61-85F3-EB26E9BC14C3}" destId="{FC7B36EB-DE2D-497A-9C4E-98535507F62B}" srcOrd="0" destOrd="0" parTransId="{B00FA129-66BA-42A9-AF3E-ED8F38856F19}" sibTransId="{54EC5164-5D6A-4BED-810B-3700B14D169F}"/>
    <dgm:cxn modelId="{D62CAC6A-286B-47B7-8C4A-4995D0FE42A9}" type="presOf" srcId="{70333628-418F-406E-9CFF-E54F2B41FEE7}" destId="{C4A5CCEB-0AD3-4DD0-9B07-87D52363A097}" srcOrd="0" destOrd="0" presId="urn:microsoft.com/office/officeart/2005/8/layout/process1"/>
    <dgm:cxn modelId="{E878BEAB-ACA3-42EE-87AA-80EF935347BA}" type="presOf" srcId="{54EC5164-5D6A-4BED-810B-3700B14D169F}" destId="{8FBD2036-72F8-42CC-97DF-E7D6B4055038}" srcOrd="0" destOrd="0" presId="urn:microsoft.com/office/officeart/2005/8/layout/process1"/>
    <dgm:cxn modelId="{718B796F-C9C1-447B-92B0-CF19355197D3}" srcId="{0B8841D7-57D5-4C61-85F3-EB26E9BC14C3}" destId="{68CE4C63-C8AD-47D5-99B8-49A22364C5D8}" srcOrd="2" destOrd="0" parTransId="{6A04B6A6-A3E0-4A0D-96FF-C1951E5FF4E9}" sibTransId="{D8B32104-EC50-4F27-8A0B-81588FDF97DC}"/>
    <dgm:cxn modelId="{F47E738A-19A6-4953-BBF5-DD6E19655031}" type="presOf" srcId="{0B8841D7-57D5-4C61-85F3-EB26E9BC14C3}" destId="{C5CCF350-BB55-40FF-A424-E8778975DF7D}" srcOrd="0" destOrd="0" presId="urn:microsoft.com/office/officeart/2005/8/layout/process1"/>
    <dgm:cxn modelId="{4697BD14-EF0E-43C3-8B8A-E189DFCF8BAF}" srcId="{0B8841D7-57D5-4C61-85F3-EB26E9BC14C3}" destId="{8DE5A7E5-2154-4376-B551-25D8F23EF4D7}" srcOrd="1" destOrd="0" parTransId="{D3A3D596-C07A-4E5F-9EFB-87C799DDB064}" sibTransId="{70333628-418F-406E-9CFF-E54F2B41FEE7}"/>
    <dgm:cxn modelId="{E99C7AEE-2DD8-4FF3-A9E3-5D5528CC786C}" type="presOf" srcId="{FC7B36EB-DE2D-497A-9C4E-98535507F62B}" destId="{FF1C378E-4512-4E38-94A5-5BEFA2F8330A}" srcOrd="0" destOrd="0" presId="urn:microsoft.com/office/officeart/2005/8/layout/process1"/>
    <dgm:cxn modelId="{DA21828E-2177-4A1A-ACF6-427547A7CCE5}" type="presParOf" srcId="{C5CCF350-BB55-40FF-A424-E8778975DF7D}" destId="{FF1C378E-4512-4E38-94A5-5BEFA2F8330A}" srcOrd="0" destOrd="0" presId="urn:microsoft.com/office/officeart/2005/8/layout/process1"/>
    <dgm:cxn modelId="{889407A5-4BAE-459A-A9CF-35B91C3C6A87}" type="presParOf" srcId="{C5CCF350-BB55-40FF-A424-E8778975DF7D}" destId="{8FBD2036-72F8-42CC-97DF-E7D6B4055038}" srcOrd="1" destOrd="0" presId="urn:microsoft.com/office/officeart/2005/8/layout/process1"/>
    <dgm:cxn modelId="{33A85CCB-DFD9-4ABA-897A-B96E9D5428BF}" type="presParOf" srcId="{8FBD2036-72F8-42CC-97DF-E7D6B4055038}" destId="{03FB1903-4F17-420A-8B6A-EE6A623B6945}" srcOrd="0" destOrd="0" presId="urn:microsoft.com/office/officeart/2005/8/layout/process1"/>
    <dgm:cxn modelId="{27F1CA7A-2C76-4531-B981-C077833CE481}" type="presParOf" srcId="{C5CCF350-BB55-40FF-A424-E8778975DF7D}" destId="{DB88BBEF-0E17-4051-A6DE-DAF0D622E4F6}" srcOrd="2" destOrd="0" presId="urn:microsoft.com/office/officeart/2005/8/layout/process1"/>
    <dgm:cxn modelId="{3B0DCE92-5136-42AE-84CE-42D986163375}" type="presParOf" srcId="{C5CCF350-BB55-40FF-A424-E8778975DF7D}" destId="{C4A5CCEB-0AD3-4DD0-9B07-87D52363A097}" srcOrd="3" destOrd="0" presId="urn:microsoft.com/office/officeart/2005/8/layout/process1"/>
    <dgm:cxn modelId="{CCED2501-24AF-48A4-AF3B-AC62DE9F6A6D}" type="presParOf" srcId="{C4A5CCEB-0AD3-4DD0-9B07-87D52363A097}" destId="{DF990595-FF47-4646-BF04-E9BD533EAF11}" srcOrd="0" destOrd="0" presId="urn:microsoft.com/office/officeart/2005/8/layout/process1"/>
    <dgm:cxn modelId="{80DCB4F6-31D9-4226-95E0-D8C4E80C084B}" type="presParOf" srcId="{C5CCF350-BB55-40FF-A424-E8778975DF7D}" destId="{F5371585-72D8-4048-BDCE-4129A8BA82A1}" srcOrd="4" destOrd="0" presId="urn:microsoft.com/office/officeart/2005/8/layout/process1"/>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AC483FD9-8A22-4B2B-9A83-4E20A9CC642F}" type="doc">
      <dgm:prSet loTypeId="urn:microsoft.com/office/officeart/2005/8/layout/process1" loCatId="process" qsTypeId="urn:microsoft.com/office/officeart/2005/8/quickstyle/simple1" qsCatId="simple" csTypeId="urn:microsoft.com/office/officeart/2005/8/colors/accent1_2" csCatId="accent1" phldr="1"/>
      <dgm:spPr/>
    </dgm:pt>
    <dgm:pt modelId="{4107EB7F-B918-4FD3-A028-282D879D6335}">
      <dgm:prSet phldrT="[Texto]" custT="1"/>
      <dgm:spPr/>
      <dgm:t>
        <a:bodyPr/>
        <a:lstStyle/>
        <a:p>
          <a:r>
            <a:rPr lang="es-VE" sz="1800" b="1" dirty="0" smtClean="0">
              <a:solidFill>
                <a:schemeClr val="tx1"/>
              </a:solidFill>
            </a:rPr>
            <a:t>POLITICA CONOZCA  A SU CLIENTE</a:t>
          </a:r>
          <a:r>
            <a:rPr lang="es-VE" sz="900" b="1" dirty="0" smtClean="0"/>
            <a:t/>
          </a:r>
          <a:br>
            <a:rPr lang="es-VE" sz="900" b="1" dirty="0" smtClean="0"/>
          </a:br>
          <a:endParaRPr lang="es-VE" sz="900" dirty="0"/>
        </a:p>
      </dgm:t>
    </dgm:pt>
    <dgm:pt modelId="{EAF134D8-9FB0-4C63-A872-83B966CD15DA}" type="parTrans" cxnId="{BB6501BC-29E7-4EB2-9D3B-5580C6E04B99}">
      <dgm:prSet/>
      <dgm:spPr/>
      <dgm:t>
        <a:bodyPr/>
        <a:lstStyle/>
        <a:p>
          <a:endParaRPr lang="es-VE"/>
        </a:p>
      </dgm:t>
    </dgm:pt>
    <dgm:pt modelId="{03D8A9E9-F942-4E86-82A9-DDF985E4A1B7}" type="sibTrans" cxnId="{BB6501BC-29E7-4EB2-9D3B-5580C6E04B99}">
      <dgm:prSet/>
      <dgm:spPr/>
      <dgm:t>
        <a:bodyPr/>
        <a:lstStyle/>
        <a:p>
          <a:endParaRPr lang="es-VE" dirty="0"/>
        </a:p>
      </dgm:t>
    </dgm:pt>
    <dgm:pt modelId="{3BFAD499-8F91-4D0E-9A10-D455434B2D1C}">
      <dgm:prSet phldrT="[Texto]" custT="1"/>
      <dgm:spPr/>
      <dgm:t>
        <a:bodyPr/>
        <a:lstStyle/>
        <a:p>
          <a:r>
            <a:rPr lang="es-VE" sz="1800" b="1" dirty="0" smtClean="0">
              <a:solidFill>
                <a:schemeClr val="tx1"/>
              </a:solidFill>
            </a:rPr>
            <a:t>Debida Diligencia  del Cliente. Articulo 57</a:t>
          </a:r>
          <a:endParaRPr lang="es-VE" sz="1800" dirty="0">
            <a:solidFill>
              <a:schemeClr val="tx1"/>
            </a:solidFill>
          </a:endParaRPr>
        </a:p>
      </dgm:t>
    </dgm:pt>
    <dgm:pt modelId="{86932284-63A5-4F84-895B-E13CEA4B9122}" type="parTrans" cxnId="{19D92208-D1E6-4B03-BA8A-AEA6AB9B1D27}">
      <dgm:prSet/>
      <dgm:spPr/>
      <dgm:t>
        <a:bodyPr/>
        <a:lstStyle/>
        <a:p>
          <a:endParaRPr lang="es-VE"/>
        </a:p>
      </dgm:t>
    </dgm:pt>
    <dgm:pt modelId="{E52F78E4-7739-4F40-8288-97B8BC23A04D}" type="sibTrans" cxnId="{19D92208-D1E6-4B03-BA8A-AEA6AB9B1D27}">
      <dgm:prSet/>
      <dgm:spPr/>
      <dgm:t>
        <a:bodyPr/>
        <a:lstStyle/>
        <a:p>
          <a:endParaRPr lang="es-VE" dirty="0"/>
        </a:p>
      </dgm:t>
    </dgm:pt>
    <dgm:pt modelId="{4832FC8C-041D-44D7-BDAC-23CF6B438CCB}">
      <dgm:prSet phldrT="[Texto]" custT="1"/>
      <dgm:spPr/>
      <dgm:t>
        <a:bodyPr/>
        <a:lstStyle/>
        <a:p>
          <a:r>
            <a:rPr lang="es-VE" sz="1400" b="1" dirty="0" smtClean="0">
              <a:solidFill>
                <a:schemeClr val="tx1"/>
              </a:solidFill>
            </a:rPr>
            <a:t>Política por medio de la cual se busca obtener en forma veraz, transparente y completa, así como mantenerla actualizada en el tiempo, toda la información que corresponde aportar a las personas naturales y jurídicas para adquirir la condición de usuarios</a:t>
          </a:r>
          <a:endParaRPr lang="es-VE" sz="1400" b="1" dirty="0">
            <a:solidFill>
              <a:schemeClr val="tx1"/>
            </a:solidFill>
          </a:endParaRPr>
        </a:p>
      </dgm:t>
    </dgm:pt>
    <dgm:pt modelId="{2806E6F9-1665-4289-96C9-0853301D04CD}" type="parTrans" cxnId="{174E2DA5-B69B-44D6-976F-B8EF02B5E395}">
      <dgm:prSet/>
      <dgm:spPr/>
      <dgm:t>
        <a:bodyPr/>
        <a:lstStyle/>
        <a:p>
          <a:endParaRPr lang="es-VE"/>
        </a:p>
      </dgm:t>
    </dgm:pt>
    <dgm:pt modelId="{0DDC935B-FBDF-49DA-8EDC-BF0C72147F38}" type="sibTrans" cxnId="{174E2DA5-B69B-44D6-976F-B8EF02B5E395}">
      <dgm:prSet/>
      <dgm:spPr/>
      <dgm:t>
        <a:bodyPr/>
        <a:lstStyle/>
        <a:p>
          <a:endParaRPr lang="es-VE" dirty="0"/>
        </a:p>
      </dgm:t>
    </dgm:pt>
    <dgm:pt modelId="{85BF4D32-1832-431A-851E-0ED0995A6F1B}">
      <dgm:prSet phldrT="[Texto]"/>
      <dgm:spPr/>
      <dgm:t>
        <a:bodyPr/>
        <a:lstStyle/>
        <a:p>
          <a:r>
            <a:rPr lang="es-VE" b="1" dirty="0" smtClean="0">
              <a:solidFill>
                <a:schemeClr val="tx1"/>
              </a:solidFill>
            </a:rPr>
            <a:t>Unidad Nacional de Información Financiera</a:t>
          </a:r>
          <a:endParaRPr lang="es-VE" b="1" dirty="0">
            <a:solidFill>
              <a:schemeClr val="tx1"/>
            </a:solidFill>
          </a:endParaRPr>
        </a:p>
      </dgm:t>
    </dgm:pt>
    <dgm:pt modelId="{1972FD30-ACBC-4414-BC26-A0F2DD09CE5F}" type="parTrans" cxnId="{DA31C236-12F8-417E-856A-2835F015A34D}">
      <dgm:prSet/>
      <dgm:spPr/>
      <dgm:t>
        <a:bodyPr/>
        <a:lstStyle/>
        <a:p>
          <a:endParaRPr lang="es-VE"/>
        </a:p>
      </dgm:t>
    </dgm:pt>
    <dgm:pt modelId="{1F52F945-2913-4ADF-BBE1-C9F545D8D9D9}" type="sibTrans" cxnId="{DA31C236-12F8-417E-856A-2835F015A34D}">
      <dgm:prSet/>
      <dgm:spPr/>
      <dgm:t>
        <a:bodyPr/>
        <a:lstStyle/>
        <a:p>
          <a:endParaRPr lang="es-VE"/>
        </a:p>
      </dgm:t>
    </dgm:pt>
    <dgm:pt modelId="{B415EEE2-57AB-456A-8FA9-599F1167009B}" type="pres">
      <dgm:prSet presAssocID="{AC483FD9-8A22-4B2B-9A83-4E20A9CC642F}" presName="Name0" presStyleCnt="0">
        <dgm:presLayoutVars>
          <dgm:dir/>
          <dgm:resizeHandles val="exact"/>
        </dgm:presLayoutVars>
      </dgm:prSet>
      <dgm:spPr/>
    </dgm:pt>
    <dgm:pt modelId="{DCDCA9B6-4237-448F-9A63-B1E6B80F7196}" type="pres">
      <dgm:prSet presAssocID="{4107EB7F-B918-4FD3-A028-282D879D6335}" presName="node" presStyleLbl="node1" presStyleIdx="0" presStyleCnt="4" custScaleY="159161">
        <dgm:presLayoutVars>
          <dgm:bulletEnabled val="1"/>
        </dgm:presLayoutVars>
      </dgm:prSet>
      <dgm:spPr/>
      <dgm:t>
        <a:bodyPr/>
        <a:lstStyle/>
        <a:p>
          <a:endParaRPr lang="es-VE"/>
        </a:p>
      </dgm:t>
    </dgm:pt>
    <dgm:pt modelId="{7F2013AF-0DB3-4774-8E4C-68D21F2478BA}" type="pres">
      <dgm:prSet presAssocID="{03D8A9E9-F942-4E86-82A9-DDF985E4A1B7}" presName="sibTrans" presStyleLbl="sibTrans2D1" presStyleIdx="0" presStyleCnt="3"/>
      <dgm:spPr/>
      <dgm:t>
        <a:bodyPr/>
        <a:lstStyle/>
        <a:p>
          <a:endParaRPr lang="es-VE"/>
        </a:p>
      </dgm:t>
    </dgm:pt>
    <dgm:pt modelId="{408790AA-0821-4899-A659-F1BDC6FB6DE5}" type="pres">
      <dgm:prSet presAssocID="{03D8A9E9-F942-4E86-82A9-DDF985E4A1B7}" presName="connectorText" presStyleLbl="sibTrans2D1" presStyleIdx="0" presStyleCnt="3"/>
      <dgm:spPr/>
      <dgm:t>
        <a:bodyPr/>
        <a:lstStyle/>
        <a:p>
          <a:endParaRPr lang="es-VE"/>
        </a:p>
      </dgm:t>
    </dgm:pt>
    <dgm:pt modelId="{4BEAA208-34A1-43F3-BBE3-D7588BE7DAD5}" type="pres">
      <dgm:prSet presAssocID="{3BFAD499-8F91-4D0E-9A10-D455434B2D1C}" presName="node" presStyleLbl="node1" presStyleIdx="1" presStyleCnt="4" custScaleY="154059">
        <dgm:presLayoutVars>
          <dgm:bulletEnabled val="1"/>
        </dgm:presLayoutVars>
      </dgm:prSet>
      <dgm:spPr/>
      <dgm:t>
        <a:bodyPr/>
        <a:lstStyle/>
        <a:p>
          <a:endParaRPr lang="es-VE"/>
        </a:p>
      </dgm:t>
    </dgm:pt>
    <dgm:pt modelId="{32EAE3B8-9479-4829-A78C-E1B6795DFA1E}" type="pres">
      <dgm:prSet presAssocID="{E52F78E4-7739-4F40-8288-97B8BC23A04D}" presName="sibTrans" presStyleLbl="sibTrans2D1" presStyleIdx="1" presStyleCnt="3"/>
      <dgm:spPr/>
      <dgm:t>
        <a:bodyPr/>
        <a:lstStyle/>
        <a:p>
          <a:endParaRPr lang="es-VE"/>
        </a:p>
      </dgm:t>
    </dgm:pt>
    <dgm:pt modelId="{AD299729-71BB-4268-85AE-26111D93606B}" type="pres">
      <dgm:prSet presAssocID="{E52F78E4-7739-4F40-8288-97B8BC23A04D}" presName="connectorText" presStyleLbl="sibTrans2D1" presStyleIdx="1" presStyleCnt="3"/>
      <dgm:spPr/>
      <dgm:t>
        <a:bodyPr/>
        <a:lstStyle/>
        <a:p>
          <a:endParaRPr lang="es-VE"/>
        </a:p>
      </dgm:t>
    </dgm:pt>
    <dgm:pt modelId="{FCFD022F-C3A4-4AF1-8995-F9DEC566A226}" type="pres">
      <dgm:prSet presAssocID="{4832FC8C-041D-44D7-BDAC-23CF6B438CCB}" presName="node" presStyleLbl="node1" presStyleIdx="2" presStyleCnt="4" custScaleX="154424" custScaleY="159597">
        <dgm:presLayoutVars>
          <dgm:bulletEnabled val="1"/>
        </dgm:presLayoutVars>
      </dgm:prSet>
      <dgm:spPr/>
      <dgm:t>
        <a:bodyPr/>
        <a:lstStyle/>
        <a:p>
          <a:endParaRPr lang="es-VE"/>
        </a:p>
      </dgm:t>
    </dgm:pt>
    <dgm:pt modelId="{806AA8FF-77D1-4171-BB1F-D68C670FA74F}" type="pres">
      <dgm:prSet presAssocID="{0DDC935B-FBDF-49DA-8EDC-BF0C72147F38}" presName="sibTrans" presStyleLbl="sibTrans2D1" presStyleIdx="2" presStyleCnt="3"/>
      <dgm:spPr/>
      <dgm:t>
        <a:bodyPr/>
        <a:lstStyle/>
        <a:p>
          <a:endParaRPr lang="es-VE"/>
        </a:p>
      </dgm:t>
    </dgm:pt>
    <dgm:pt modelId="{1AEBE653-27B7-492C-8960-6C936009DFE5}" type="pres">
      <dgm:prSet presAssocID="{0DDC935B-FBDF-49DA-8EDC-BF0C72147F38}" presName="connectorText" presStyleLbl="sibTrans2D1" presStyleIdx="2" presStyleCnt="3"/>
      <dgm:spPr/>
      <dgm:t>
        <a:bodyPr/>
        <a:lstStyle/>
        <a:p>
          <a:endParaRPr lang="es-VE"/>
        </a:p>
      </dgm:t>
    </dgm:pt>
    <dgm:pt modelId="{FFBE084B-9820-4DD9-9B6B-14CA39F170F2}" type="pres">
      <dgm:prSet presAssocID="{85BF4D32-1832-431A-851E-0ED0995A6F1B}" presName="node" presStyleLbl="node1" presStyleIdx="3" presStyleCnt="4">
        <dgm:presLayoutVars>
          <dgm:bulletEnabled val="1"/>
        </dgm:presLayoutVars>
      </dgm:prSet>
      <dgm:spPr/>
      <dgm:t>
        <a:bodyPr/>
        <a:lstStyle/>
        <a:p>
          <a:endParaRPr lang="es-VE"/>
        </a:p>
      </dgm:t>
    </dgm:pt>
  </dgm:ptLst>
  <dgm:cxnLst>
    <dgm:cxn modelId="{19D92208-D1E6-4B03-BA8A-AEA6AB9B1D27}" srcId="{AC483FD9-8A22-4B2B-9A83-4E20A9CC642F}" destId="{3BFAD499-8F91-4D0E-9A10-D455434B2D1C}" srcOrd="1" destOrd="0" parTransId="{86932284-63A5-4F84-895B-E13CEA4B9122}" sibTransId="{E52F78E4-7739-4F40-8288-97B8BC23A04D}"/>
    <dgm:cxn modelId="{EBDE3B58-82C6-4296-8639-ED69725D6C35}" type="presOf" srcId="{E52F78E4-7739-4F40-8288-97B8BC23A04D}" destId="{32EAE3B8-9479-4829-A78C-E1B6795DFA1E}" srcOrd="0" destOrd="0" presId="urn:microsoft.com/office/officeart/2005/8/layout/process1"/>
    <dgm:cxn modelId="{BB6501BC-29E7-4EB2-9D3B-5580C6E04B99}" srcId="{AC483FD9-8A22-4B2B-9A83-4E20A9CC642F}" destId="{4107EB7F-B918-4FD3-A028-282D879D6335}" srcOrd="0" destOrd="0" parTransId="{EAF134D8-9FB0-4C63-A872-83B966CD15DA}" sibTransId="{03D8A9E9-F942-4E86-82A9-DDF985E4A1B7}"/>
    <dgm:cxn modelId="{01C0EB93-49DA-45E8-AC14-A4CED38B0259}" type="presOf" srcId="{3BFAD499-8F91-4D0E-9A10-D455434B2D1C}" destId="{4BEAA208-34A1-43F3-BBE3-D7588BE7DAD5}" srcOrd="0" destOrd="0" presId="urn:microsoft.com/office/officeart/2005/8/layout/process1"/>
    <dgm:cxn modelId="{20F8CB4C-43E0-4CBC-8F1C-828414129828}" type="presOf" srcId="{0DDC935B-FBDF-49DA-8EDC-BF0C72147F38}" destId="{1AEBE653-27B7-492C-8960-6C936009DFE5}" srcOrd="1" destOrd="0" presId="urn:microsoft.com/office/officeart/2005/8/layout/process1"/>
    <dgm:cxn modelId="{174E2DA5-B69B-44D6-976F-B8EF02B5E395}" srcId="{AC483FD9-8A22-4B2B-9A83-4E20A9CC642F}" destId="{4832FC8C-041D-44D7-BDAC-23CF6B438CCB}" srcOrd="2" destOrd="0" parTransId="{2806E6F9-1665-4289-96C9-0853301D04CD}" sibTransId="{0DDC935B-FBDF-49DA-8EDC-BF0C72147F38}"/>
    <dgm:cxn modelId="{8A0E7BA4-896A-4778-872C-2162E7702EBD}" type="presOf" srcId="{E52F78E4-7739-4F40-8288-97B8BC23A04D}" destId="{AD299729-71BB-4268-85AE-26111D93606B}" srcOrd="1" destOrd="0" presId="urn:microsoft.com/office/officeart/2005/8/layout/process1"/>
    <dgm:cxn modelId="{933C4C9A-EAEC-4904-8B91-9FACF63F3D7F}" type="presOf" srcId="{03D8A9E9-F942-4E86-82A9-DDF985E4A1B7}" destId="{408790AA-0821-4899-A659-F1BDC6FB6DE5}" srcOrd="1" destOrd="0" presId="urn:microsoft.com/office/officeart/2005/8/layout/process1"/>
    <dgm:cxn modelId="{CDF492AD-4178-4DE5-9277-7AC7D2F8F0A8}" type="presOf" srcId="{4832FC8C-041D-44D7-BDAC-23CF6B438CCB}" destId="{FCFD022F-C3A4-4AF1-8995-F9DEC566A226}" srcOrd="0" destOrd="0" presId="urn:microsoft.com/office/officeart/2005/8/layout/process1"/>
    <dgm:cxn modelId="{DA31C236-12F8-417E-856A-2835F015A34D}" srcId="{AC483FD9-8A22-4B2B-9A83-4E20A9CC642F}" destId="{85BF4D32-1832-431A-851E-0ED0995A6F1B}" srcOrd="3" destOrd="0" parTransId="{1972FD30-ACBC-4414-BC26-A0F2DD09CE5F}" sibTransId="{1F52F945-2913-4ADF-BBE1-C9F545D8D9D9}"/>
    <dgm:cxn modelId="{16840A89-77F1-4E4C-B092-AEF992B00D97}" type="presOf" srcId="{0DDC935B-FBDF-49DA-8EDC-BF0C72147F38}" destId="{806AA8FF-77D1-4171-BB1F-D68C670FA74F}" srcOrd="0" destOrd="0" presId="urn:microsoft.com/office/officeart/2005/8/layout/process1"/>
    <dgm:cxn modelId="{6DD438C5-56A9-422B-87B7-8A7D3D1458F5}" type="presOf" srcId="{4107EB7F-B918-4FD3-A028-282D879D6335}" destId="{DCDCA9B6-4237-448F-9A63-B1E6B80F7196}" srcOrd="0" destOrd="0" presId="urn:microsoft.com/office/officeart/2005/8/layout/process1"/>
    <dgm:cxn modelId="{AC179BE0-C218-4454-A7C7-38E6BB5B56EF}" type="presOf" srcId="{AC483FD9-8A22-4B2B-9A83-4E20A9CC642F}" destId="{B415EEE2-57AB-456A-8FA9-599F1167009B}" srcOrd="0" destOrd="0" presId="urn:microsoft.com/office/officeart/2005/8/layout/process1"/>
    <dgm:cxn modelId="{16904BA0-1C5F-40BB-8F92-9BB96A31E27E}" type="presOf" srcId="{03D8A9E9-F942-4E86-82A9-DDF985E4A1B7}" destId="{7F2013AF-0DB3-4774-8E4C-68D21F2478BA}" srcOrd="0" destOrd="0" presId="urn:microsoft.com/office/officeart/2005/8/layout/process1"/>
    <dgm:cxn modelId="{4236C709-E773-4D17-B314-02DAD815E6DC}" type="presOf" srcId="{85BF4D32-1832-431A-851E-0ED0995A6F1B}" destId="{FFBE084B-9820-4DD9-9B6B-14CA39F170F2}" srcOrd="0" destOrd="0" presId="urn:microsoft.com/office/officeart/2005/8/layout/process1"/>
    <dgm:cxn modelId="{50262370-8826-4A05-8533-4604C01DE539}" type="presParOf" srcId="{B415EEE2-57AB-456A-8FA9-599F1167009B}" destId="{DCDCA9B6-4237-448F-9A63-B1E6B80F7196}" srcOrd="0" destOrd="0" presId="urn:microsoft.com/office/officeart/2005/8/layout/process1"/>
    <dgm:cxn modelId="{1FA95F3A-E678-448B-B2B9-285DBEE97197}" type="presParOf" srcId="{B415EEE2-57AB-456A-8FA9-599F1167009B}" destId="{7F2013AF-0DB3-4774-8E4C-68D21F2478BA}" srcOrd="1" destOrd="0" presId="urn:microsoft.com/office/officeart/2005/8/layout/process1"/>
    <dgm:cxn modelId="{34DAD22B-724D-44B7-946F-625913E22594}" type="presParOf" srcId="{7F2013AF-0DB3-4774-8E4C-68D21F2478BA}" destId="{408790AA-0821-4899-A659-F1BDC6FB6DE5}" srcOrd="0" destOrd="0" presId="urn:microsoft.com/office/officeart/2005/8/layout/process1"/>
    <dgm:cxn modelId="{A2E29BB2-C979-4CFD-9F10-928780848AC3}" type="presParOf" srcId="{B415EEE2-57AB-456A-8FA9-599F1167009B}" destId="{4BEAA208-34A1-43F3-BBE3-D7588BE7DAD5}" srcOrd="2" destOrd="0" presId="urn:microsoft.com/office/officeart/2005/8/layout/process1"/>
    <dgm:cxn modelId="{7372A4EA-E953-466A-BA69-E4CFABB78F36}" type="presParOf" srcId="{B415EEE2-57AB-456A-8FA9-599F1167009B}" destId="{32EAE3B8-9479-4829-A78C-E1B6795DFA1E}" srcOrd="3" destOrd="0" presId="urn:microsoft.com/office/officeart/2005/8/layout/process1"/>
    <dgm:cxn modelId="{116FBA3E-F556-4E90-95A9-2A706FA91F14}" type="presParOf" srcId="{32EAE3B8-9479-4829-A78C-E1B6795DFA1E}" destId="{AD299729-71BB-4268-85AE-26111D93606B}" srcOrd="0" destOrd="0" presId="urn:microsoft.com/office/officeart/2005/8/layout/process1"/>
    <dgm:cxn modelId="{B5F5BB7A-EE1E-4945-A0F9-832A0226434A}" type="presParOf" srcId="{B415EEE2-57AB-456A-8FA9-599F1167009B}" destId="{FCFD022F-C3A4-4AF1-8995-F9DEC566A226}" srcOrd="4" destOrd="0" presId="urn:microsoft.com/office/officeart/2005/8/layout/process1"/>
    <dgm:cxn modelId="{A173AF87-4971-470E-8C7E-FF1342A37777}" type="presParOf" srcId="{B415EEE2-57AB-456A-8FA9-599F1167009B}" destId="{806AA8FF-77D1-4171-BB1F-D68C670FA74F}" srcOrd="5" destOrd="0" presId="urn:microsoft.com/office/officeart/2005/8/layout/process1"/>
    <dgm:cxn modelId="{91A317B1-02A1-4E07-9473-9DC3DB47EE8A}" type="presParOf" srcId="{806AA8FF-77D1-4171-BB1F-D68C670FA74F}" destId="{1AEBE653-27B7-492C-8960-6C936009DFE5}" srcOrd="0" destOrd="0" presId="urn:microsoft.com/office/officeart/2005/8/layout/process1"/>
    <dgm:cxn modelId="{6D270581-1E12-4502-8BC1-41C67C4E8AC2}" type="presParOf" srcId="{B415EEE2-57AB-456A-8FA9-599F1167009B}" destId="{FFBE084B-9820-4DD9-9B6B-14CA39F170F2}" srcOrd="6" destOrd="0" presId="urn:microsoft.com/office/officeart/2005/8/layout/process1"/>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E67CC2C-C9E6-4CC4-9BBD-DAAADA22126F}">
      <dsp:nvSpPr>
        <dsp:cNvPr id="0" name=""/>
        <dsp:cNvSpPr/>
      </dsp:nvSpPr>
      <dsp:spPr>
        <a:xfrm>
          <a:off x="0" y="284851"/>
          <a:ext cx="8286808" cy="950040"/>
        </a:xfrm>
        <a:prstGeom prst="roundRect">
          <a:avLst/>
        </a:prstGeom>
        <a:solidFill>
          <a:schemeClr val="accent1">
            <a:lumMod val="7500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just" defTabSz="622300" rtl="0">
            <a:lnSpc>
              <a:spcPct val="90000"/>
            </a:lnSpc>
            <a:spcBef>
              <a:spcPct val="0"/>
            </a:spcBef>
            <a:spcAft>
              <a:spcPct val="35000"/>
            </a:spcAft>
          </a:pPr>
          <a:r>
            <a:rPr lang="es-VE" sz="1400" b="1" kern="1200" dirty="0" smtClean="0"/>
            <a:t>NORMAS PARA REGULAR LAS OPERACONES DE LAS EMPRESAS DE MEDICINA PREPAGADA. GACETA OFICIAL N° 39.617 de Fecha Miércoles 16 de febrero de 2011. SUPERINTENDENCIA DE LA ACTIVIDAD ASEGURADORA</a:t>
          </a:r>
          <a:r>
            <a:rPr lang="es-VE" sz="1400" kern="1200" dirty="0" smtClean="0"/>
            <a:t>.</a:t>
          </a:r>
          <a:endParaRPr lang="es-VE" sz="1400" kern="1200" dirty="0"/>
        </a:p>
      </dsp:txBody>
      <dsp:txXfrm>
        <a:off x="0" y="284851"/>
        <a:ext cx="8286808" cy="950040"/>
      </dsp:txXfrm>
    </dsp:sp>
    <dsp:sp modelId="{344F1F5E-3C50-445B-B75D-CAA86B3A11C1}">
      <dsp:nvSpPr>
        <dsp:cNvPr id="0" name=""/>
        <dsp:cNvSpPr/>
      </dsp:nvSpPr>
      <dsp:spPr>
        <a:xfrm>
          <a:off x="0" y="1275211"/>
          <a:ext cx="8286808" cy="950040"/>
        </a:xfrm>
        <a:prstGeom prst="roundRect">
          <a:avLst/>
        </a:prstGeom>
        <a:solidFill>
          <a:schemeClr val="accent1">
            <a:lumMod val="7500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just" defTabSz="622300" rtl="0">
            <a:lnSpc>
              <a:spcPct val="90000"/>
            </a:lnSpc>
            <a:spcBef>
              <a:spcPct val="0"/>
            </a:spcBef>
            <a:spcAft>
              <a:spcPct val="35000"/>
            </a:spcAft>
          </a:pPr>
          <a:r>
            <a:rPr lang="es-VE" sz="1400" b="1" kern="1200" dirty="0" smtClean="0"/>
            <a:t>DECRETO CON RANGO, VALOR Y FUERZA DE LEY DE LA ACTIVIDAD ASEGURADORA EN GACETA OFICIAL N° 6220. Extraordinario del 15/03/2016..</a:t>
          </a:r>
          <a:endParaRPr lang="es-VE" sz="1400" b="1" kern="1200" dirty="0"/>
        </a:p>
      </dsp:txBody>
      <dsp:txXfrm>
        <a:off x="0" y="1275211"/>
        <a:ext cx="8286808" cy="950040"/>
      </dsp:txXfrm>
    </dsp:sp>
    <dsp:sp modelId="{03ABDDA4-BFB9-4021-9985-C6C0284D12BC}">
      <dsp:nvSpPr>
        <dsp:cNvPr id="0" name=""/>
        <dsp:cNvSpPr/>
      </dsp:nvSpPr>
      <dsp:spPr>
        <a:xfrm>
          <a:off x="0" y="2265571"/>
          <a:ext cx="8286808" cy="950040"/>
        </a:xfrm>
        <a:prstGeom prst="roundRect">
          <a:avLst/>
        </a:prstGeom>
        <a:solidFill>
          <a:schemeClr val="accent1">
            <a:lumMod val="7500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just" defTabSz="622300" rtl="0">
            <a:lnSpc>
              <a:spcPct val="90000"/>
            </a:lnSpc>
            <a:spcBef>
              <a:spcPct val="0"/>
            </a:spcBef>
            <a:spcAft>
              <a:spcPct val="35000"/>
            </a:spcAft>
          </a:pPr>
          <a:r>
            <a:rPr lang="es-VE" sz="1400" b="1" kern="1200" dirty="0" smtClean="0"/>
            <a:t>PROVIDENCIA N° FSAA-9-00-661 de la Superintendencia de la Actividad Aseguradora mediante la cual se dictan las Normas que Regulan la Relación Contractual en la Actividad Aseguradora. Publicado en Gaceta Oficial Nro. 40.973 de fecha 24 de agosto de 2016.</a:t>
          </a:r>
          <a:endParaRPr lang="es-VE" sz="1400" b="1" kern="1200" dirty="0"/>
        </a:p>
      </dsp:txBody>
      <dsp:txXfrm>
        <a:off x="0" y="2265571"/>
        <a:ext cx="8286808" cy="95004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A227F70-17D3-497D-9920-34F895956E14}">
      <dsp:nvSpPr>
        <dsp:cNvPr id="0" name=""/>
        <dsp:cNvSpPr/>
      </dsp:nvSpPr>
      <dsp:spPr>
        <a:xfrm>
          <a:off x="0" y="1643074"/>
          <a:ext cx="2281535" cy="3227204"/>
        </a:xfrm>
        <a:prstGeom prst="roundRect">
          <a:avLst>
            <a:gd name="adj" fmla="val 5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1148" rIns="53340" bIns="0" numCol="1" spcCol="1270" anchor="t" anchorCtr="0">
          <a:noAutofit/>
        </a:bodyPr>
        <a:lstStyle/>
        <a:p>
          <a:pPr lvl="0" algn="r" defTabSz="533400">
            <a:lnSpc>
              <a:spcPct val="90000"/>
            </a:lnSpc>
            <a:spcBef>
              <a:spcPct val="0"/>
            </a:spcBef>
            <a:spcAft>
              <a:spcPct val="35000"/>
            </a:spcAft>
          </a:pPr>
          <a:endParaRPr lang="es-VE" sz="1200" kern="1200" dirty="0">
            <a:solidFill>
              <a:schemeClr val="tx1"/>
            </a:solidFill>
          </a:endParaRPr>
        </a:p>
      </dsp:txBody>
      <dsp:txXfrm rot="16200000">
        <a:off x="-1095000" y="2738074"/>
        <a:ext cx="2646307" cy="456307"/>
      </dsp:txXfrm>
    </dsp:sp>
    <dsp:sp modelId="{52C24ECF-5580-434C-9F73-B21FC8191636}">
      <dsp:nvSpPr>
        <dsp:cNvPr id="0" name=""/>
        <dsp:cNvSpPr/>
      </dsp:nvSpPr>
      <dsp:spPr>
        <a:xfrm>
          <a:off x="456307" y="1643074"/>
          <a:ext cx="1699743" cy="3227204"/>
        </a:xfrm>
        <a:prstGeom prst="rect">
          <a:avLst/>
        </a:prstGeom>
        <a:noFill/>
        <a:ln w="55000" cap="flat" cmpd="thickThin"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ctr" anchorCtr="0">
          <a:noAutofit/>
        </a:bodyPr>
        <a:lstStyle/>
        <a:p>
          <a:pPr lvl="0" algn="l" defTabSz="533400">
            <a:lnSpc>
              <a:spcPct val="90000"/>
            </a:lnSpc>
            <a:spcBef>
              <a:spcPct val="0"/>
            </a:spcBef>
            <a:spcAft>
              <a:spcPct val="35000"/>
            </a:spcAft>
          </a:pPr>
          <a:r>
            <a:rPr lang="es-VE" sz="1200" kern="1200" dirty="0" smtClean="0">
              <a:solidFill>
                <a:schemeClr val="tx1"/>
              </a:solidFill>
            </a:rPr>
            <a:t>-El Sector Asegurador y de la Medicina Prepagada  debe estar atento a un conjunto de actividades y transacciones que son vulnerables al Riesgo de la Legitimación de Capitales, conocido también como lavado de dinero.</a:t>
          </a:r>
          <a:endParaRPr lang="es-VE" sz="1200" kern="1200" dirty="0">
            <a:solidFill>
              <a:schemeClr val="tx1"/>
            </a:solidFill>
          </a:endParaRPr>
        </a:p>
      </dsp:txBody>
      <dsp:txXfrm>
        <a:off x="456307" y="1643074"/>
        <a:ext cx="1699743" cy="3227204"/>
      </dsp:txXfrm>
    </dsp:sp>
    <dsp:sp modelId="{97DBCB3E-F6AC-4A34-8FB1-2C76F22A41A3}">
      <dsp:nvSpPr>
        <dsp:cNvPr id="0" name=""/>
        <dsp:cNvSpPr/>
      </dsp:nvSpPr>
      <dsp:spPr>
        <a:xfrm>
          <a:off x="2364283" y="1613588"/>
          <a:ext cx="2054043" cy="3345095"/>
        </a:xfrm>
        <a:prstGeom prst="roundRect">
          <a:avLst>
            <a:gd name="adj" fmla="val 5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1148" rIns="53340" bIns="0" numCol="1" spcCol="1270" anchor="t" anchorCtr="0">
          <a:noAutofit/>
        </a:bodyPr>
        <a:lstStyle/>
        <a:p>
          <a:pPr lvl="0" algn="r" defTabSz="533400" rtl="0">
            <a:lnSpc>
              <a:spcPct val="90000"/>
            </a:lnSpc>
            <a:spcBef>
              <a:spcPct val="0"/>
            </a:spcBef>
            <a:spcAft>
              <a:spcPct val="35000"/>
            </a:spcAft>
          </a:pPr>
          <a:endParaRPr lang="es-VE" sz="1200" kern="1200" dirty="0">
            <a:solidFill>
              <a:schemeClr val="tx1"/>
            </a:solidFill>
          </a:endParaRPr>
        </a:p>
      </dsp:txBody>
      <dsp:txXfrm rot="16200000">
        <a:off x="1198199" y="2779673"/>
        <a:ext cx="2742978" cy="410808"/>
      </dsp:txXfrm>
    </dsp:sp>
    <dsp:sp modelId="{6ECBADA2-DB9D-4417-9B55-DB3DE1A555A1}">
      <dsp:nvSpPr>
        <dsp:cNvPr id="0" name=""/>
        <dsp:cNvSpPr/>
      </dsp:nvSpPr>
      <dsp:spPr>
        <a:xfrm rot="5400000">
          <a:off x="2174573" y="3788854"/>
          <a:ext cx="402236" cy="342230"/>
        </a:xfrm>
        <a:prstGeom prst="flowChartExtract">
          <a:avLst/>
        </a:prstGeom>
        <a:solidFill>
          <a:schemeClr val="l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149767-001E-42CA-A67F-8D2A5B11114B}">
      <dsp:nvSpPr>
        <dsp:cNvPr id="0" name=""/>
        <dsp:cNvSpPr/>
      </dsp:nvSpPr>
      <dsp:spPr>
        <a:xfrm>
          <a:off x="2791585" y="1613588"/>
          <a:ext cx="1530262" cy="3345095"/>
        </a:xfrm>
        <a:prstGeom prst="rect">
          <a:avLst/>
        </a:prstGeom>
        <a:noFill/>
        <a:ln w="55000" cap="flat" cmpd="thickThin"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ctr" anchorCtr="0">
          <a:noAutofit/>
        </a:bodyPr>
        <a:lstStyle/>
        <a:p>
          <a:pPr lvl="0" algn="l" defTabSz="533400" rtl="0">
            <a:lnSpc>
              <a:spcPct val="90000"/>
            </a:lnSpc>
            <a:spcBef>
              <a:spcPct val="0"/>
            </a:spcBef>
            <a:spcAft>
              <a:spcPct val="35000"/>
            </a:spcAft>
          </a:pPr>
          <a:r>
            <a:rPr lang="es-VE" sz="1200" kern="1200" dirty="0" smtClean="0">
              <a:solidFill>
                <a:schemeClr val="tx1"/>
              </a:solidFill>
            </a:rPr>
            <a:t>- La  normativa, pide  al sector asegurador y a las empresas de medicina Prepagada,  implementar un sistema integral de administración de riesgos en esta materia, así como realizar los ajustes necesarios en su estructura.</a:t>
          </a:r>
          <a:br>
            <a:rPr lang="es-VE" sz="1200" kern="1200" dirty="0" smtClean="0">
              <a:solidFill>
                <a:schemeClr val="tx1"/>
              </a:solidFill>
            </a:rPr>
          </a:br>
          <a:r>
            <a:rPr lang="es-VE" sz="1200" kern="1200" dirty="0" smtClean="0">
              <a:solidFill>
                <a:schemeClr val="tx1"/>
              </a:solidFill>
            </a:rPr>
            <a:t> y procesos. </a:t>
          </a:r>
        </a:p>
      </dsp:txBody>
      <dsp:txXfrm>
        <a:off x="2791585" y="1613588"/>
        <a:ext cx="1530262" cy="3345095"/>
      </dsp:txXfrm>
    </dsp:sp>
    <dsp:sp modelId="{5F3272BF-5C1E-41FD-8324-87B61B6E8A2D}">
      <dsp:nvSpPr>
        <dsp:cNvPr id="0" name=""/>
        <dsp:cNvSpPr/>
      </dsp:nvSpPr>
      <dsp:spPr>
        <a:xfrm>
          <a:off x="4498180" y="1613588"/>
          <a:ext cx="2281535" cy="3345095"/>
        </a:xfrm>
        <a:prstGeom prst="roundRect">
          <a:avLst>
            <a:gd name="adj" fmla="val 5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1148" rIns="53340" bIns="0" numCol="1" spcCol="1270" anchor="ctr" anchorCtr="0">
          <a:noAutofit/>
        </a:bodyPr>
        <a:lstStyle/>
        <a:p>
          <a:pPr lvl="0" algn="r" defTabSz="533400" rtl="0">
            <a:lnSpc>
              <a:spcPct val="90000"/>
            </a:lnSpc>
            <a:spcBef>
              <a:spcPct val="0"/>
            </a:spcBef>
            <a:spcAft>
              <a:spcPct val="35000"/>
            </a:spcAft>
          </a:pPr>
          <a:endParaRPr lang="es-VE" sz="1200" kern="1200" dirty="0" smtClean="0">
            <a:solidFill>
              <a:schemeClr val="tx1"/>
            </a:solidFill>
          </a:endParaRPr>
        </a:p>
      </dsp:txBody>
      <dsp:txXfrm rot="16200000">
        <a:off x="3354845" y="2756923"/>
        <a:ext cx="2742978" cy="456307"/>
      </dsp:txXfrm>
    </dsp:sp>
    <dsp:sp modelId="{46024F1B-5D1A-434B-97A6-AF8AE8F9F7AB}">
      <dsp:nvSpPr>
        <dsp:cNvPr id="0" name=""/>
        <dsp:cNvSpPr/>
      </dsp:nvSpPr>
      <dsp:spPr>
        <a:xfrm rot="5400000">
          <a:off x="4308470" y="3788854"/>
          <a:ext cx="402236" cy="342230"/>
        </a:xfrm>
        <a:prstGeom prst="flowChartExtract">
          <a:avLst/>
        </a:prstGeom>
        <a:solidFill>
          <a:schemeClr val="l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C71B09-DEEF-4E32-881F-92E793AC5693}">
      <dsp:nvSpPr>
        <dsp:cNvPr id="0" name=""/>
        <dsp:cNvSpPr/>
      </dsp:nvSpPr>
      <dsp:spPr>
        <a:xfrm>
          <a:off x="4954487" y="1613588"/>
          <a:ext cx="1699743" cy="3345095"/>
        </a:xfrm>
        <a:prstGeom prst="rect">
          <a:avLst/>
        </a:prstGeom>
        <a:noFill/>
        <a:ln w="55000" cap="flat" cmpd="thickThin"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lvl="0" algn="l" defTabSz="533400" rtl="0">
            <a:lnSpc>
              <a:spcPct val="90000"/>
            </a:lnSpc>
            <a:spcBef>
              <a:spcPct val="0"/>
            </a:spcBef>
            <a:spcAft>
              <a:spcPct val="35000"/>
            </a:spcAft>
          </a:pPr>
          <a:endParaRPr lang="es-VE" sz="1200" kern="1200" dirty="0" smtClean="0">
            <a:solidFill>
              <a:schemeClr val="tx1"/>
            </a:solidFill>
          </a:endParaRPr>
        </a:p>
        <a:p>
          <a:pPr lvl="0" algn="l" defTabSz="533400" rtl="0">
            <a:lnSpc>
              <a:spcPct val="90000"/>
            </a:lnSpc>
            <a:spcBef>
              <a:spcPct val="0"/>
            </a:spcBef>
            <a:spcAft>
              <a:spcPct val="35000"/>
            </a:spcAft>
          </a:pPr>
          <a:r>
            <a:rPr lang="es-VE" sz="1200" kern="1200" dirty="0" smtClean="0">
              <a:solidFill>
                <a:schemeClr val="tx1"/>
              </a:solidFill>
            </a:rPr>
            <a:t>-Sin embargo, los grupos de delincuencia organizada operan en todo el mundo y cuentan con recursos y herramientas que vulneran los esfuerzos de las autoridades de los países.</a:t>
          </a:r>
          <a:endParaRPr lang="es-VE" sz="1200" kern="1200" dirty="0">
            <a:solidFill>
              <a:schemeClr val="tx1"/>
            </a:solidFill>
          </a:endParaRPr>
        </a:p>
      </dsp:txBody>
      <dsp:txXfrm>
        <a:off x="4954487" y="1613588"/>
        <a:ext cx="1699743" cy="3345095"/>
      </dsp:txXfrm>
    </dsp:sp>
    <dsp:sp modelId="{5030646C-7577-4942-A141-4E1A3B6016F8}">
      <dsp:nvSpPr>
        <dsp:cNvPr id="0" name=""/>
        <dsp:cNvSpPr/>
      </dsp:nvSpPr>
      <dsp:spPr>
        <a:xfrm>
          <a:off x="6859569" y="1613588"/>
          <a:ext cx="2281535" cy="3345095"/>
        </a:xfrm>
        <a:prstGeom prst="roundRect">
          <a:avLst>
            <a:gd name="adj" fmla="val 5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1148" rIns="53340" bIns="0" numCol="1" spcCol="1270" anchor="t" anchorCtr="0">
          <a:noAutofit/>
        </a:bodyPr>
        <a:lstStyle/>
        <a:p>
          <a:pPr lvl="0" algn="r" defTabSz="533400" rtl="0">
            <a:lnSpc>
              <a:spcPct val="90000"/>
            </a:lnSpc>
            <a:spcBef>
              <a:spcPct val="0"/>
            </a:spcBef>
            <a:spcAft>
              <a:spcPct val="35000"/>
            </a:spcAft>
          </a:pPr>
          <a:endParaRPr lang="es-VE" sz="1200" kern="1200" dirty="0">
            <a:solidFill>
              <a:schemeClr val="tx1"/>
            </a:solidFill>
          </a:endParaRPr>
        </a:p>
      </dsp:txBody>
      <dsp:txXfrm rot="16200000">
        <a:off x="5716234" y="2756923"/>
        <a:ext cx="2742978" cy="456307"/>
      </dsp:txXfrm>
    </dsp:sp>
    <dsp:sp modelId="{4E8C41A9-6710-4394-A1B2-CF97F8822AAC}">
      <dsp:nvSpPr>
        <dsp:cNvPr id="0" name=""/>
        <dsp:cNvSpPr/>
      </dsp:nvSpPr>
      <dsp:spPr>
        <a:xfrm rot="5400000">
          <a:off x="6669859" y="3788854"/>
          <a:ext cx="402236" cy="342230"/>
        </a:xfrm>
        <a:prstGeom prst="flowChartExtract">
          <a:avLst/>
        </a:prstGeom>
        <a:solidFill>
          <a:schemeClr val="l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1773167-87BA-4075-A269-9E15A9AF7242}">
      <dsp:nvSpPr>
        <dsp:cNvPr id="0" name=""/>
        <dsp:cNvSpPr/>
      </dsp:nvSpPr>
      <dsp:spPr>
        <a:xfrm>
          <a:off x="7315876" y="1613588"/>
          <a:ext cx="1699743" cy="3345095"/>
        </a:xfrm>
        <a:prstGeom prst="rect">
          <a:avLst/>
        </a:prstGeom>
        <a:noFill/>
        <a:ln w="55000" cap="flat" cmpd="thickThin"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lvl="0" algn="l" defTabSz="533400" rtl="0">
            <a:lnSpc>
              <a:spcPct val="90000"/>
            </a:lnSpc>
            <a:spcBef>
              <a:spcPct val="0"/>
            </a:spcBef>
            <a:spcAft>
              <a:spcPct val="35000"/>
            </a:spcAft>
          </a:pPr>
          <a:endParaRPr lang="es-VE" sz="1200" kern="1200" dirty="0" smtClean="0">
            <a:solidFill>
              <a:schemeClr val="tx1"/>
            </a:solidFill>
          </a:endParaRPr>
        </a:p>
        <a:p>
          <a:pPr lvl="0" algn="l" defTabSz="533400" rtl="0">
            <a:lnSpc>
              <a:spcPct val="90000"/>
            </a:lnSpc>
            <a:spcBef>
              <a:spcPct val="0"/>
            </a:spcBef>
            <a:spcAft>
              <a:spcPct val="35000"/>
            </a:spcAft>
          </a:pPr>
          <a:r>
            <a:rPr lang="es-VE" sz="1200" kern="1200" dirty="0" smtClean="0">
              <a:solidFill>
                <a:schemeClr val="tx1"/>
              </a:solidFill>
            </a:rPr>
            <a:t>-“Venezuela suma esfuerzos para frenar estas actividades ilícitas y las empresas consideran cada día más estos riesgos”.</a:t>
          </a:r>
          <a:endParaRPr lang="es-VE" sz="1200" kern="1200" dirty="0">
            <a:solidFill>
              <a:schemeClr val="tx1"/>
            </a:solidFill>
          </a:endParaRPr>
        </a:p>
      </dsp:txBody>
      <dsp:txXfrm>
        <a:off x="7315876" y="1613588"/>
        <a:ext cx="1699743" cy="3345095"/>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4FB5EB1-7477-40C1-8A49-0E3A2846B440}">
      <dsp:nvSpPr>
        <dsp:cNvPr id="0" name=""/>
        <dsp:cNvSpPr/>
      </dsp:nvSpPr>
      <dsp:spPr>
        <a:xfrm>
          <a:off x="0" y="23"/>
          <a:ext cx="6715172" cy="3571876"/>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endParaRPr lang="es-VE" sz="2800" b="1" kern="1200" dirty="0" smtClean="0">
            <a:solidFill>
              <a:schemeClr val="tx1"/>
            </a:solidFill>
          </a:endParaRPr>
        </a:p>
        <a:p>
          <a:pPr lvl="0" algn="ctr" defTabSz="1244600" rtl="0">
            <a:lnSpc>
              <a:spcPct val="90000"/>
            </a:lnSpc>
            <a:spcBef>
              <a:spcPct val="0"/>
            </a:spcBef>
            <a:spcAft>
              <a:spcPct val="35000"/>
            </a:spcAft>
          </a:pPr>
          <a:r>
            <a:rPr lang="es-VE" sz="2800" b="1" kern="1200" dirty="0" smtClean="0">
              <a:solidFill>
                <a:schemeClr val="tx1"/>
              </a:solidFill>
            </a:rPr>
            <a:t>PROVIDENCIA ADMINISTRATIVA N°SAA-8-004-2021                     DE LA SUPERINTENDENCIA DE LA ACTIVIDAD ASEGURADORA</a:t>
          </a:r>
        </a:p>
        <a:p>
          <a:pPr lvl="0" algn="ctr" defTabSz="1244600" rtl="0">
            <a:lnSpc>
              <a:spcPct val="90000"/>
            </a:lnSpc>
            <a:spcBef>
              <a:spcPct val="0"/>
            </a:spcBef>
            <a:spcAft>
              <a:spcPct val="35000"/>
            </a:spcAft>
          </a:pPr>
          <a:r>
            <a:rPr lang="es-VE" sz="2800" b="1" kern="1200" dirty="0" smtClean="0">
              <a:solidFill>
                <a:schemeClr val="tx1"/>
              </a:solidFill>
            </a:rPr>
            <a:t>                          </a:t>
          </a:r>
          <a:endParaRPr lang="es-VE" sz="2800" b="1" kern="1200" dirty="0">
            <a:solidFill>
              <a:schemeClr val="tx1"/>
            </a:solidFill>
          </a:endParaRPr>
        </a:p>
      </dsp:txBody>
      <dsp:txXfrm>
        <a:off x="0" y="23"/>
        <a:ext cx="6715172" cy="3571876"/>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AAC5393-2B9B-4912-8563-7CB89D1A597D}">
      <dsp:nvSpPr>
        <dsp:cNvPr id="0" name=""/>
        <dsp:cNvSpPr/>
      </dsp:nvSpPr>
      <dsp:spPr>
        <a:xfrm>
          <a:off x="0" y="206170"/>
          <a:ext cx="9144000" cy="380250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s-VE" sz="1600" b="1" kern="1200" dirty="0" smtClean="0">
              <a:solidFill>
                <a:schemeClr val="tx1"/>
              </a:solidFill>
            </a:rPr>
            <a:t>Publicada el 17 de mayo de 2021 en Gaceta Oficial Nº 42.128.</a:t>
          </a:r>
          <a:br>
            <a:rPr lang="es-VE" sz="1600" b="1" kern="1200" dirty="0" smtClean="0">
              <a:solidFill>
                <a:schemeClr val="tx1"/>
              </a:solidFill>
            </a:rPr>
          </a:br>
          <a:r>
            <a:rPr lang="es-VE" sz="1600" b="1" kern="1200" dirty="0" smtClean="0">
              <a:solidFill>
                <a:schemeClr val="tx1"/>
              </a:solidFill>
            </a:rPr>
            <a:t> </a:t>
          </a:r>
          <a:br>
            <a:rPr lang="es-VE" sz="1600" b="1" kern="1200" dirty="0" smtClean="0">
              <a:solidFill>
                <a:schemeClr val="tx1"/>
              </a:solidFill>
            </a:rPr>
          </a:br>
          <a:r>
            <a:rPr lang="es-VE" sz="1600" b="1" kern="1200" dirty="0" smtClean="0">
              <a:solidFill>
                <a:schemeClr val="tx1"/>
              </a:solidFill>
            </a:rPr>
            <a:t> La mencionada Providencia Administrativa está integrada por 113 artículos.</a:t>
          </a:r>
          <a:br>
            <a:rPr lang="es-VE" sz="1600" b="1" kern="1200" dirty="0" smtClean="0">
              <a:solidFill>
                <a:schemeClr val="tx1"/>
              </a:solidFill>
            </a:rPr>
          </a:br>
          <a:r>
            <a:rPr lang="es-VE" sz="1600" b="1" kern="1200" dirty="0" smtClean="0">
              <a:solidFill>
                <a:schemeClr val="tx1"/>
              </a:solidFill>
            </a:rPr>
            <a:t>1 Disposición Transitoria; </a:t>
          </a:r>
          <a:br>
            <a:rPr lang="es-VE" sz="1600" b="1" kern="1200" dirty="0" smtClean="0">
              <a:solidFill>
                <a:schemeClr val="tx1"/>
              </a:solidFill>
            </a:rPr>
          </a:br>
          <a:r>
            <a:rPr lang="es-VE" sz="1600" b="1" kern="1200" dirty="0" smtClean="0">
              <a:solidFill>
                <a:schemeClr val="tx1"/>
              </a:solidFill>
            </a:rPr>
            <a:t>1 Disposición Derogatoria  </a:t>
          </a:r>
          <a:br>
            <a:rPr lang="es-VE" sz="1600" b="1" kern="1200" dirty="0" smtClean="0">
              <a:solidFill>
                <a:schemeClr val="tx1"/>
              </a:solidFill>
            </a:rPr>
          </a:br>
          <a:r>
            <a:rPr lang="es-VE" sz="1600" b="1" kern="1200" dirty="0" smtClean="0">
              <a:solidFill>
                <a:schemeClr val="tx1"/>
              </a:solidFill>
            </a:rPr>
            <a:t>1 Disposición Final, </a:t>
          </a:r>
          <a:br>
            <a:rPr lang="es-VE" sz="1600" b="1" kern="1200" dirty="0" smtClean="0">
              <a:solidFill>
                <a:schemeClr val="tx1"/>
              </a:solidFill>
            </a:rPr>
          </a:br>
          <a:r>
            <a:rPr lang="es-VE" sz="1600" b="1" kern="1200" dirty="0" smtClean="0">
              <a:solidFill>
                <a:schemeClr val="tx1"/>
              </a:solidFill>
            </a:rPr>
            <a:t>Organizados en una estructura y con referencias similares a las que presentan las regulaciones emanadas de otros entes respecto a la misma materia y entre otros aspectos, </a:t>
          </a:r>
          <a:br>
            <a:rPr lang="es-VE" sz="1600" b="1" kern="1200" dirty="0" smtClean="0">
              <a:solidFill>
                <a:schemeClr val="tx1"/>
              </a:solidFill>
            </a:rPr>
          </a:br>
          <a:r>
            <a:rPr lang="es-VE" sz="1400" b="1" kern="1200" dirty="0" smtClean="0"/>
            <a:t/>
          </a:r>
          <a:br>
            <a:rPr lang="es-VE" sz="1400" b="1" kern="1200" dirty="0" smtClean="0"/>
          </a:br>
          <a:r>
            <a:rPr lang="es-VE" sz="1400" b="1" kern="1200" dirty="0" smtClean="0"/>
            <a:t/>
          </a:r>
          <a:br>
            <a:rPr lang="es-VE" sz="1400" b="1" kern="1200" dirty="0" smtClean="0"/>
          </a:br>
          <a:endParaRPr lang="es-VE" sz="1400" b="1" kern="1200" dirty="0"/>
        </a:p>
      </dsp:txBody>
      <dsp:txXfrm>
        <a:off x="0" y="206170"/>
        <a:ext cx="9144000" cy="3802500"/>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FCC4E3A-1AE7-4A3D-80B1-13C7690A0E66}">
      <dsp:nvSpPr>
        <dsp:cNvPr id="0" name=""/>
        <dsp:cNvSpPr/>
      </dsp:nvSpPr>
      <dsp:spPr>
        <a:xfrm>
          <a:off x="1419833" y="0"/>
          <a:ext cx="4286280" cy="4286280"/>
        </a:xfrm>
        <a:prstGeom prst="triangle">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1868F3-4A81-41F4-B134-E83A9DDB3382}">
      <dsp:nvSpPr>
        <dsp:cNvPr id="0" name=""/>
        <dsp:cNvSpPr/>
      </dsp:nvSpPr>
      <dsp:spPr>
        <a:xfrm>
          <a:off x="3053984" y="428847"/>
          <a:ext cx="3804060" cy="1069747"/>
        </a:xfrm>
        <a:prstGeom prst="round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La Superintendencia de la Actividad Aseguradora, ejercerá:</a:t>
          </a:r>
          <a:br>
            <a:rPr lang="es-VE" sz="1400" b="1" kern="1200" dirty="0" smtClean="0">
              <a:solidFill>
                <a:schemeClr val="tx1"/>
              </a:solidFill>
            </a:rPr>
          </a:br>
          <a:endParaRPr lang="es-VE" sz="1400" b="1" kern="1200" dirty="0">
            <a:solidFill>
              <a:schemeClr val="tx1"/>
            </a:solidFill>
          </a:endParaRPr>
        </a:p>
      </dsp:txBody>
      <dsp:txXfrm>
        <a:off x="3053984" y="428847"/>
        <a:ext cx="3804060" cy="1069747"/>
      </dsp:txXfrm>
    </dsp:sp>
    <dsp:sp modelId="{257458E0-795D-4FCF-A61A-7ECCD81B5C6F}">
      <dsp:nvSpPr>
        <dsp:cNvPr id="0" name=""/>
        <dsp:cNvSpPr/>
      </dsp:nvSpPr>
      <dsp:spPr>
        <a:xfrm>
          <a:off x="3045054" y="1542651"/>
          <a:ext cx="3821919" cy="1092297"/>
        </a:xfrm>
        <a:prstGeom prst="round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t>El control, Vigilancia, Supervisión, Fiscalización, Autorización, Regulación y Funcionamiento</a:t>
          </a:r>
          <a:endParaRPr lang="es-VE" sz="1400" b="1" kern="1200" dirty="0"/>
        </a:p>
      </dsp:txBody>
      <dsp:txXfrm>
        <a:off x="3045054" y="1542651"/>
        <a:ext cx="3821919" cy="1092297"/>
      </dsp:txXfrm>
    </dsp:sp>
    <dsp:sp modelId="{D67A75A4-9261-433D-8055-7B75260D47EA}">
      <dsp:nvSpPr>
        <dsp:cNvPr id="0" name=""/>
        <dsp:cNvSpPr/>
      </dsp:nvSpPr>
      <dsp:spPr>
        <a:xfrm>
          <a:off x="3053984" y="2679004"/>
          <a:ext cx="3804060" cy="1134372"/>
        </a:xfrm>
        <a:prstGeom prst="round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t>De las operaciones que realicen los sujetos obligados regulados por la ley que rige la actividad aseguradora</a:t>
          </a:r>
          <a:endParaRPr lang="es-VE" sz="1400" b="1" kern="1200" dirty="0"/>
        </a:p>
      </dsp:txBody>
      <dsp:txXfrm>
        <a:off x="3053984" y="2679004"/>
        <a:ext cx="3804060" cy="1134372"/>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DF3E433-1FCC-4639-B8BB-0ED856B70219}">
      <dsp:nvSpPr>
        <dsp:cNvPr id="0" name=""/>
        <dsp:cNvSpPr/>
      </dsp:nvSpPr>
      <dsp:spPr>
        <a:xfrm>
          <a:off x="0" y="19739"/>
          <a:ext cx="7715304" cy="210366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s-VE" sz="3100" b="1" kern="1200" dirty="0" smtClean="0">
              <a:solidFill>
                <a:schemeClr val="tx1"/>
              </a:solidFill>
            </a:rPr>
            <a:t>TÍTULO I</a:t>
          </a:r>
          <a:r>
            <a:rPr lang="es-VE" sz="3100" b="0" kern="1200" dirty="0" smtClean="0">
              <a:solidFill>
                <a:schemeClr val="tx1"/>
              </a:solidFill>
            </a:rPr>
            <a:t/>
          </a:r>
          <a:br>
            <a:rPr lang="es-VE" sz="3100" b="0" kern="1200" dirty="0" smtClean="0">
              <a:solidFill>
                <a:schemeClr val="tx1"/>
              </a:solidFill>
            </a:rPr>
          </a:br>
          <a:r>
            <a:rPr lang="es-VE" sz="3100" b="1" kern="1200" dirty="0" smtClean="0">
              <a:solidFill>
                <a:schemeClr val="tx1"/>
              </a:solidFill>
            </a:rPr>
            <a:t>DISPOSICIONES GENERALES</a:t>
          </a:r>
          <a:r>
            <a:rPr lang="es-VE" sz="3100" b="0" kern="1200" dirty="0" smtClean="0">
              <a:solidFill>
                <a:schemeClr val="tx1"/>
              </a:solidFill>
            </a:rPr>
            <a:t/>
          </a:r>
          <a:br>
            <a:rPr lang="es-VE" sz="3100" b="0" kern="1200" dirty="0" smtClean="0">
              <a:solidFill>
                <a:schemeClr val="tx1"/>
              </a:solidFill>
            </a:rPr>
          </a:br>
          <a:endParaRPr lang="es-VE" sz="3100" b="1" kern="1200" dirty="0">
            <a:solidFill>
              <a:schemeClr val="tx1"/>
            </a:solidFill>
          </a:endParaRPr>
        </a:p>
      </dsp:txBody>
      <dsp:txXfrm>
        <a:off x="0" y="19739"/>
        <a:ext cx="7715304" cy="2103660"/>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9F0221B-94F6-4694-9627-954C35EFC654}">
      <dsp:nvSpPr>
        <dsp:cNvPr id="0" name=""/>
        <dsp:cNvSpPr/>
      </dsp:nvSpPr>
      <dsp:spPr>
        <a:xfrm>
          <a:off x="2580" y="0"/>
          <a:ext cx="2287934" cy="422532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rtl="0">
            <a:lnSpc>
              <a:spcPct val="90000"/>
            </a:lnSpc>
            <a:spcBef>
              <a:spcPct val="0"/>
            </a:spcBef>
            <a:spcAft>
              <a:spcPct val="35000"/>
            </a:spcAft>
          </a:pPr>
          <a:r>
            <a:rPr lang="es-VE" sz="1400" b="1" kern="1200" dirty="0" smtClean="0">
              <a:solidFill>
                <a:schemeClr val="tx1"/>
              </a:solidFill>
            </a:rPr>
            <a:t>OBJETO</a:t>
          </a:r>
          <a:br>
            <a:rPr lang="es-VE" sz="1400" b="1" kern="1200" dirty="0" smtClean="0">
              <a:solidFill>
                <a:schemeClr val="tx1"/>
              </a:solidFill>
            </a:rPr>
          </a:br>
          <a:r>
            <a:rPr lang="es-VE" sz="1400" b="1" kern="1200" dirty="0" smtClean="0">
              <a:solidFill>
                <a:schemeClr val="tx1"/>
              </a:solidFill>
            </a:rPr>
            <a:t>Articulo 1.- En dicha providencia se establecen las políticas, normas y procedimientos que como mínimo deben seguir los sujetos obligados, </a:t>
          </a:r>
          <a:endParaRPr lang="es-VE" sz="1400" b="1" kern="1200" dirty="0">
            <a:solidFill>
              <a:schemeClr val="tx1"/>
            </a:solidFill>
          </a:endParaRPr>
        </a:p>
      </dsp:txBody>
      <dsp:txXfrm>
        <a:off x="2580" y="1690131"/>
        <a:ext cx="2287934" cy="1690131"/>
      </dsp:txXfrm>
    </dsp:sp>
    <dsp:sp modelId="{60890538-00D1-4E25-B222-433ED87A11DD}">
      <dsp:nvSpPr>
        <dsp:cNvPr id="0" name=""/>
        <dsp:cNvSpPr/>
      </dsp:nvSpPr>
      <dsp:spPr>
        <a:xfrm>
          <a:off x="650019" y="500067"/>
          <a:ext cx="993056" cy="913939"/>
        </a:xfrm>
        <a:prstGeom prst="ellipse">
          <a:avLst/>
        </a:prstGeom>
        <a:blipFill rotWithShape="0">
          <a:blip xmlns:r="http://schemas.openxmlformats.org/officeDocument/2006/relationships" r:embed="rId1"/>
          <a:stretch>
            <a:fillRect/>
          </a:stretch>
        </a:blip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7A53FB9-DFA2-4C5C-BDA7-37A6466FCB44}">
      <dsp:nvSpPr>
        <dsp:cNvPr id="0" name=""/>
        <dsp:cNvSpPr/>
      </dsp:nvSpPr>
      <dsp:spPr>
        <a:xfrm>
          <a:off x="2357460" y="0"/>
          <a:ext cx="2925558" cy="422532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rtl="0">
            <a:lnSpc>
              <a:spcPct val="90000"/>
            </a:lnSpc>
            <a:spcBef>
              <a:spcPct val="0"/>
            </a:spcBef>
            <a:spcAft>
              <a:spcPct val="35000"/>
            </a:spcAft>
          </a:pPr>
          <a:endParaRPr lang="es-VE" sz="1400" b="1" kern="1200" dirty="0" smtClean="0">
            <a:solidFill>
              <a:schemeClr val="tx1"/>
            </a:solidFill>
          </a:endParaRPr>
        </a:p>
        <a:p>
          <a:pPr lvl="0" algn="ctr" defTabSz="622300" rtl="0">
            <a:lnSpc>
              <a:spcPct val="90000"/>
            </a:lnSpc>
            <a:spcBef>
              <a:spcPct val="0"/>
            </a:spcBef>
            <a:spcAft>
              <a:spcPct val="35000"/>
            </a:spcAft>
          </a:pPr>
          <a:r>
            <a:rPr lang="es-VE" sz="1400" b="1" kern="1200" dirty="0" smtClean="0">
              <a:solidFill>
                <a:schemeClr val="tx1"/>
              </a:solidFill>
            </a:rPr>
            <a:t>FIN</a:t>
          </a:r>
        </a:p>
        <a:p>
          <a:pPr lvl="0" algn="ctr" defTabSz="622300" rtl="0">
            <a:lnSpc>
              <a:spcPct val="90000"/>
            </a:lnSpc>
            <a:spcBef>
              <a:spcPct val="0"/>
            </a:spcBef>
            <a:spcAft>
              <a:spcPct val="35000"/>
            </a:spcAft>
          </a:pPr>
          <a:r>
            <a:rPr lang="es-VE" sz="1400" b="1" kern="1200" dirty="0" smtClean="0">
              <a:solidFill>
                <a:schemeClr val="tx1"/>
              </a:solidFill>
            </a:rPr>
            <a:t>Con el fin de administrar los riesgos asociados con la legitimación de capitales, financiamiento al terrorismo y financiamiento de la proliferación de armas de destrucción masiva,.</a:t>
          </a:r>
          <a:endParaRPr lang="es-VE" sz="1400" b="1" kern="1200" dirty="0">
            <a:solidFill>
              <a:schemeClr val="tx1"/>
            </a:solidFill>
          </a:endParaRPr>
        </a:p>
      </dsp:txBody>
      <dsp:txXfrm>
        <a:off x="2357460" y="1690131"/>
        <a:ext cx="2925558" cy="1690131"/>
      </dsp:txXfrm>
    </dsp:sp>
    <dsp:sp modelId="{22966CAA-E5A0-4946-A7CB-4E7786CD6DB9}">
      <dsp:nvSpPr>
        <dsp:cNvPr id="0" name=""/>
        <dsp:cNvSpPr/>
      </dsp:nvSpPr>
      <dsp:spPr>
        <a:xfrm>
          <a:off x="3357583" y="485314"/>
          <a:ext cx="928698" cy="943444"/>
        </a:xfrm>
        <a:prstGeom prst="ellipse">
          <a:avLst/>
        </a:prstGeom>
        <a:blipFill rotWithShape="0">
          <a:blip xmlns:r="http://schemas.openxmlformats.org/officeDocument/2006/relationships" r:embed="rId1"/>
          <a:stretch>
            <a:fillRect/>
          </a:stretch>
        </a:blip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344D69-F5A9-4204-AEF8-855937D0AF9D}">
      <dsp:nvSpPr>
        <dsp:cNvPr id="0" name=""/>
        <dsp:cNvSpPr/>
      </dsp:nvSpPr>
      <dsp:spPr>
        <a:xfrm>
          <a:off x="5353350" y="0"/>
          <a:ext cx="2287934" cy="422532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rtl="0">
            <a:lnSpc>
              <a:spcPct val="90000"/>
            </a:lnSpc>
            <a:spcBef>
              <a:spcPct val="0"/>
            </a:spcBef>
            <a:spcAft>
              <a:spcPct val="35000"/>
            </a:spcAft>
          </a:pPr>
          <a:endParaRPr lang="es-VE" sz="1400" b="1" kern="1200" dirty="0" smtClean="0"/>
        </a:p>
        <a:p>
          <a:pPr lvl="0" algn="ctr" defTabSz="622300" rtl="0">
            <a:lnSpc>
              <a:spcPct val="90000"/>
            </a:lnSpc>
            <a:spcBef>
              <a:spcPct val="0"/>
            </a:spcBef>
            <a:spcAft>
              <a:spcPct val="35000"/>
            </a:spcAft>
          </a:pPr>
          <a:r>
            <a:rPr lang="es-VE" sz="1400" b="1" kern="1200" dirty="0" smtClean="0">
              <a:solidFill>
                <a:schemeClr val="tx1"/>
              </a:solidFill>
            </a:rPr>
            <a:t>Delitos establecidos en la Ley Orgánica contra la Delincuencia Organizada y Financiamiento al Terrorismo.</a:t>
          </a:r>
          <a:br>
            <a:rPr lang="es-VE" sz="1400" b="1" kern="1200" dirty="0" smtClean="0">
              <a:solidFill>
                <a:schemeClr val="tx1"/>
              </a:solidFill>
            </a:rPr>
          </a:br>
          <a:r>
            <a:rPr lang="es-VE" sz="1400" b="1" kern="1200" dirty="0" smtClean="0"/>
            <a:t/>
          </a:r>
          <a:br>
            <a:rPr lang="es-VE" sz="1400" b="1" kern="1200" dirty="0" smtClean="0"/>
          </a:br>
          <a:r>
            <a:rPr lang="es-VE" sz="1000" b="1" kern="1200" dirty="0" smtClean="0"/>
            <a:t/>
          </a:r>
          <a:br>
            <a:rPr lang="es-VE" sz="1000" b="1" kern="1200" dirty="0" smtClean="0"/>
          </a:br>
          <a:r>
            <a:rPr lang="es-VE" sz="1000" b="1" kern="1200" dirty="0" smtClean="0"/>
            <a:t/>
          </a:r>
          <a:br>
            <a:rPr lang="es-VE" sz="1000" b="1" kern="1200" dirty="0" smtClean="0"/>
          </a:br>
          <a:endParaRPr lang="es-VE" sz="1000" b="1" kern="1200" dirty="0"/>
        </a:p>
      </dsp:txBody>
      <dsp:txXfrm>
        <a:off x="5353350" y="1690131"/>
        <a:ext cx="2287934" cy="1690131"/>
      </dsp:txXfrm>
    </dsp:sp>
    <dsp:sp modelId="{805D98DC-6F7F-4923-A2F9-33C55945EEDF}">
      <dsp:nvSpPr>
        <dsp:cNvPr id="0" name=""/>
        <dsp:cNvSpPr/>
      </dsp:nvSpPr>
      <dsp:spPr>
        <a:xfrm>
          <a:off x="6000789" y="500067"/>
          <a:ext cx="993056" cy="913939"/>
        </a:xfrm>
        <a:prstGeom prst="ellipse">
          <a:avLst/>
        </a:prstGeom>
        <a:blipFill rotWithShape="0">
          <a:blip xmlns:r="http://schemas.openxmlformats.org/officeDocument/2006/relationships" r:embed="rId1"/>
          <a:stretch>
            <a:fillRect/>
          </a:stretch>
        </a:blip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62C75E-8604-4847-A55B-60B0EAD5575E}">
      <dsp:nvSpPr>
        <dsp:cNvPr id="0" name=""/>
        <dsp:cNvSpPr/>
      </dsp:nvSpPr>
      <dsp:spPr>
        <a:xfrm flipH="1" flipV="1">
          <a:off x="6929496" y="3857652"/>
          <a:ext cx="214275" cy="178097"/>
        </a:xfrm>
        <a:prstGeom prst="leftRightArrow">
          <a:avLst/>
        </a:prstGeom>
        <a:solidFill>
          <a:schemeClr val="accent1">
            <a:tint val="60000"/>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6538797-E9B7-47C2-BBA0-B7A2A298359A}">
      <dsp:nvSpPr>
        <dsp:cNvPr id="0" name=""/>
        <dsp:cNvSpPr/>
      </dsp:nvSpPr>
      <dsp:spPr>
        <a:xfrm>
          <a:off x="3792" y="1813"/>
          <a:ext cx="7764815" cy="1197144"/>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lang="es-VE" sz="1400" kern="1200" dirty="0" smtClean="0">
              <a:solidFill>
                <a:schemeClr val="tx1"/>
              </a:solidFill>
            </a:rPr>
            <a:t>Artículo 2.- Los sujetos obligados deben diseñar e implementar, bajo un enfoque basado en riesgo, un Manual que contenga las Políticas, Normas y Procedimientos para Administrar los Riesgos en materia de LC/FT/FPADM, </a:t>
          </a:r>
          <a:endParaRPr lang="es-VE" sz="1400" kern="1200" dirty="0">
            <a:solidFill>
              <a:schemeClr val="tx1"/>
            </a:solidFill>
          </a:endParaRPr>
        </a:p>
      </dsp:txBody>
      <dsp:txXfrm>
        <a:off x="3792" y="1813"/>
        <a:ext cx="7764815" cy="1197144"/>
      </dsp:txXfrm>
    </dsp:sp>
    <dsp:sp modelId="{74E74C5F-EDD8-4F05-B80A-E6251CD36673}">
      <dsp:nvSpPr>
        <dsp:cNvPr id="0" name=""/>
        <dsp:cNvSpPr/>
      </dsp:nvSpPr>
      <dsp:spPr>
        <a:xfrm>
          <a:off x="3792" y="1258815"/>
          <a:ext cx="7764815" cy="1197144"/>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lang="es-VE" sz="1400" kern="1200" dirty="0" smtClean="0">
              <a:solidFill>
                <a:schemeClr val="tx1"/>
              </a:solidFill>
            </a:rPr>
            <a:t> Demostrar que los han implementado y puesto en práctica cuando les sea requerido por la Superintendencia de la Actividad Aseguradora. </a:t>
          </a:r>
          <a:br>
            <a:rPr lang="es-VE" sz="1400" kern="1200" dirty="0" smtClean="0">
              <a:solidFill>
                <a:schemeClr val="tx1"/>
              </a:solidFill>
            </a:rPr>
          </a:br>
          <a:endParaRPr lang="es-VE" sz="1400" kern="1200" dirty="0">
            <a:solidFill>
              <a:schemeClr val="tx1"/>
            </a:solidFill>
          </a:endParaRPr>
        </a:p>
      </dsp:txBody>
      <dsp:txXfrm>
        <a:off x="3792" y="1258815"/>
        <a:ext cx="7764815" cy="1197144"/>
      </dsp:txXfrm>
    </dsp:sp>
    <dsp:sp modelId="{430F744A-419D-4C95-B556-FD43BAC50C9A}">
      <dsp:nvSpPr>
        <dsp:cNvPr id="0" name=""/>
        <dsp:cNvSpPr/>
      </dsp:nvSpPr>
      <dsp:spPr>
        <a:xfrm>
          <a:off x="3792" y="2515817"/>
          <a:ext cx="7760255" cy="1197144"/>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lang="es-VE" sz="1400" kern="1200" dirty="0" smtClean="0">
              <a:solidFill>
                <a:schemeClr val="tx1"/>
              </a:solidFill>
            </a:rPr>
            <a:t>Será responsabilidad de los Sujetos Obligados evaluar y ponderar sus riesgos de ser utilizados como mecanismos de Legitimación de Capitales, Financiamiento al Terrorismo y Financiamiento de la Proliferación de Armas de Destrucción Masiva, y realizar los ajustes necesarios</a:t>
          </a:r>
          <a:endParaRPr lang="es-VE" sz="1400" kern="1200" dirty="0">
            <a:solidFill>
              <a:schemeClr val="tx1"/>
            </a:solidFill>
          </a:endParaRPr>
        </a:p>
      </dsp:txBody>
      <dsp:txXfrm>
        <a:off x="3792" y="2515817"/>
        <a:ext cx="7760255" cy="1197144"/>
      </dsp:txXfrm>
    </dsp:sp>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045C19C-620E-40D7-A119-85AEA0184058}">
      <dsp:nvSpPr>
        <dsp:cNvPr id="0" name=""/>
        <dsp:cNvSpPr/>
      </dsp:nvSpPr>
      <dsp:spPr>
        <a:xfrm rot="16200000">
          <a:off x="-1342041" y="1342041"/>
          <a:ext cx="4572032" cy="1887948"/>
        </a:xfrm>
        <a:prstGeom prst="flowChartManualOperation">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ctr" anchorCtr="0">
          <a:noAutofit/>
        </a:bodyPr>
        <a:lstStyle/>
        <a:p>
          <a:pPr lvl="0" algn="ctr" defTabSz="622300">
            <a:lnSpc>
              <a:spcPct val="90000"/>
            </a:lnSpc>
            <a:spcBef>
              <a:spcPct val="0"/>
            </a:spcBef>
            <a:spcAft>
              <a:spcPct val="35000"/>
            </a:spcAft>
          </a:pPr>
          <a:r>
            <a:rPr lang="es-VE" sz="1400" b="1" i="1" u="sng" kern="1200" dirty="0" smtClean="0">
              <a:solidFill>
                <a:schemeClr val="tx1"/>
              </a:solidFill>
            </a:rPr>
            <a:t>Sujetos obligados</a:t>
          </a:r>
          <a:r>
            <a:rPr lang="es-VE" sz="1400" b="1" kern="1200" dirty="0" smtClean="0">
              <a:solidFill>
                <a:schemeClr val="tx1"/>
              </a:solidFill>
            </a:rPr>
            <a:t>: Todo organismo, institución o persona natural o jurídica, sometida bajo el control y directrices de un órgano o ente de control, de conformidad con esta Ley</a:t>
          </a:r>
          <a:endParaRPr lang="es-VE" sz="1400" kern="1200" dirty="0">
            <a:solidFill>
              <a:schemeClr val="tx1"/>
            </a:solidFill>
          </a:endParaRPr>
        </a:p>
      </dsp:txBody>
      <dsp:txXfrm rot="16200000">
        <a:off x="-1342041" y="1342041"/>
        <a:ext cx="4572032" cy="1887948"/>
      </dsp:txXfrm>
    </dsp:sp>
    <dsp:sp modelId="{1219E05A-03FA-4C14-8CB2-34C9F480386C}">
      <dsp:nvSpPr>
        <dsp:cNvPr id="0" name=""/>
        <dsp:cNvSpPr/>
      </dsp:nvSpPr>
      <dsp:spPr>
        <a:xfrm rot="16200000">
          <a:off x="1714468" y="385265"/>
          <a:ext cx="4572032" cy="3801500"/>
        </a:xfrm>
        <a:prstGeom prst="flowChartManualOperation">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0" rIns="69850" bIns="0" numCol="1" spcCol="1270" anchor="ctr" anchorCtr="0">
          <a:noAutofit/>
        </a:bodyPr>
        <a:lstStyle/>
        <a:p>
          <a:pPr lvl="0" algn="ctr" defTabSz="488950">
            <a:lnSpc>
              <a:spcPct val="90000"/>
            </a:lnSpc>
            <a:spcBef>
              <a:spcPct val="0"/>
            </a:spcBef>
            <a:spcAft>
              <a:spcPct val="35000"/>
            </a:spcAft>
          </a:pPr>
          <a:r>
            <a:rPr lang="es-VE" sz="1100" b="1" kern="1200" dirty="0" smtClean="0">
              <a:solidFill>
                <a:schemeClr val="tx1"/>
              </a:solidFill>
            </a:rPr>
            <a:t>Grupo A: Las empresas de seguros, las empresas de reaseguros, </a:t>
          </a:r>
          <a:r>
            <a:rPr lang="es-VE" sz="1100" b="1" i="1" kern="1200" dirty="0" smtClean="0">
              <a:solidFill>
                <a:schemeClr val="tx1"/>
              </a:solidFill>
            </a:rPr>
            <a:t>Empresas de medicina prepagada</a:t>
          </a:r>
          <a:r>
            <a:rPr lang="es-VE" sz="1100" b="1" kern="1200" dirty="0" smtClean="0">
              <a:solidFill>
                <a:schemeClr val="tx1"/>
              </a:solidFill>
            </a:rPr>
            <a:t>, las empresas administradoras de riesgos, las empresas financiadoras de primas o cuotas, las sociedades de corretaje de seguros, las sociedades de corretaje de reaseguros, las asociaciones cooperativas que realicen actividad aseguradora o de medicina prepagada, las oficinas de representación o sucursales de empresas de reaseguros extranjeras y las sucursales de sociedades de corretaje de reaseguros domiciliadas en el exterior:</a:t>
          </a:r>
          <a:br>
            <a:rPr lang="es-VE" sz="1100" b="1" kern="1200" dirty="0" smtClean="0">
              <a:solidFill>
                <a:schemeClr val="tx1"/>
              </a:solidFill>
            </a:rPr>
          </a:br>
          <a:r>
            <a:rPr lang="es-VE" sz="1100" b="1" kern="1200" dirty="0" smtClean="0">
              <a:solidFill>
                <a:schemeClr val="tx1"/>
              </a:solidFill>
            </a:rPr>
            <a:t/>
          </a:r>
          <a:br>
            <a:rPr lang="es-VE" sz="1100" b="1" kern="1200" dirty="0" smtClean="0">
              <a:solidFill>
                <a:schemeClr val="tx1"/>
              </a:solidFill>
            </a:rPr>
          </a:br>
          <a:endParaRPr lang="es-VE" sz="1100" b="1" kern="1200" dirty="0">
            <a:solidFill>
              <a:schemeClr val="tx1"/>
            </a:solidFill>
          </a:endParaRPr>
        </a:p>
      </dsp:txBody>
      <dsp:txXfrm rot="16200000">
        <a:off x="1714468" y="385265"/>
        <a:ext cx="4572032" cy="3801500"/>
      </dsp:txXfrm>
    </dsp:sp>
    <dsp:sp modelId="{1B7BBC0F-5206-40D6-917D-9B900D108D20}">
      <dsp:nvSpPr>
        <dsp:cNvPr id="0" name=""/>
        <dsp:cNvSpPr/>
      </dsp:nvSpPr>
      <dsp:spPr>
        <a:xfrm rot="16200000">
          <a:off x="5234819" y="877666"/>
          <a:ext cx="4572032" cy="2816698"/>
        </a:xfrm>
        <a:prstGeom prst="flowChartManualOperation">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8631" bIns="0" numCol="1" spcCol="1270" anchor="ctr" anchorCtr="0">
          <a:noAutofit/>
        </a:bodyPr>
        <a:lstStyle/>
        <a:p>
          <a:pPr lvl="0" algn="ctr" defTabSz="533400">
            <a:lnSpc>
              <a:spcPct val="90000"/>
            </a:lnSpc>
            <a:spcBef>
              <a:spcPct val="0"/>
            </a:spcBef>
            <a:spcAft>
              <a:spcPct val="35000"/>
            </a:spcAft>
          </a:pPr>
          <a:r>
            <a:rPr lang="es-VE" sz="1200" b="1" kern="1200" dirty="0" smtClean="0">
              <a:solidFill>
                <a:schemeClr val="tx1"/>
              </a:solidFill>
              <a:effectLst/>
            </a:rPr>
            <a:t>Grupo B: Los agentes de seguros, los corredores de seguros, los auditores externos, los inspectores de riesgos, los peritos evaluadores, los ajustadores de pérdidas, los actuarios independientes, las empresas dedicadas al ajuste de pérdidas, las empresas de peritaje, las empresas dedicadas a las inspecciones de riesgos relacionadas con la actividad aseguradora.</a:t>
          </a:r>
          <a:endParaRPr lang="es-VE" sz="1200" b="1" kern="1200" dirty="0">
            <a:solidFill>
              <a:schemeClr val="tx1"/>
            </a:solidFill>
          </a:endParaRPr>
        </a:p>
      </dsp:txBody>
      <dsp:txXfrm rot="16200000">
        <a:off x="5234819" y="877666"/>
        <a:ext cx="4572032" cy="2816698"/>
      </dsp:txXfrm>
    </dsp:sp>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527C035-F10B-4E91-9ECA-45CB56A784CA}">
      <dsp:nvSpPr>
        <dsp:cNvPr id="0" name=""/>
        <dsp:cNvSpPr/>
      </dsp:nvSpPr>
      <dsp:spPr>
        <a:xfrm>
          <a:off x="0" y="1556"/>
          <a:ext cx="7558086" cy="3214707"/>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s-VE" sz="2400" b="1" kern="1200" dirty="0" smtClean="0"/>
            <a:t/>
          </a:r>
          <a:br>
            <a:rPr lang="es-VE" sz="2400" b="1" kern="1200" dirty="0" smtClean="0"/>
          </a:br>
          <a:endParaRPr lang="es-VE" sz="2400" b="1" kern="1200" dirty="0" smtClean="0"/>
        </a:p>
        <a:p>
          <a:pPr lvl="0" algn="ctr" defTabSz="1066800" rtl="0">
            <a:lnSpc>
              <a:spcPct val="90000"/>
            </a:lnSpc>
            <a:spcBef>
              <a:spcPct val="0"/>
            </a:spcBef>
            <a:spcAft>
              <a:spcPct val="35000"/>
            </a:spcAft>
          </a:pPr>
          <a:r>
            <a:rPr lang="es-VE" sz="3200" b="1" kern="1200" dirty="0" smtClean="0">
              <a:solidFill>
                <a:schemeClr val="tx1"/>
              </a:solidFill>
            </a:rPr>
            <a:t>Se contemplan 50 definiciones o conceptos relativos al delito de LC/FT/FPADM</a:t>
          </a:r>
          <a:r>
            <a:rPr lang="es-VE" sz="2400" b="1" kern="1200" dirty="0" smtClean="0">
              <a:solidFill>
                <a:schemeClr val="tx1"/>
              </a:solidFill>
            </a:rPr>
            <a:t/>
          </a:r>
          <a:br>
            <a:rPr lang="es-VE" sz="2400" b="1" kern="1200" dirty="0" smtClean="0">
              <a:solidFill>
                <a:schemeClr val="tx1"/>
              </a:solidFill>
            </a:rPr>
          </a:br>
          <a:r>
            <a:rPr lang="es-VE" sz="2400" b="1" kern="1200" dirty="0" smtClean="0"/>
            <a:t/>
          </a:r>
          <a:br>
            <a:rPr lang="es-VE" sz="2400" b="1" kern="1200" dirty="0" smtClean="0"/>
          </a:br>
          <a:r>
            <a:rPr lang="es-VE" sz="1100" b="1" kern="1200" dirty="0" smtClean="0"/>
            <a:t/>
          </a:r>
          <a:br>
            <a:rPr lang="es-VE" sz="1100" b="1" kern="1200" dirty="0" smtClean="0"/>
          </a:br>
          <a:r>
            <a:rPr lang="es-VE" sz="1100" b="1" kern="1200" dirty="0" smtClean="0"/>
            <a:t/>
          </a:r>
          <a:br>
            <a:rPr lang="es-VE" sz="1100" b="1" kern="1200" dirty="0" smtClean="0"/>
          </a:br>
          <a:r>
            <a:rPr lang="es-VE" sz="1100" b="1" kern="1200" dirty="0" smtClean="0"/>
            <a:t/>
          </a:r>
          <a:br>
            <a:rPr lang="es-VE" sz="1100" b="1" kern="1200" dirty="0" smtClean="0"/>
          </a:br>
          <a:endParaRPr lang="es-VE" sz="1100" b="1" kern="1200" dirty="0"/>
        </a:p>
      </dsp:txBody>
      <dsp:txXfrm>
        <a:off x="0" y="1556"/>
        <a:ext cx="7558086" cy="3214707"/>
      </dsp:txXfrm>
    </dsp:sp>
  </dsp:spTree>
</dsp:drawing>
</file>

<file path=ppt/diagrams/drawing1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98CB2A3-1C30-4955-989D-CE01B31B9A0E}">
      <dsp:nvSpPr>
        <dsp:cNvPr id="0" name=""/>
        <dsp:cNvSpPr/>
      </dsp:nvSpPr>
      <dsp:spPr>
        <a:xfrm>
          <a:off x="0" y="652"/>
          <a:ext cx="9144000" cy="371347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endParaRPr lang="es-VE" sz="2400" b="1" kern="1200" dirty="0" smtClean="0"/>
        </a:p>
        <a:p>
          <a:pPr lvl="0" algn="ctr" defTabSz="1066800" rtl="0">
            <a:lnSpc>
              <a:spcPct val="90000"/>
            </a:lnSpc>
            <a:spcBef>
              <a:spcPct val="0"/>
            </a:spcBef>
            <a:spcAft>
              <a:spcPct val="35000"/>
            </a:spcAft>
          </a:pPr>
          <a:endParaRPr lang="es-VE" sz="2400" b="1" kern="1200" dirty="0" smtClean="0"/>
        </a:p>
        <a:p>
          <a:pPr lvl="0" algn="ctr" defTabSz="1066800" rtl="0">
            <a:lnSpc>
              <a:spcPct val="90000"/>
            </a:lnSpc>
            <a:spcBef>
              <a:spcPct val="0"/>
            </a:spcBef>
            <a:spcAft>
              <a:spcPct val="35000"/>
            </a:spcAft>
          </a:pPr>
          <a:r>
            <a:rPr lang="es-VE" sz="2400" b="1" kern="1200" dirty="0" smtClean="0">
              <a:solidFill>
                <a:schemeClr val="tx1"/>
              </a:solidFill>
            </a:rPr>
            <a:t>TÍTULO II</a:t>
          </a:r>
          <a:r>
            <a:rPr lang="es-VE" sz="2400" b="0" kern="1200" dirty="0" smtClean="0">
              <a:solidFill>
                <a:schemeClr val="tx1"/>
              </a:solidFill>
            </a:rPr>
            <a:t/>
          </a:r>
          <a:br>
            <a:rPr lang="es-VE" sz="2400" b="0" kern="1200" dirty="0" smtClean="0">
              <a:solidFill>
                <a:schemeClr val="tx1"/>
              </a:solidFill>
            </a:rPr>
          </a:br>
          <a:r>
            <a:rPr lang="es-VE" sz="2400" b="1" kern="1200" dirty="0" smtClean="0">
              <a:solidFill>
                <a:schemeClr val="tx1"/>
              </a:solidFill>
            </a:rPr>
            <a:t>DE LA ADMINISTRACIÓN DE RIESGOS DE LEGITIMACIÓN DE CAPITALES, FINANCIAMIENTO AL TERRORISMO Y FINANCIAMIENTO DE LA PROLIFERACIÓN DE ARMAS DE DESTRUCCIÓN MASIVA</a:t>
          </a:r>
          <a:r>
            <a:rPr lang="es-VE" sz="2400" b="0" kern="1200" dirty="0" smtClean="0"/>
            <a:t/>
          </a:r>
          <a:br>
            <a:rPr lang="es-VE" sz="2400" b="0" kern="1200" dirty="0" smtClean="0"/>
          </a:br>
          <a:r>
            <a:rPr lang="es-VE" sz="1900" b="0" kern="1200" dirty="0" smtClean="0"/>
            <a:t/>
          </a:r>
          <a:br>
            <a:rPr lang="es-VE" sz="1900" b="0" kern="1200" dirty="0" smtClean="0"/>
          </a:br>
          <a:r>
            <a:rPr lang="es-VE" sz="1900" b="1" kern="1200" dirty="0" smtClean="0"/>
            <a:t/>
          </a:r>
          <a:br>
            <a:rPr lang="es-VE" sz="1900" b="1" kern="1200" dirty="0" smtClean="0"/>
          </a:br>
          <a:r>
            <a:rPr lang="es-VE" sz="1900" b="1" kern="1200" dirty="0" smtClean="0"/>
            <a:t/>
          </a:r>
          <a:br>
            <a:rPr lang="es-VE" sz="1900" b="1" kern="1200" dirty="0" smtClean="0"/>
          </a:br>
          <a:r>
            <a:rPr lang="es-VE" sz="1900" b="1" kern="1200" dirty="0" smtClean="0"/>
            <a:t/>
          </a:r>
          <a:br>
            <a:rPr lang="es-VE" sz="1900" b="1" kern="1200" dirty="0" smtClean="0"/>
          </a:br>
          <a:endParaRPr lang="es-VE" sz="1900" b="1" kern="1200" dirty="0"/>
        </a:p>
      </dsp:txBody>
      <dsp:txXfrm>
        <a:off x="0" y="652"/>
        <a:ext cx="9144000" cy="3713470"/>
      </dsp:txXfrm>
    </dsp:sp>
  </dsp:spTree>
</dsp:drawing>
</file>

<file path=ppt/diagrams/drawing1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98CB2A3-1C30-4955-989D-CE01B31B9A0E}">
      <dsp:nvSpPr>
        <dsp:cNvPr id="0" name=""/>
        <dsp:cNvSpPr/>
      </dsp:nvSpPr>
      <dsp:spPr>
        <a:xfrm>
          <a:off x="0" y="2572"/>
          <a:ext cx="9144000" cy="3709631"/>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endParaRPr lang="es-VE" sz="2400" b="1" kern="1200" dirty="0" smtClean="0"/>
        </a:p>
        <a:p>
          <a:pPr lvl="0" algn="ctr" defTabSz="1066800" rtl="0">
            <a:lnSpc>
              <a:spcPct val="90000"/>
            </a:lnSpc>
            <a:spcBef>
              <a:spcPct val="0"/>
            </a:spcBef>
            <a:spcAft>
              <a:spcPct val="35000"/>
            </a:spcAft>
          </a:pPr>
          <a:endParaRPr lang="es-VE" sz="2400" b="1" kern="1200" dirty="0" smtClean="0"/>
        </a:p>
        <a:p>
          <a:pPr lvl="0" algn="ctr" defTabSz="1066800" rtl="0">
            <a:lnSpc>
              <a:spcPct val="90000"/>
            </a:lnSpc>
            <a:spcBef>
              <a:spcPct val="0"/>
            </a:spcBef>
            <a:spcAft>
              <a:spcPct val="35000"/>
            </a:spcAft>
          </a:pPr>
          <a:r>
            <a:rPr lang="es-VE" sz="2400" b="1" kern="1200" dirty="0" smtClean="0">
              <a:solidFill>
                <a:schemeClr val="tx1"/>
              </a:solidFill>
            </a:rPr>
            <a:t>CAPÍTULO I</a:t>
          </a:r>
          <a:br>
            <a:rPr lang="es-VE" sz="2400" b="1" kern="1200" dirty="0" smtClean="0">
              <a:solidFill>
                <a:schemeClr val="tx1"/>
              </a:solidFill>
            </a:rPr>
          </a:br>
          <a:r>
            <a:rPr lang="es-VE" sz="2400" b="1" kern="1200" dirty="0" smtClean="0">
              <a:solidFill>
                <a:schemeClr val="tx1"/>
              </a:solidFill>
            </a:rPr>
            <a:t>SISTEMA INTEGRAL DE ADMINISTRACIÓN DE RIESGOS DE LEGITIMACIÓN DE CAPITALES, FINANCIAMIENTO AL TERRORISMO Y FINANCIAMIENTO DE LA PROLIFERACIÓN DE ARMAS DE DESTRUCCIÓN MASIVA</a:t>
          </a:r>
          <a:r>
            <a:rPr lang="es-VE" sz="1900" b="0" kern="1200" dirty="0" smtClean="0"/>
            <a:t/>
          </a:r>
          <a:br>
            <a:rPr lang="es-VE" sz="1900" b="0" kern="1200" dirty="0" smtClean="0"/>
          </a:br>
          <a:r>
            <a:rPr lang="es-VE" sz="1900" b="1" kern="1200" dirty="0" smtClean="0"/>
            <a:t/>
          </a:r>
          <a:br>
            <a:rPr lang="es-VE" sz="1900" b="1" kern="1200" dirty="0" smtClean="0"/>
          </a:br>
          <a:r>
            <a:rPr lang="es-VE" sz="1900" b="1" kern="1200" dirty="0" smtClean="0"/>
            <a:t/>
          </a:r>
          <a:br>
            <a:rPr lang="es-VE" sz="1900" b="1" kern="1200" dirty="0" smtClean="0"/>
          </a:br>
          <a:r>
            <a:rPr lang="es-VE" sz="1900" b="1" kern="1200" dirty="0" smtClean="0"/>
            <a:t/>
          </a:r>
          <a:br>
            <a:rPr lang="es-VE" sz="1900" b="1" kern="1200" dirty="0" smtClean="0"/>
          </a:br>
          <a:endParaRPr lang="es-VE" sz="1900" b="1" kern="1200" dirty="0"/>
        </a:p>
      </dsp:txBody>
      <dsp:txXfrm>
        <a:off x="0" y="2572"/>
        <a:ext cx="9144000" cy="3709631"/>
      </dsp:txXfrm>
    </dsp:sp>
  </dsp:spTree>
</dsp:drawing>
</file>

<file path=ppt/diagrams/drawing1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BAA43D5-EEB0-4DF4-99EB-5545880C4DBA}">
      <dsp:nvSpPr>
        <dsp:cNvPr id="0" name=""/>
        <dsp:cNvSpPr/>
      </dsp:nvSpPr>
      <dsp:spPr>
        <a:xfrm>
          <a:off x="0" y="1854"/>
          <a:ext cx="8286808" cy="1946329"/>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just" defTabSz="711200">
            <a:lnSpc>
              <a:spcPct val="90000"/>
            </a:lnSpc>
            <a:spcBef>
              <a:spcPct val="0"/>
            </a:spcBef>
            <a:spcAft>
              <a:spcPct val="35000"/>
            </a:spcAft>
          </a:pPr>
          <a:r>
            <a:rPr lang="es-VE" sz="1600" kern="1200" dirty="0" smtClean="0">
              <a:solidFill>
                <a:schemeClr val="tx1"/>
              </a:solidFill>
              <a:effectLst/>
            </a:rPr>
            <a:t>Articulo 6.- Del Sistema Integral de Administración de Riesgos de LC/FT/FPADM. Aquellos sujetos obligados del Grupo A ya indicado deberán diseñar, desarrollar e implementar un Sistema Integral de Administración de Riesgos (SIAR) de LC/FT/FPADM, para dar cumplimiento a la presente Providencia </a:t>
          </a:r>
          <a:endParaRPr lang="es-VE" sz="1600" kern="1200" dirty="0">
            <a:solidFill>
              <a:schemeClr val="tx1"/>
            </a:solidFill>
          </a:endParaRPr>
        </a:p>
      </dsp:txBody>
      <dsp:txXfrm>
        <a:off x="0" y="1854"/>
        <a:ext cx="8286808" cy="1946329"/>
      </dsp:txXfrm>
    </dsp:sp>
    <dsp:sp modelId="{80E94B33-1DFD-47DA-9899-AA37783C4D84}">
      <dsp:nvSpPr>
        <dsp:cNvPr id="0" name=""/>
        <dsp:cNvSpPr/>
      </dsp:nvSpPr>
      <dsp:spPr>
        <a:xfrm>
          <a:off x="0" y="1959715"/>
          <a:ext cx="8286808" cy="1967519"/>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just" defTabSz="711200">
            <a:lnSpc>
              <a:spcPct val="90000"/>
            </a:lnSpc>
            <a:spcBef>
              <a:spcPct val="0"/>
            </a:spcBef>
            <a:spcAft>
              <a:spcPct val="35000"/>
            </a:spcAft>
          </a:pPr>
          <a:endParaRPr lang="es-VE" sz="1600" kern="1200" dirty="0" smtClean="0">
            <a:solidFill>
              <a:schemeClr val="tx1"/>
            </a:solidFill>
            <a:effectLst/>
          </a:endParaRPr>
        </a:p>
        <a:p>
          <a:pPr lvl="0" algn="just" defTabSz="711200">
            <a:lnSpc>
              <a:spcPct val="90000"/>
            </a:lnSpc>
            <a:spcBef>
              <a:spcPct val="0"/>
            </a:spcBef>
            <a:spcAft>
              <a:spcPct val="35000"/>
            </a:spcAft>
          </a:pPr>
          <a:r>
            <a:rPr lang="es-VE" sz="1600" kern="1200" dirty="0" smtClean="0">
              <a:solidFill>
                <a:schemeClr val="tx1"/>
              </a:solidFill>
              <a:effectLst/>
            </a:rPr>
            <a:t>En lo que respecta a los sujetos obligados indicados en el Grupo B, están exceptuados de implementar un Sistema Integral de Administración de Riesgos de LC/FT/FPDAM  de no obstante, deberán mantener un registro de sus clientes, realizado bajo el principio de debida diligencia.</a:t>
          </a:r>
          <a:br>
            <a:rPr lang="es-VE" sz="1600" kern="1200" dirty="0" smtClean="0">
              <a:solidFill>
                <a:schemeClr val="tx1"/>
              </a:solidFill>
              <a:effectLst/>
            </a:rPr>
          </a:br>
          <a:r>
            <a:rPr lang="es-VE" sz="1600" kern="1200" dirty="0" smtClean="0">
              <a:solidFill>
                <a:schemeClr val="tx1"/>
              </a:solidFill>
            </a:rPr>
            <a:t/>
          </a:r>
          <a:br>
            <a:rPr lang="es-VE" sz="1600" kern="1200" dirty="0" smtClean="0">
              <a:solidFill>
                <a:schemeClr val="tx1"/>
              </a:solidFill>
            </a:rPr>
          </a:br>
          <a:endParaRPr lang="es-VE" sz="1600" kern="1200" dirty="0">
            <a:solidFill>
              <a:schemeClr val="tx1"/>
            </a:solidFill>
          </a:endParaRPr>
        </a:p>
      </dsp:txBody>
      <dsp:txXfrm>
        <a:off x="0" y="1959715"/>
        <a:ext cx="8286808" cy="1967519"/>
      </dsp:txXfrm>
    </dsp:sp>
  </dsp:spTree>
</dsp:drawing>
</file>

<file path=ppt/diagrams/drawing1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6AD7D49-8EAB-4C3D-9B8F-BEF89A6FD66E}">
      <dsp:nvSpPr>
        <dsp:cNvPr id="0" name=""/>
        <dsp:cNvSpPr/>
      </dsp:nvSpPr>
      <dsp:spPr>
        <a:xfrm>
          <a:off x="0" y="159521"/>
          <a:ext cx="8643998" cy="119261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just" defTabSz="711200">
            <a:lnSpc>
              <a:spcPct val="90000"/>
            </a:lnSpc>
            <a:spcBef>
              <a:spcPct val="0"/>
            </a:spcBef>
            <a:spcAft>
              <a:spcPct val="35000"/>
            </a:spcAft>
          </a:pPr>
          <a:r>
            <a:rPr lang="es-VE" sz="1600" b="1" kern="1200" dirty="0" smtClean="0">
              <a:solidFill>
                <a:schemeClr val="tx1"/>
              </a:solidFill>
            </a:rPr>
            <a:t>Que es el Sistema Integral de Administración de Riesgos de Legitimación de Capitales, Financiamiento al Terrorismo y Financiamiento de la Proliferación de Armas de Destrucción Masiva (SIAR/LC/FT /FPADM)?: </a:t>
          </a:r>
          <a:endParaRPr lang="es-VE" sz="1600" b="1" kern="1200" dirty="0">
            <a:solidFill>
              <a:schemeClr val="tx1"/>
            </a:solidFill>
          </a:endParaRPr>
        </a:p>
      </dsp:txBody>
      <dsp:txXfrm>
        <a:off x="0" y="159521"/>
        <a:ext cx="8643998" cy="1192610"/>
      </dsp:txXfrm>
    </dsp:sp>
    <dsp:sp modelId="{7B31F204-646C-4A49-A2C6-CC541B8FC61D}">
      <dsp:nvSpPr>
        <dsp:cNvPr id="0" name=""/>
        <dsp:cNvSpPr/>
      </dsp:nvSpPr>
      <dsp:spPr>
        <a:xfrm>
          <a:off x="0" y="1285884"/>
          <a:ext cx="8643998" cy="264654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just" defTabSz="711200">
            <a:lnSpc>
              <a:spcPct val="90000"/>
            </a:lnSpc>
            <a:spcBef>
              <a:spcPct val="0"/>
            </a:spcBef>
            <a:spcAft>
              <a:spcPct val="35000"/>
            </a:spcAft>
          </a:pPr>
          <a:r>
            <a:rPr lang="es-VE" sz="1600" b="1" kern="1200" dirty="0" smtClean="0">
              <a:solidFill>
                <a:schemeClr val="tx1"/>
              </a:solidFill>
            </a:rPr>
            <a:t>Conjunto de Normas, Políticas, Programas, Manuales, Procedimientos, Conceptos, Estructuras, Planes y Controles adoptados, desarrollados y ejecutados por los sujetos obligados, en función de su nivel de riesgo, para reducir o mitigar la posibilidad de que sus Productos, Servicios, Clientes y Canales de Comercialización sean empleados para ocultar el origen, propósito y destino de los capitales de origen ilícito, dirigidos a la legitimación de capitales o para desviar fondos de cualquier naturaleza, para el financiamiento al terrorismo y financiamiento de la proliferación de armas de destrucción masiva. </a:t>
          </a:r>
          <a:endParaRPr lang="es-VE" sz="1600" b="1" kern="1200" dirty="0">
            <a:solidFill>
              <a:schemeClr val="tx1"/>
            </a:solidFill>
          </a:endParaRPr>
        </a:p>
      </dsp:txBody>
      <dsp:txXfrm>
        <a:off x="0" y="1285884"/>
        <a:ext cx="8643998" cy="2646540"/>
      </dsp:txXfrm>
    </dsp:sp>
  </dsp:spTree>
</dsp:drawing>
</file>

<file path=ppt/diagrams/drawing1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1972238-5964-4CAE-B45F-380E6D5CB223}">
      <dsp:nvSpPr>
        <dsp:cNvPr id="0" name=""/>
        <dsp:cNvSpPr/>
      </dsp:nvSpPr>
      <dsp:spPr>
        <a:xfrm rot="5400000">
          <a:off x="-136311" y="139533"/>
          <a:ext cx="908742" cy="636119"/>
        </a:xfrm>
        <a:prstGeom prst="chevron">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66725">
            <a:lnSpc>
              <a:spcPct val="90000"/>
            </a:lnSpc>
            <a:spcBef>
              <a:spcPct val="0"/>
            </a:spcBef>
            <a:spcAft>
              <a:spcPct val="35000"/>
            </a:spcAft>
          </a:pPr>
          <a:r>
            <a:rPr lang="es-VE" sz="1050" kern="1200" dirty="0" smtClean="0"/>
            <a:t>1</a:t>
          </a:r>
          <a:endParaRPr lang="es-VE" sz="1050" kern="1200" dirty="0"/>
        </a:p>
      </dsp:txBody>
      <dsp:txXfrm rot="5400000">
        <a:off x="-136311" y="139533"/>
        <a:ext cx="908742" cy="636119"/>
      </dsp:txXfrm>
    </dsp:sp>
    <dsp:sp modelId="{319CB4C1-2B6E-4B56-8F2D-15C0A883E72A}">
      <dsp:nvSpPr>
        <dsp:cNvPr id="0" name=""/>
        <dsp:cNvSpPr/>
      </dsp:nvSpPr>
      <dsp:spPr>
        <a:xfrm rot="5400000">
          <a:off x="3099977" y="-2464874"/>
          <a:ext cx="590682" cy="5578986"/>
        </a:xfrm>
        <a:prstGeom prst="round2Same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s-VE" sz="1800" b="1" kern="1200" dirty="0" smtClean="0"/>
            <a:t> Identificación de los riesgos.</a:t>
          </a:r>
          <a:endParaRPr lang="es-VE" sz="1800" kern="1200" dirty="0"/>
        </a:p>
      </dsp:txBody>
      <dsp:txXfrm rot="5400000">
        <a:off x="3099977" y="-2464874"/>
        <a:ext cx="590682" cy="5578986"/>
      </dsp:txXfrm>
    </dsp:sp>
    <dsp:sp modelId="{04AA9C28-8F0F-4C7F-A34D-DB688A1E5570}">
      <dsp:nvSpPr>
        <dsp:cNvPr id="0" name=""/>
        <dsp:cNvSpPr/>
      </dsp:nvSpPr>
      <dsp:spPr>
        <a:xfrm rot="5400000">
          <a:off x="-136311" y="928728"/>
          <a:ext cx="908742" cy="636119"/>
        </a:xfrm>
        <a:prstGeom prst="chevron">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66725">
            <a:lnSpc>
              <a:spcPct val="90000"/>
            </a:lnSpc>
            <a:spcBef>
              <a:spcPct val="0"/>
            </a:spcBef>
            <a:spcAft>
              <a:spcPct val="35000"/>
            </a:spcAft>
          </a:pPr>
          <a:r>
            <a:rPr lang="es-VE" sz="1050" kern="1200" dirty="0" smtClean="0"/>
            <a:t>2</a:t>
          </a:r>
          <a:endParaRPr lang="es-VE" sz="1050" kern="1200" dirty="0"/>
        </a:p>
      </dsp:txBody>
      <dsp:txXfrm rot="5400000">
        <a:off x="-136311" y="928728"/>
        <a:ext cx="908742" cy="636119"/>
      </dsp:txXfrm>
    </dsp:sp>
    <dsp:sp modelId="{13D51EC3-AD70-4F37-AC96-4901796613F7}">
      <dsp:nvSpPr>
        <dsp:cNvPr id="0" name=""/>
        <dsp:cNvSpPr/>
      </dsp:nvSpPr>
      <dsp:spPr>
        <a:xfrm rot="5400000">
          <a:off x="3130271" y="-1701734"/>
          <a:ext cx="590682" cy="5578986"/>
        </a:xfrm>
        <a:prstGeom prst="round2Same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s-VE" sz="1800" b="1" kern="1200" dirty="0" smtClean="0"/>
            <a:t> Segmentación de los riesgos.</a:t>
          </a:r>
          <a:endParaRPr lang="es-VE" sz="1800" kern="1200" dirty="0"/>
        </a:p>
      </dsp:txBody>
      <dsp:txXfrm rot="5400000">
        <a:off x="3130271" y="-1701734"/>
        <a:ext cx="590682" cy="5578986"/>
      </dsp:txXfrm>
    </dsp:sp>
    <dsp:sp modelId="{D4700FE8-4A4E-4312-A752-BC6BB0C11C1E}">
      <dsp:nvSpPr>
        <dsp:cNvPr id="0" name=""/>
        <dsp:cNvSpPr/>
      </dsp:nvSpPr>
      <dsp:spPr>
        <a:xfrm rot="5400000">
          <a:off x="-136311" y="1717923"/>
          <a:ext cx="908742" cy="636119"/>
        </a:xfrm>
        <a:prstGeom prst="chevron">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66725">
            <a:lnSpc>
              <a:spcPct val="90000"/>
            </a:lnSpc>
            <a:spcBef>
              <a:spcPct val="0"/>
            </a:spcBef>
            <a:spcAft>
              <a:spcPct val="35000"/>
            </a:spcAft>
          </a:pPr>
          <a:r>
            <a:rPr lang="es-VE" sz="1050" kern="1200" dirty="0" smtClean="0"/>
            <a:t>3</a:t>
          </a:r>
          <a:endParaRPr lang="es-VE" sz="1050" kern="1200" dirty="0"/>
        </a:p>
      </dsp:txBody>
      <dsp:txXfrm rot="5400000">
        <a:off x="-136311" y="1717923"/>
        <a:ext cx="908742" cy="636119"/>
      </dsp:txXfrm>
    </dsp:sp>
    <dsp:sp modelId="{520CFA09-A5E5-4C19-BB57-AF44D97E219C}">
      <dsp:nvSpPr>
        <dsp:cNvPr id="0" name=""/>
        <dsp:cNvSpPr/>
      </dsp:nvSpPr>
      <dsp:spPr>
        <a:xfrm rot="5400000">
          <a:off x="3130271" y="-912540"/>
          <a:ext cx="590682" cy="5578986"/>
        </a:xfrm>
        <a:prstGeom prst="round2Same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s-VE" sz="1800" b="1" kern="1200" dirty="0" smtClean="0"/>
            <a:t> Medición o evaluación de los riesgos.</a:t>
          </a:r>
          <a:endParaRPr lang="es-VE" sz="1800" kern="1200" dirty="0"/>
        </a:p>
      </dsp:txBody>
      <dsp:txXfrm rot="5400000">
        <a:off x="3130271" y="-912540"/>
        <a:ext cx="590682" cy="5578986"/>
      </dsp:txXfrm>
    </dsp:sp>
    <dsp:sp modelId="{B22004D9-3898-4DDC-99FE-F9D7A2491302}">
      <dsp:nvSpPr>
        <dsp:cNvPr id="0" name=""/>
        <dsp:cNvSpPr/>
      </dsp:nvSpPr>
      <dsp:spPr>
        <a:xfrm rot="5400000">
          <a:off x="-136311" y="2507117"/>
          <a:ext cx="908742" cy="636119"/>
        </a:xfrm>
        <a:prstGeom prst="chevron">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66725">
            <a:lnSpc>
              <a:spcPct val="90000"/>
            </a:lnSpc>
            <a:spcBef>
              <a:spcPct val="0"/>
            </a:spcBef>
            <a:spcAft>
              <a:spcPct val="35000"/>
            </a:spcAft>
          </a:pPr>
          <a:r>
            <a:rPr lang="es-VE" sz="1050" kern="1200" dirty="0" smtClean="0"/>
            <a:t>4</a:t>
          </a:r>
          <a:endParaRPr lang="es-VE" sz="1050" kern="1200" dirty="0"/>
        </a:p>
      </dsp:txBody>
      <dsp:txXfrm rot="5400000">
        <a:off x="-136311" y="2507117"/>
        <a:ext cx="908742" cy="636119"/>
      </dsp:txXfrm>
    </dsp:sp>
    <dsp:sp modelId="{7673C658-FD45-416A-933A-9AFD1E1B2258}">
      <dsp:nvSpPr>
        <dsp:cNvPr id="0" name=""/>
        <dsp:cNvSpPr/>
      </dsp:nvSpPr>
      <dsp:spPr>
        <a:xfrm rot="5400000">
          <a:off x="3130271" y="-123345"/>
          <a:ext cx="590682" cy="5578986"/>
        </a:xfrm>
        <a:prstGeom prst="round2Same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s-VE" sz="1800" b="1" kern="1200" dirty="0" smtClean="0"/>
            <a:t> Control.</a:t>
          </a:r>
        </a:p>
      </dsp:txBody>
      <dsp:txXfrm rot="5400000">
        <a:off x="3130271" y="-123345"/>
        <a:ext cx="590682" cy="5578986"/>
      </dsp:txXfrm>
    </dsp:sp>
    <dsp:sp modelId="{200937CC-2E03-48A1-B12C-A1BFF1323E45}">
      <dsp:nvSpPr>
        <dsp:cNvPr id="0" name=""/>
        <dsp:cNvSpPr/>
      </dsp:nvSpPr>
      <dsp:spPr>
        <a:xfrm rot="5400000">
          <a:off x="-136311" y="3296312"/>
          <a:ext cx="908742" cy="636119"/>
        </a:xfrm>
        <a:prstGeom prst="chevron">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66725">
            <a:lnSpc>
              <a:spcPct val="90000"/>
            </a:lnSpc>
            <a:spcBef>
              <a:spcPct val="0"/>
            </a:spcBef>
            <a:spcAft>
              <a:spcPct val="35000"/>
            </a:spcAft>
          </a:pPr>
          <a:r>
            <a:rPr lang="es-VE" sz="1050" b="1" kern="1200" dirty="0" smtClean="0"/>
            <a:t>5</a:t>
          </a:r>
        </a:p>
      </dsp:txBody>
      <dsp:txXfrm rot="5400000">
        <a:off x="-136311" y="3296312"/>
        <a:ext cx="908742" cy="636119"/>
      </dsp:txXfrm>
    </dsp:sp>
    <dsp:sp modelId="{99CA2BC0-9427-496C-8F6C-235E544C6C5D}">
      <dsp:nvSpPr>
        <dsp:cNvPr id="0" name=""/>
        <dsp:cNvSpPr/>
      </dsp:nvSpPr>
      <dsp:spPr>
        <a:xfrm rot="5400000">
          <a:off x="3130271" y="665849"/>
          <a:ext cx="590682" cy="5578986"/>
        </a:xfrm>
        <a:prstGeom prst="round2Same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s-VE" sz="1400" b="1" kern="1200" dirty="0" smtClean="0"/>
            <a:t> </a:t>
          </a:r>
          <a:r>
            <a:rPr lang="es-VE" sz="1800" b="1" kern="1200" dirty="0" smtClean="0"/>
            <a:t>Monitoreo</a:t>
          </a:r>
          <a:r>
            <a:rPr lang="es-VE" sz="1800" kern="1200" dirty="0" smtClean="0"/>
            <a:t>.</a:t>
          </a:r>
          <a:endParaRPr kumimoji="0" lang="es-VE" sz="1800" b="1" i="0" u="none" strike="noStrike" kern="1200" cap="none" normalizeH="0" baseline="0" dirty="0" smtClean="0">
            <a:ln>
              <a:noFill/>
            </a:ln>
            <a:solidFill>
              <a:srgbClr val="050404"/>
            </a:solidFill>
            <a:effectLst/>
            <a:latin typeface="Open Sans"/>
            <a:ea typeface="Times New Roman" pitchFamily="18" charset="0"/>
            <a:cs typeface="Times New Roman" pitchFamily="18" charset="0"/>
          </a:endParaRPr>
        </a:p>
        <a:p>
          <a:pPr marL="114300" lvl="1" indent="-114300" algn="l" defTabSz="622300">
            <a:lnSpc>
              <a:spcPct val="90000"/>
            </a:lnSpc>
            <a:spcBef>
              <a:spcPct val="0"/>
            </a:spcBef>
            <a:spcAft>
              <a:spcPct val="15000"/>
            </a:spcAft>
            <a:buChar char="••"/>
          </a:pPr>
          <a:endParaRPr lang="es-VE" sz="1400" kern="1200" dirty="0"/>
        </a:p>
      </dsp:txBody>
      <dsp:txXfrm rot="5400000">
        <a:off x="3130271" y="665849"/>
        <a:ext cx="590682" cy="5578986"/>
      </dsp:txXfrm>
    </dsp:sp>
  </dsp:spTree>
</dsp:drawing>
</file>

<file path=ppt/diagrams/drawing1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7E76DFB-BBEB-41A3-80B9-1A36EDB2D4EF}">
      <dsp:nvSpPr>
        <dsp:cNvPr id="0" name=""/>
        <dsp:cNvSpPr/>
      </dsp:nvSpPr>
      <dsp:spPr>
        <a:xfrm>
          <a:off x="0" y="238952"/>
          <a:ext cx="7786742" cy="1006839"/>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s-VE" sz="3200" b="1" kern="1200" dirty="0" smtClean="0">
              <a:solidFill>
                <a:schemeClr val="tx1"/>
              </a:solidFill>
            </a:rPr>
            <a:t>PROPOSITO</a:t>
          </a:r>
          <a:endParaRPr lang="es-VE" sz="3200" b="1" kern="1200" dirty="0">
            <a:solidFill>
              <a:schemeClr val="tx1"/>
            </a:solidFill>
          </a:endParaRPr>
        </a:p>
      </dsp:txBody>
      <dsp:txXfrm>
        <a:off x="0" y="238952"/>
        <a:ext cx="7786742" cy="1006839"/>
      </dsp:txXfrm>
    </dsp:sp>
    <dsp:sp modelId="{AFD03B78-D064-4A49-BC2F-9E86FB245F35}">
      <dsp:nvSpPr>
        <dsp:cNvPr id="0" name=""/>
        <dsp:cNvSpPr/>
      </dsp:nvSpPr>
      <dsp:spPr>
        <a:xfrm>
          <a:off x="0" y="1306272"/>
          <a:ext cx="7786742" cy="2272724"/>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just" defTabSz="933450">
            <a:lnSpc>
              <a:spcPct val="90000"/>
            </a:lnSpc>
            <a:spcBef>
              <a:spcPct val="0"/>
            </a:spcBef>
            <a:spcAft>
              <a:spcPct val="35000"/>
            </a:spcAft>
          </a:pPr>
          <a:r>
            <a:rPr lang="es-VE" sz="2100" b="1" kern="1200" dirty="0" smtClean="0">
              <a:solidFill>
                <a:schemeClr val="tx1"/>
              </a:solidFill>
            </a:rPr>
            <a:t>Articulo 8.- El Sistema Integrado de Administración de Riesgo (SIAR)  tiene como propósito la administración de riesgos a los que se exponen los sujetos obligados en la ejecución de sus operaciones, de ser empleados como instrumentos para las actividades de LC/FT/FPADM</a:t>
          </a:r>
        </a:p>
      </dsp:txBody>
      <dsp:txXfrm>
        <a:off x="0" y="1306272"/>
        <a:ext cx="7786742" cy="2272724"/>
      </dsp:txXfrm>
    </dsp:sp>
  </dsp:spTree>
</dsp:drawing>
</file>

<file path=ppt/diagrams/drawing1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F2776A9-3C10-4ED0-9AE6-308018F2AE74}">
      <dsp:nvSpPr>
        <dsp:cNvPr id="0" name=""/>
        <dsp:cNvSpPr/>
      </dsp:nvSpPr>
      <dsp:spPr>
        <a:xfrm>
          <a:off x="2347" y="2895488"/>
          <a:ext cx="1987120" cy="924171"/>
        </a:xfrm>
        <a:prstGeom prst="chevron">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2700" rIns="0" bIns="12700" numCol="1" spcCol="1270" anchor="ctr" anchorCtr="0">
          <a:noAutofit/>
        </a:bodyPr>
        <a:lstStyle/>
        <a:p>
          <a:pPr lvl="0" algn="ctr" defTabSz="889000">
            <a:lnSpc>
              <a:spcPct val="90000"/>
            </a:lnSpc>
            <a:spcBef>
              <a:spcPct val="0"/>
            </a:spcBef>
            <a:spcAft>
              <a:spcPct val="35000"/>
            </a:spcAft>
          </a:pPr>
          <a:r>
            <a:rPr lang="es-VE" sz="2000" b="1" kern="1200" dirty="0" smtClean="0"/>
            <a:t>deberá abarcar:</a:t>
          </a:r>
          <a:endParaRPr lang="es-VE" sz="2000" kern="1200" dirty="0"/>
        </a:p>
      </dsp:txBody>
      <dsp:txXfrm>
        <a:off x="2347" y="2895488"/>
        <a:ext cx="1987120" cy="924171"/>
      </dsp:txXfrm>
    </dsp:sp>
    <dsp:sp modelId="{52DEA58E-78AA-4678-967C-F462D6A046C9}">
      <dsp:nvSpPr>
        <dsp:cNvPr id="0" name=""/>
        <dsp:cNvSpPr/>
      </dsp:nvSpPr>
      <dsp:spPr>
        <a:xfrm>
          <a:off x="1672044" y="2952248"/>
          <a:ext cx="2026627" cy="810650"/>
        </a:xfrm>
        <a:prstGeom prst="chevron">
          <a:avLst/>
        </a:prstGeom>
        <a:solidFill>
          <a:schemeClr val="accent1">
            <a:alpha val="90000"/>
            <a:tint val="40000"/>
            <a:hueOff val="0"/>
            <a:satOff val="0"/>
            <a:lumOff val="0"/>
            <a:alphaOff val="0"/>
          </a:schemeClr>
        </a:solidFill>
        <a:ln w="55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s-VE" sz="1400" b="1" kern="1200" dirty="0" smtClean="0"/>
            <a:t>Prevención</a:t>
          </a:r>
        </a:p>
      </dsp:txBody>
      <dsp:txXfrm>
        <a:off x="1672044" y="2952248"/>
        <a:ext cx="2026627" cy="810650"/>
      </dsp:txXfrm>
    </dsp:sp>
    <dsp:sp modelId="{E7B750D6-9F70-4C11-85B9-D9DD42A583D8}">
      <dsp:nvSpPr>
        <dsp:cNvPr id="0" name=""/>
        <dsp:cNvSpPr/>
      </dsp:nvSpPr>
      <dsp:spPr>
        <a:xfrm>
          <a:off x="3414943" y="2952248"/>
          <a:ext cx="2026627" cy="810650"/>
        </a:xfrm>
        <a:prstGeom prst="chevron">
          <a:avLst/>
        </a:prstGeom>
        <a:solidFill>
          <a:schemeClr val="accent1">
            <a:alpha val="90000"/>
            <a:tint val="40000"/>
            <a:hueOff val="0"/>
            <a:satOff val="0"/>
            <a:lumOff val="0"/>
            <a:alphaOff val="0"/>
          </a:schemeClr>
        </a:solidFill>
        <a:ln w="55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s-VE" sz="1400" b="1" kern="1200" dirty="0" smtClean="0"/>
            <a:t> Control  y detección</a:t>
          </a:r>
        </a:p>
      </dsp:txBody>
      <dsp:txXfrm>
        <a:off x="3414943" y="2952248"/>
        <a:ext cx="2026627" cy="810650"/>
      </dsp:txXfrm>
    </dsp:sp>
    <dsp:sp modelId="{5C15D644-DC61-4B95-8386-9DEA7631556A}">
      <dsp:nvSpPr>
        <dsp:cNvPr id="0" name=""/>
        <dsp:cNvSpPr/>
      </dsp:nvSpPr>
      <dsp:spPr>
        <a:xfrm>
          <a:off x="5157843" y="2952248"/>
          <a:ext cx="2026627" cy="810650"/>
        </a:xfrm>
        <a:prstGeom prst="chevron">
          <a:avLst/>
        </a:prstGeom>
        <a:solidFill>
          <a:schemeClr val="accent1">
            <a:alpha val="90000"/>
            <a:tint val="40000"/>
            <a:hueOff val="0"/>
            <a:satOff val="0"/>
            <a:lumOff val="0"/>
            <a:alphaOff val="0"/>
          </a:schemeClr>
        </a:solidFill>
        <a:ln w="55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s-VE" sz="1400" b="1" kern="1200" dirty="0" smtClean="0"/>
            <a:t> Reporte de actividades sospechosas</a:t>
          </a:r>
        </a:p>
      </dsp:txBody>
      <dsp:txXfrm>
        <a:off x="5157843" y="2952248"/>
        <a:ext cx="2026627" cy="810650"/>
      </dsp:txXfrm>
    </dsp:sp>
    <dsp:sp modelId="{D9D16089-5B0E-4F82-8DFD-5FDA7F1BCB0B}">
      <dsp:nvSpPr>
        <dsp:cNvPr id="0" name=""/>
        <dsp:cNvSpPr/>
      </dsp:nvSpPr>
      <dsp:spPr>
        <a:xfrm>
          <a:off x="6900743" y="2952248"/>
          <a:ext cx="2026627" cy="810650"/>
        </a:xfrm>
        <a:prstGeom prst="chevron">
          <a:avLst/>
        </a:prstGeom>
        <a:solidFill>
          <a:schemeClr val="accent1">
            <a:alpha val="90000"/>
            <a:tint val="40000"/>
            <a:hueOff val="0"/>
            <a:satOff val="0"/>
            <a:lumOff val="0"/>
            <a:alphaOff val="0"/>
          </a:schemeClr>
        </a:solidFill>
        <a:ln w="55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s-VE" sz="1400" b="1" kern="1200" dirty="0" smtClean="0"/>
            <a:t> Conservación de registros</a:t>
          </a:r>
        </a:p>
      </dsp:txBody>
      <dsp:txXfrm>
        <a:off x="6900743" y="2952248"/>
        <a:ext cx="2026627" cy="810650"/>
      </dsp:txXfrm>
    </dsp:sp>
  </dsp:spTree>
</dsp:drawing>
</file>

<file path=ppt/diagrams/drawing1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65FDD1B-2C5B-4730-8994-D36E36E5735F}">
      <dsp:nvSpPr>
        <dsp:cNvPr id="0" name=""/>
        <dsp:cNvSpPr/>
      </dsp:nvSpPr>
      <dsp:spPr>
        <a:xfrm>
          <a:off x="0" y="174616"/>
          <a:ext cx="7929618" cy="3714767"/>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rtl="0">
            <a:lnSpc>
              <a:spcPct val="90000"/>
            </a:lnSpc>
            <a:spcBef>
              <a:spcPct val="0"/>
            </a:spcBef>
            <a:spcAft>
              <a:spcPct val="35000"/>
            </a:spcAft>
          </a:pPr>
          <a:r>
            <a:rPr kumimoji="0" lang="es-VE" sz="3200" b="1" i="0" u="none" strike="noStrike" kern="1200" cap="none" normalizeH="0" baseline="0" dirty="0" smtClean="0">
              <a:ln/>
              <a:solidFill>
                <a:schemeClr val="tx1"/>
              </a:solidFill>
              <a:effectLst/>
              <a:latin typeface="Arial" pitchFamily="34" charset="0"/>
              <a:cs typeface="Arial" pitchFamily="34" charset="0"/>
            </a:rPr>
            <a:t>CAPITULO</a:t>
          </a:r>
          <a:r>
            <a:rPr kumimoji="0" lang="es-VE" sz="3200" b="1" i="0" u="none" strike="noStrike" kern="1200" cap="none" normalizeH="0" dirty="0" smtClean="0">
              <a:ln/>
              <a:solidFill>
                <a:schemeClr val="tx1"/>
              </a:solidFill>
              <a:effectLst/>
              <a:latin typeface="Arial" pitchFamily="34" charset="0"/>
              <a:cs typeface="Arial" pitchFamily="34" charset="0"/>
            </a:rPr>
            <a:t> II </a:t>
          </a:r>
        </a:p>
        <a:p>
          <a:pPr lvl="0" algn="ctr" defTabSz="1422400" rtl="0">
            <a:lnSpc>
              <a:spcPct val="90000"/>
            </a:lnSpc>
            <a:spcBef>
              <a:spcPct val="0"/>
            </a:spcBef>
            <a:spcAft>
              <a:spcPct val="35000"/>
            </a:spcAft>
          </a:pPr>
          <a:r>
            <a:rPr lang="es-VE" sz="3200" b="1" kern="1200" baseline="0" dirty="0" smtClean="0">
              <a:solidFill>
                <a:schemeClr val="tx1"/>
              </a:solidFill>
              <a:latin typeface="Arial" pitchFamily="34" charset="0"/>
              <a:cs typeface="Arial" pitchFamily="34" charset="0"/>
            </a:rPr>
            <a:t>IDENTIFICACION</a:t>
          </a:r>
          <a:r>
            <a:rPr lang="es-VE" sz="3200" b="1" kern="1200" dirty="0" smtClean="0">
              <a:solidFill>
                <a:schemeClr val="tx1"/>
              </a:solidFill>
              <a:latin typeface="Arial" pitchFamily="34" charset="0"/>
              <a:cs typeface="Arial" pitchFamily="34" charset="0"/>
            </a:rPr>
            <a:t> DE FACTORES Y SEGMENTACION DE RIESGOS</a:t>
          </a:r>
          <a:endParaRPr lang="es-VE" sz="3200" b="1" kern="1200" dirty="0">
            <a:solidFill>
              <a:schemeClr val="tx1"/>
            </a:solidFill>
          </a:endParaRPr>
        </a:p>
      </dsp:txBody>
      <dsp:txXfrm>
        <a:off x="0" y="174616"/>
        <a:ext cx="7929618" cy="3714767"/>
      </dsp:txXfrm>
    </dsp:sp>
  </dsp:spTree>
</dsp:drawing>
</file>

<file path=ppt/diagrams/drawing2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523794C-A2A3-4CF5-8D41-D964772626DE}">
      <dsp:nvSpPr>
        <dsp:cNvPr id="0" name=""/>
        <dsp:cNvSpPr/>
      </dsp:nvSpPr>
      <dsp:spPr>
        <a:xfrm>
          <a:off x="0" y="23227"/>
          <a:ext cx="8143932" cy="117936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s-VE" sz="2400" b="1" kern="1200" dirty="0" smtClean="0">
              <a:solidFill>
                <a:schemeClr val="tx1"/>
              </a:solidFill>
            </a:rPr>
            <a:t>De la Autoevaluación de Riesgos.</a:t>
          </a:r>
          <a:endParaRPr lang="es-VE" sz="2400" kern="1200" dirty="0">
            <a:solidFill>
              <a:schemeClr val="tx1"/>
            </a:solidFill>
          </a:endParaRPr>
        </a:p>
      </dsp:txBody>
      <dsp:txXfrm>
        <a:off x="0" y="23227"/>
        <a:ext cx="8143932" cy="1179360"/>
      </dsp:txXfrm>
    </dsp:sp>
    <dsp:sp modelId="{FD8F13CA-DC2E-4D85-A444-DE38043B33FC}">
      <dsp:nvSpPr>
        <dsp:cNvPr id="0" name=""/>
        <dsp:cNvSpPr/>
      </dsp:nvSpPr>
      <dsp:spPr>
        <a:xfrm>
          <a:off x="0" y="1202587"/>
          <a:ext cx="8143932" cy="7172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570" tIns="53340" rIns="298704" bIns="53340" numCol="1" spcCol="1270" anchor="t" anchorCtr="0">
          <a:noAutofit/>
        </a:bodyPr>
        <a:lstStyle/>
        <a:p>
          <a:pPr marL="285750" lvl="1" indent="-285750" algn="l" defTabSz="1466850">
            <a:lnSpc>
              <a:spcPct val="90000"/>
            </a:lnSpc>
            <a:spcBef>
              <a:spcPct val="0"/>
            </a:spcBef>
            <a:spcAft>
              <a:spcPct val="20000"/>
            </a:spcAft>
            <a:buChar char="••"/>
          </a:pPr>
          <a:r>
            <a:rPr lang="es-VE" sz="3300" b="1" kern="1200" dirty="0" smtClean="0"/>
            <a:t>Niveles de Riesgo</a:t>
          </a:r>
          <a:endParaRPr lang="es-VE" sz="3300" kern="1200" dirty="0"/>
        </a:p>
      </dsp:txBody>
      <dsp:txXfrm>
        <a:off x="0" y="1202587"/>
        <a:ext cx="8143932" cy="717254"/>
      </dsp:txXfrm>
    </dsp:sp>
    <dsp:sp modelId="{00BBD1DD-0C36-45AB-AB00-C2ADEB72E626}">
      <dsp:nvSpPr>
        <dsp:cNvPr id="0" name=""/>
        <dsp:cNvSpPr/>
      </dsp:nvSpPr>
      <dsp:spPr>
        <a:xfrm>
          <a:off x="0" y="1919842"/>
          <a:ext cx="8143932" cy="117936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lvl="0" algn="l" defTabSz="1866900">
            <a:lnSpc>
              <a:spcPct val="90000"/>
            </a:lnSpc>
            <a:spcBef>
              <a:spcPct val="0"/>
            </a:spcBef>
            <a:spcAft>
              <a:spcPct val="35000"/>
            </a:spcAft>
          </a:pPr>
          <a:r>
            <a:rPr lang="es-VE" sz="4200" b="1" kern="1200" dirty="0" smtClean="0">
              <a:solidFill>
                <a:schemeClr val="tx1"/>
              </a:solidFill>
            </a:rPr>
            <a:t>Alto, Moderado o Bajo </a:t>
          </a:r>
          <a:endParaRPr lang="es-VE" sz="4200" kern="1200" dirty="0">
            <a:solidFill>
              <a:schemeClr val="tx1"/>
            </a:solidFill>
          </a:endParaRPr>
        </a:p>
      </dsp:txBody>
      <dsp:txXfrm>
        <a:off x="0" y="1919842"/>
        <a:ext cx="8143932" cy="1179360"/>
      </dsp:txXfrm>
    </dsp:sp>
    <dsp:sp modelId="{482FE949-664D-468B-A8F8-82509E7F3EAC}">
      <dsp:nvSpPr>
        <dsp:cNvPr id="0" name=""/>
        <dsp:cNvSpPr/>
      </dsp:nvSpPr>
      <dsp:spPr>
        <a:xfrm>
          <a:off x="0" y="3099202"/>
          <a:ext cx="8143932"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570" tIns="31750" rIns="177800" bIns="31750" numCol="1" spcCol="1270" anchor="t" anchorCtr="0">
          <a:noAutofit/>
        </a:bodyPr>
        <a:lstStyle/>
        <a:p>
          <a:pPr marL="228600" lvl="1" indent="-228600" algn="l" defTabSz="1111250">
            <a:lnSpc>
              <a:spcPct val="90000"/>
            </a:lnSpc>
            <a:spcBef>
              <a:spcPct val="0"/>
            </a:spcBef>
            <a:spcAft>
              <a:spcPct val="20000"/>
            </a:spcAft>
            <a:buChar char="••"/>
          </a:pPr>
          <a:endParaRPr lang="es-VE" sz="2500" kern="1200" dirty="0"/>
        </a:p>
      </dsp:txBody>
      <dsp:txXfrm>
        <a:off x="0" y="3099202"/>
        <a:ext cx="8143932" cy="695520"/>
      </dsp:txXfrm>
    </dsp:sp>
  </dsp:spTree>
</dsp:drawing>
</file>

<file path=ppt/diagrams/drawing2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A2AF0DC-2618-4C0A-B19D-2D8EB70057CC}">
      <dsp:nvSpPr>
        <dsp:cNvPr id="0" name=""/>
        <dsp:cNvSpPr/>
      </dsp:nvSpPr>
      <dsp:spPr>
        <a:xfrm>
          <a:off x="4549" y="810770"/>
          <a:ext cx="2139792" cy="244245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s-VE" sz="2000" b="1" kern="1200" dirty="0" smtClean="0">
              <a:solidFill>
                <a:schemeClr val="tx1"/>
              </a:solidFill>
            </a:rPr>
            <a:t>De la autoevaluación de riesgos</a:t>
          </a:r>
          <a:r>
            <a:rPr lang="es-VE" sz="1700" b="1" kern="1200" dirty="0" smtClean="0"/>
            <a:t>.</a:t>
          </a:r>
          <a:r>
            <a:rPr lang="es-VE" sz="1700" kern="1200" dirty="0" smtClean="0"/>
            <a:t> </a:t>
          </a:r>
          <a:endParaRPr lang="es-VE" sz="1700" kern="1200" dirty="0"/>
        </a:p>
      </dsp:txBody>
      <dsp:txXfrm>
        <a:off x="4549" y="810770"/>
        <a:ext cx="2139792" cy="2442458"/>
      </dsp:txXfrm>
    </dsp:sp>
    <dsp:sp modelId="{137D655F-525E-489C-AD14-822080B256F4}">
      <dsp:nvSpPr>
        <dsp:cNvPr id="0" name=""/>
        <dsp:cNvSpPr/>
      </dsp:nvSpPr>
      <dsp:spPr>
        <a:xfrm rot="21459948">
          <a:off x="2366737" y="1704363"/>
          <a:ext cx="472286" cy="5306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s-VE" sz="1700" kern="1200" dirty="0"/>
        </a:p>
      </dsp:txBody>
      <dsp:txXfrm rot="21459948">
        <a:off x="2366737" y="1704363"/>
        <a:ext cx="472286" cy="530668"/>
      </dsp:txXfrm>
    </dsp:sp>
    <dsp:sp modelId="{D7B3A5E1-FA9E-4DBB-80A8-A630CC5E6B28}">
      <dsp:nvSpPr>
        <dsp:cNvPr id="0" name=""/>
        <dsp:cNvSpPr/>
      </dsp:nvSpPr>
      <dsp:spPr>
        <a:xfrm>
          <a:off x="3034709" y="687255"/>
          <a:ext cx="2139792" cy="244245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s-VE" sz="2000" b="1" kern="1200" dirty="0" smtClean="0">
              <a:solidFill>
                <a:schemeClr val="tx1"/>
              </a:solidFill>
            </a:rPr>
            <a:t>Factores de Riesgo</a:t>
          </a:r>
          <a:endParaRPr lang="es-VE" sz="2000" kern="1200" dirty="0">
            <a:solidFill>
              <a:schemeClr val="tx1"/>
            </a:solidFill>
          </a:endParaRPr>
        </a:p>
      </dsp:txBody>
      <dsp:txXfrm>
        <a:off x="3034709" y="687255"/>
        <a:ext cx="2139792" cy="2442458"/>
      </dsp:txXfrm>
    </dsp:sp>
    <dsp:sp modelId="{C78AADED-C886-4583-BC4E-6A2C34A4E18F}">
      <dsp:nvSpPr>
        <dsp:cNvPr id="0" name=""/>
        <dsp:cNvSpPr/>
      </dsp:nvSpPr>
      <dsp:spPr>
        <a:xfrm rot="135086">
          <a:off x="5379700" y="1701846"/>
          <a:ext cx="435713" cy="5306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s-VE" sz="1700" kern="1200" dirty="0"/>
        </a:p>
      </dsp:txBody>
      <dsp:txXfrm rot="135086">
        <a:off x="5379700" y="1701846"/>
        <a:ext cx="435713" cy="530668"/>
      </dsp:txXfrm>
    </dsp:sp>
    <dsp:sp modelId="{00FBD805-F315-4BD2-A77F-4539C28EF65B}">
      <dsp:nvSpPr>
        <dsp:cNvPr id="0" name=""/>
        <dsp:cNvSpPr/>
      </dsp:nvSpPr>
      <dsp:spPr>
        <a:xfrm>
          <a:off x="5995968" y="810770"/>
          <a:ext cx="2500604" cy="244245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s-VE" sz="2000" b="1" kern="1200" dirty="0" smtClean="0">
              <a:solidFill>
                <a:schemeClr val="tx1"/>
              </a:solidFill>
            </a:rPr>
            <a:t>Clientes, Productos, Canales de Comercialización Zonas Geográficas</a:t>
          </a:r>
          <a:r>
            <a:rPr lang="es-VE" sz="1700" b="1" kern="1200" dirty="0" smtClean="0"/>
            <a:t>.</a:t>
          </a:r>
          <a:endParaRPr lang="es-VE" sz="1700" kern="1200" dirty="0"/>
        </a:p>
      </dsp:txBody>
      <dsp:txXfrm>
        <a:off x="5995968" y="810770"/>
        <a:ext cx="2500604" cy="2442458"/>
      </dsp:txXfrm>
    </dsp:sp>
  </dsp:spTree>
</dsp:drawing>
</file>

<file path=ppt/diagrams/drawing2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454B13A-BE19-416E-978C-05936D695B81}">
      <dsp:nvSpPr>
        <dsp:cNvPr id="0" name=""/>
        <dsp:cNvSpPr/>
      </dsp:nvSpPr>
      <dsp:spPr>
        <a:xfrm>
          <a:off x="6757" y="0"/>
          <a:ext cx="2172582" cy="3500462"/>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Clientes: Actividad económica, Información financiera como ingresos, egresos y patrimonio e información transaccional como frecuencia y volumen de estas.</a:t>
          </a:r>
          <a:endParaRPr lang="es-VE" sz="1400" b="1" kern="1200" dirty="0">
            <a:solidFill>
              <a:schemeClr val="tx1"/>
            </a:solidFill>
          </a:endParaRPr>
        </a:p>
      </dsp:txBody>
      <dsp:txXfrm>
        <a:off x="6757" y="0"/>
        <a:ext cx="2172582" cy="3500462"/>
      </dsp:txXfrm>
    </dsp:sp>
    <dsp:sp modelId="{78D72899-9A2F-4A98-9B67-944DE9AF07D8}">
      <dsp:nvSpPr>
        <dsp:cNvPr id="0" name=""/>
        <dsp:cNvSpPr/>
      </dsp:nvSpPr>
      <dsp:spPr>
        <a:xfrm>
          <a:off x="2325302" y="1562819"/>
          <a:ext cx="309442" cy="3748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s-VE" sz="1200" kern="1200" dirty="0"/>
        </a:p>
      </dsp:txBody>
      <dsp:txXfrm>
        <a:off x="2325302" y="1562819"/>
        <a:ext cx="309442" cy="374822"/>
      </dsp:txXfrm>
    </dsp:sp>
    <dsp:sp modelId="{0D75B337-C41E-4F2F-ABAD-2E1A853F49A6}">
      <dsp:nvSpPr>
        <dsp:cNvPr id="0" name=""/>
        <dsp:cNvSpPr/>
      </dsp:nvSpPr>
      <dsp:spPr>
        <a:xfrm>
          <a:off x="2763192" y="0"/>
          <a:ext cx="1692914" cy="3500462"/>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Productos:         Características, Sector del mercado, Destinatarios</a:t>
          </a:r>
          <a:endParaRPr lang="es-VE" sz="1400" b="1" kern="1200" dirty="0">
            <a:solidFill>
              <a:schemeClr val="tx1"/>
            </a:solidFill>
          </a:endParaRPr>
        </a:p>
      </dsp:txBody>
      <dsp:txXfrm>
        <a:off x="2763192" y="0"/>
        <a:ext cx="1692914" cy="3500462"/>
      </dsp:txXfrm>
    </dsp:sp>
    <dsp:sp modelId="{76818BD2-8E66-432B-AAA3-C1745FFBB35F}">
      <dsp:nvSpPr>
        <dsp:cNvPr id="0" name=""/>
        <dsp:cNvSpPr/>
      </dsp:nvSpPr>
      <dsp:spPr>
        <a:xfrm>
          <a:off x="4612420" y="1562819"/>
          <a:ext cx="331384" cy="3748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s-VE" sz="1200" kern="1200" dirty="0"/>
        </a:p>
      </dsp:txBody>
      <dsp:txXfrm>
        <a:off x="4612420" y="1562819"/>
        <a:ext cx="331384" cy="374822"/>
      </dsp:txXfrm>
    </dsp:sp>
    <dsp:sp modelId="{09203AF5-3C17-4644-8268-D26862EE8E64}">
      <dsp:nvSpPr>
        <dsp:cNvPr id="0" name=""/>
        <dsp:cNvSpPr/>
      </dsp:nvSpPr>
      <dsp:spPr>
        <a:xfrm>
          <a:off x="5081360" y="0"/>
          <a:ext cx="1511382" cy="3500462"/>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Canales:          Naturaleza  y Características</a:t>
          </a:r>
          <a:r>
            <a:rPr lang="es-VE" sz="900" kern="1200" dirty="0" smtClean="0">
              <a:solidFill>
                <a:schemeClr val="tx1"/>
              </a:solidFill>
            </a:rPr>
            <a:t>. </a:t>
          </a:r>
          <a:endParaRPr lang="es-VE" sz="900" kern="1200" dirty="0">
            <a:solidFill>
              <a:schemeClr val="tx1"/>
            </a:solidFill>
          </a:endParaRPr>
        </a:p>
      </dsp:txBody>
      <dsp:txXfrm>
        <a:off x="5081360" y="0"/>
        <a:ext cx="1511382" cy="3500462"/>
      </dsp:txXfrm>
    </dsp:sp>
    <dsp:sp modelId="{284A26B5-BE7B-46A5-882B-719A80B91C17}">
      <dsp:nvSpPr>
        <dsp:cNvPr id="0" name=""/>
        <dsp:cNvSpPr/>
      </dsp:nvSpPr>
      <dsp:spPr>
        <a:xfrm>
          <a:off x="6743881" y="1562819"/>
          <a:ext cx="320413" cy="3748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s-VE" sz="1200" kern="1200" dirty="0"/>
        </a:p>
      </dsp:txBody>
      <dsp:txXfrm>
        <a:off x="6743881" y="1562819"/>
        <a:ext cx="320413" cy="374822"/>
      </dsp:txXfrm>
    </dsp:sp>
    <dsp:sp modelId="{9BDE91D4-42A9-4417-A956-5B73294F4620}">
      <dsp:nvSpPr>
        <dsp:cNvPr id="0" name=""/>
        <dsp:cNvSpPr/>
      </dsp:nvSpPr>
      <dsp:spPr>
        <a:xfrm>
          <a:off x="7197296" y="0"/>
          <a:ext cx="1511382" cy="3500462"/>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Zona Geográficas:    Ubicación y Características</a:t>
          </a:r>
          <a:r>
            <a:rPr lang="es-VE" sz="1400" b="0" kern="1200" dirty="0" smtClean="0">
              <a:solidFill>
                <a:schemeClr val="tx1"/>
              </a:solidFill>
            </a:rPr>
            <a:t>.</a:t>
          </a:r>
          <a:endParaRPr lang="es-VE" sz="1400" b="0" kern="1200" dirty="0">
            <a:solidFill>
              <a:schemeClr val="tx1"/>
            </a:solidFill>
          </a:endParaRPr>
        </a:p>
      </dsp:txBody>
      <dsp:txXfrm>
        <a:off x="7197296" y="0"/>
        <a:ext cx="1511382" cy="3500462"/>
      </dsp:txXfrm>
    </dsp:sp>
  </dsp:spTree>
</dsp:drawing>
</file>

<file path=ppt/diagrams/drawing2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2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E1560F8-AB70-4DB6-A10F-3CEBDDDD96EE}">
      <dsp:nvSpPr>
        <dsp:cNvPr id="0" name=""/>
        <dsp:cNvSpPr/>
      </dsp:nvSpPr>
      <dsp:spPr>
        <a:xfrm>
          <a:off x="0" y="25893"/>
          <a:ext cx="8429684" cy="383760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s-VE" sz="4000" b="1" kern="1200" dirty="0" smtClean="0">
              <a:solidFill>
                <a:schemeClr val="tx1"/>
              </a:solidFill>
            </a:rPr>
            <a:t>CAPITULO III</a:t>
          </a:r>
        </a:p>
        <a:p>
          <a:pPr lvl="0" algn="ctr" defTabSz="1778000">
            <a:lnSpc>
              <a:spcPct val="90000"/>
            </a:lnSpc>
            <a:spcBef>
              <a:spcPct val="0"/>
            </a:spcBef>
            <a:spcAft>
              <a:spcPct val="35000"/>
            </a:spcAft>
          </a:pPr>
          <a:r>
            <a:rPr lang="es-VE" sz="4000" b="1" kern="1200" dirty="0" smtClean="0">
              <a:solidFill>
                <a:schemeClr val="tx1"/>
              </a:solidFill>
            </a:rPr>
            <a:t>MEDICION O EVALUACION DE LOS RIESGOS, CONTROL Y MONITOREO</a:t>
          </a:r>
          <a:endParaRPr lang="es-VE" sz="4000" kern="1200" dirty="0">
            <a:solidFill>
              <a:schemeClr val="tx1"/>
            </a:solidFill>
          </a:endParaRPr>
        </a:p>
      </dsp:txBody>
      <dsp:txXfrm>
        <a:off x="0" y="25893"/>
        <a:ext cx="8429684" cy="3837600"/>
      </dsp:txXfrm>
    </dsp:sp>
  </dsp:spTree>
</dsp:drawing>
</file>

<file path=ppt/diagrams/drawing2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E8541FF-1504-406F-8E18-D9F9D17A45B3}">
      <dsp:nvSpPr>
        <dsp:cNvPr id="0" name=""/>
        <dsp:cNvSpPr/>
      </dsp:nvSpPr>
      <dsp:spPr>
        <a:xfrm>
          <a:off x="4057" y="879802"/>
          <a:ext cx="1628205" cy="291560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s-VE" sz="1500" b="1" kern="1200" dirty="0" smtClean="0">
              <a:solidFill>
                <a:schemeClr val="tx1"/>
              </a:solidFill>
            </a:rPr>
            <a:t>PROBABILIDAD</a:t>
          </a:r>
          <a:endParaRPr lang="es-VE" sz="1500" b="1" kern="1200" dirty="0">
            <a:solidFill>
              <a:schemeClr val="tx1"/>
            </a:solidFill>
          </a:endParaRPr>
        </a:p>
      </dsp:txBody>
      <dsp:txXfrm>
        <a:off x="4057" y="879802"/>
        <a:ext cx="1628205" cy="2915600"/>
      </dsp:txXfrm>
    </dsp:sp>
    <dsp:sp modelId="{C3BE429C-789C-4EEF-9136-A82A124E7349}">
      <dsp:nvSpPr>
        <dsp:cNvPr id="0" name=""/>
        <dsp:cNvSpPr/>
      </dsp:nvSpPr>
      <dsp:spPr>
        <a:xfrm rot="21532056">
          <a:off x="1902803" y="2015970"/>
          <a:ext cx="573776" cy="5890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s-VE" sz="1200" kern="1200" dirty="0"/>
        </a:p>
      </dsp:txBody>
      <dsp:txXfrm rot="21532056">
        <a:off x="1902803" y="2015970"/>
        <a:ext cx="573776" cy="589043"/>
      </dsp:txXfrm>
    </dsp:sp>
    <dsp:sp modelId="{8049985F-A220-4C74-B379-646A5CEECCFD}">
      <dsp:nvSpPr>
        <dsp:cNvPr id="0" name=""/>
        <dsp:cNvSpPr/>
      </dsp:nvSpPr>
      <dsp:spPr>
        <a:xfrm>
          <a:off x="2714648" y="831356"/>
          <a:ext cx="2375173" cy="289056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s-VE" sz="1500" b="1" kern="1200" dirty="0" smtClean="0">
              <a:solidFill>
                <a:schemeClr val="tx1"/>
              </a:solidFill>
            </a:rPr>
            <a:t>Nivel A: </a:t>
          </a:r>
          <a:r>
            <a:rPr lang="es-VE" sz="1500" kern="1200" dirty="0" smtClean="0">
              <a:solidFill>
                <a:schemeClr val="tx1"/>
              </a:solidFill>
            </a:rPr>
            <a:t>Alta probabilidad de ocurrencia.            </a:t>
          </a:r>
          <a:r>
            <a:rPr lang="es-VE" sz="1500" b="1" kern="1200" dirty="0" smtClean="0">
              <a:solidFill>
                <a:schemeClr val="tx1"/>
              </a:solidFill>
            </a:rPr>
            <a:t>Nivel B: </a:t>
          </a:r>
          <a:r>
            <a:rPr lang="es-VE" sz="1500" kern="1200" dirty="0" smtClean="0">
              <a:solidFill>
                <a:schemeClr val="tx1"/>
              </a:solidFill>
            </a:rPr>
            <a:t>Media probabilidad de ocurrencia            .</a:t>
          </a:r>
          <a:r>
            <a:rPr lang="es-VE" sz="1500" b="1" kern="1200" dirty="0" smtClean="0">
              <a:solidFill>
                <a:schemeClr val="tx1"/>
              </a:solidFill>
            </a:rPr>
            <a:t>Nivel C: </a:t>
          </a:r>
          <a:r>
            <a:rPr lang="es-VE" sz="1500" kern="1200" dirty="0" smtClean="0">
              <a:solidFill>
                <a:schemeClr val="tx1"/>
              </a:solidFill>
            </a:rPr>
            <a:t>Baja probabilidad de ocurrencia.</a:t>
          </a:r>
          <a:endParaRPr lang="es-VE" sz="1500" kern="1200" dirty="0">
            <a:solidFill>
              <a:schemeClr val="tx1"/>
            </a:solidFill>
          </a:endParaRPr>
        </a:p>
      </dsp:txBody>
      <dsp:txXfrm>
        <a:off x="2714648" y="831356"/>
        <a:ext cx="2375173" cy="2890568"/>
      </dsp:txXfrm>
    </dsp:sp>
    <dsp:sp modelId="{E9A27A61-E7A9-462E-B51B-80C51D2F703E}">
      <dsp:nvSpPr>
        <dsp:cNvPr id="0" name=""/>
        <dsp:cNvSpPr/>
      </dsp:nvSpPr>
      <dsp:spPr>
        <a:xfrm rot="65628">
          <a:off x="5294221" y="2012834"/>
          <a:ext cx="433488" cy="5890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s-VE" sz="1200" kern="1200" dirty="0"/>
        </a:p>
      </dsp:txBody>
      <dsp:txXfrm rot="65628">
        <a:off x="5294221" y="2012834"/>
        <a:ext cx="433488" cy="589043"/>
      </dsp:txXfrm>
    </dsp:sp>
    <dsp:sp modelId="{66DE7B97-2098-45AC-9E92-A017459D87EA}">
      <dsp:nvSpPr>
        <dsp:cNvPr id="0" name=""/>
        <dsp:cNvSpPr/>
      </dsp:nvSpPr>
      <dsp:spPr>
        <a:xfrm>
          <a:off x="5907576" y="892318"/>
          <a:ext cx="2375173" cy="289056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s-VE" sz="1500" b="1" kern="1200" dirty="0" smtClean="0">
              <a:solidFill>
                <a:schemeClr val="tx1"/>
              </a:solidFill>
            </a:rPr>
            <a:t>1.- Experiencia.       2.- Opinión de expertos.                 3.- Historial de eventos anteriores.   4.-Información publicada por organismos públicos nacionales e internacionales</a:t>
          </a:r>
          <a:endParaRPr lang="es-VE" sz="1500" b="1" kern="1200" dirty="0">
            <a:solidFill>
              <a:schemeClr val="tx1"/>
            </a:solidFill>
          </a:endParaRPr>
        </a:p>
      </dsp:txBody>
      <dsp:txXfrm>
        <a:off x="5907576" y="892318"/>
        <a:ext cx="2375173" cy="2890568"/>
      </dsp:txXfrm>
    </dsp:sp>
  </dsp:spTree>
</dsp:drawing>
</file>

<file path=ppt/diagrams/drawing2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BEB1B82-B415-411F-B65F-90977B78BAA7}">
      <dsp:nvSpPr>
        <dsp:cNvPr id="0" name=""/>
        <dsp:cNvSpPr/>
      </dsp:nvSpPr>
      <dsp:spPr>
        <a:xfrm>
          <a:off x="0" y="483869"/>
          <a:ext cx="7715304" cy="979836"/>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s-VE" sz="3200" b="1" kern="1200" dirty="0" smtClean="0">
              <a:solidFill>
                <a:schemeClr val="tx1"/>
              </a:solidFill>
            </a:rPr>
            <a:t>Actividades y Monitoreo</a:t>
          </a:r>
          <a:endParaRPr lang="es-VE" sz="3200" kern="1200" dirty="0">
            <a:solidFill>
              <a:schemeClr val="tx1"/>
            </a:solidFill>
          </a:endParaRPr>
        </a:p>
      </dsp:txBody>
      <dsp:txXfrm>
        <a:off x="0" y="483869"/>
        <a:ext cx="7715304" cy="979836"/>
      </dsp:txXfrm>
    </dsp:sp>
    <dsp:sp modelId="{99C53A2B-4624-4B6C-BB26-3C9BD48CA356}">
      <dsp:nvSpPr>
        <dsp:cNvPr id="0" name=""/>
        <dsp:cNvSpPr/>
      </dsp:nvSpPr>
      <dsp:spPr>
        <a:xfrm>
          <a:off x="0" y="1477318"/>
          <a:ext cx="7715304" cy="2102812"/>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just" defTabSz="622300">
            <a:lnSpc>
              <a:spcPct val="90000"/>
            </a:lnSpc>
            <a:spcBef>
              <a:spcPct val="0"/>
            </a:spcBef>
            <a:spcAft>
              <a:spcPct val="35000"/>
            </a:spcAft>
          </a:pPr>
          <a:r>
            <a:rPr lang="es-VE" sz="1400" kern="1200" dirty="0" smtClean="0">
              <a:solidFill>
                <a:schemeClr val="tx1"/>
              </a:solidFill>
              <a:effectLst/>
              <a:latin typeface="+mn-lt"/>
              <a:ea typeface="+mn-ea"/>
              <a:cs typeface="+mn-cs"/>
            </a:rPr>
            <a:t>. </a:t>
          </a:r>
          <a:r>
            <a:rPr lang="es-VE" sz="1800" b="1" kern="1200" dirty="0" smtClean="0">
              <a:solidFill>
                <a:schemeClr val="tx1"/>
              </a:solidFill>
              <a:effectLst/>
              <a:latin typeface="+mn-lt"/>
              <a:ea typeface="+mn-ea"/>
              <a:cs typeface="+mn-cs"/>
            </a:rPr>
            <a:t>Cada año, los sujetos obligados deberán actualizar y hacer seguimiento y verificación de la efectividad de las medidas tomadas a cabo en el marco del SIAR, para adaptarlas según la probabilidad de ocurrencia, cuando se observen factores de riesgos asociados con las actividades del sujeto. </a:t>
          </a:r>
          <a:r>
            <a:rPr lang="es-VE" sz="1800" b="0" kern="1200" dirty="0" smtClean="0">
              <a:solidFill>
                <a:schemeClr val="tx1"/>
              </a:solidFill>
              <a:latin typeface="+mn-lt"/>
              <a:ea typeface="+mn-ea"/>
              <a:cs typeface="+mn-cs"/>
            </a:rPr>
            <a:t/>
          </a:r>
          <a:br>
            <a:rPr lang="es-VE" sz="1800" b="0" kern="1200" dirty="0" smtClean="0">
              <a:solidFill>
                <a:schemeClr val="tx1"/>
              </a:solidFill>
              <a:latin typeface="+mn-lt"/>
              <a:ea typeface="+mn-ea"/>
              <a:cs typeface="+mn-cs"/>
            </a:rPr>
          </a:br>
          <a:endParaRPr lang="es-VE" sz="1800" kern="1200" dirty="0"/>
        </a:p>
      </dsp:txBody>
      <dsp:txXfrm>
        <a:off x="0" y="1477318"/>
        <a:ext cx="7715304" cy="2102812"/>
      </dsp:txXfrm>
    </dsp:sp>
  </dsp:spTree>
</dsp:drawing>
</file>

<file path=ppt/diagrams/drawing2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9D25DA9-5C5C-4A12-AE84-B9CA2D66672C}">
      <dsp:nvSpPr>
        <dsp:cNvPr id="0" name=""/>
        <dsp:cNvSpPr/>
      </dsp:nvSpPr>
      <dsp:spPr>
        <a:xfrm>
          <a:off x="0" y="187246"/>
          <a:ext cx="8858280" cy="341172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rtl="0">
            <a:lnSpc>
              <a:spcPct val="90000"/>
            </a:lnSpc>
            <a:spcBef>
              <a:spcPct val="0"/>
            </a:spcBef>
            <a:spcAft>
              <a:spcPct val="35000"/>
            </a:spcAft>
          </a:pPr>
          <a:r>
            <a:rPr lang="es-VE" sz="2700" b="1" kern="1200" dirty="0" smtClean="0">
              <a:solidFill>
                <a:schemeClr val="tx1"/>
              </a:solidFill>
            </a:rPr>
            <a:t>CAPITULO IV</a:t>
          </a:r>
          <a:br>
            <a:rPr lang="es-VE" sz="2700" b="1" kern="1200" dirty="0" smtClean="0">
              <a:solidFill>
                <a:schemeClr val="tx1"/>
              </a:solidFill>
            </a:rPr>
          </a:br>
          <a:r>
            <a:rPr lang="es-VE" sz="2700" b="1" kern="1200" dirty="0" smtClean="0">
              <a:solidFill>
                <a:schemeClr val="tx1"/>
              </a:solidFill>
            </a:rPr>
            <a:t>ESTRUCTURA DEL SISTEMA INTEGRAL DE ADMINISTRACION DE RIESGOS DE LEGITIMACION DE CAPITALES, FINANCIAMIENTO AL TERRORISMO Y FINANCIMAIENTOP A LA PROLIFERACION DE ARMAS DE DESTRUCCION MASIVA</a:t>
          </a:r>
          <a:endParaRPr lang="es-VE" sz="2700" b="1" kern="1200" dirty="0">
            <a:solidFill>
              <a:schemeClr val="tx1"/>
            </a:solidFill>
          </a:endParaRPr>
        </a:p>
      </dsp:txBody>
      <dsp:txXfrm>
        <a:off x="0" y="187246"/>
        <a:ext cx="8858280" cy="3411720"/>
      </dsp:txXfrm>
    </dsp:sp>
  </dsp:spTree>
</dsp:drawing>
</file>

<file path=ppt/diagrams/drawing2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F6D9952-7E9E-4A4E-A14C-A1523A06933A}">
      <dsp:nvSpPr>
        <dsp:cNvPr id="0" name=""/>
        <dsp:cNvSpPr/>
      </dsp:nvSpPr>
      <dsp:spPr>
        <a:xfrm rot="5400000">
          <a:off x="-138399" y="142013"/>
          <a:ext cx="922664" cy="645865"/>
        </a:xfrm>
        <a:prstGeom prst="chevron">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VE" sz="1600" kern="1200" dirty="0" smtClean="0"/>
            <a:t>1</a:t>
          </a:r>
          <a:endParaRPr lang="es-VE" sz="1600" kern="1200" dirty="0"/>
        </a:p>
      </dsp:txBody>
      <dsp:txXfrm rot="5400000">
        <a:off x="-138399" y="142013"/>
        <a:ext cx="922664" cy="645865"/>
      </dsp:txXfrm>
    </dsp:sp>
    <dsp:sp modelId="{4F7D120D-AF95-4C3A-A343-6DCBBC8C61DA}">
      <dsp:nvSpPr>
        <dsp:cNvPr id="0" name=""/>
        <dsp:cNvSpPr/>
      </dsp:nvSpPr>
      <dsp:spPr>
        <a:xfrm rot="5400000">
          <a:off x="3070908" y="-2421429"/>
          <a:ext cx="600047" cy="5450134"/>
        </a:xfrm>
        <a:prstGeom prst="round2Same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s-VE" sz="1600" b="1" kern="1200" dirty="0" smtClean="0">
              <a:solidFill>
                <a:schemeClr val="tx1"/>
              </a:solidFill>
              <a:effectLst/>
              <a:latin typeface="+mn-lt"/>
              <a:ea typeface="+mn-ea"/>
              <a:cs typeface="+mn-cs"/>
            </a:rPr>
            <a:t>Junta Directiva u órgano que ejerza función equivalente.</a:t>
          </a:r>
          <a:endParaRPr lang="es-VE" sz="1600" b="1" kern="1200" dirty="0"/>
        </a:p>
      </dsp:txBody>
      <dsp:txXfrm rot="5400000">
        <a:off x="3070908" y="-2421429"/>
        <a:ext cx="600047" cy="5450134"/>
      </dsp:txXfrm>
    </dsp:sp>
    <dsp:sp modelId="{F8D18D48-4743-4FB9-9772-CFB001C72B14}">
      <dsp:nvSpPr>
        <dsp:cNvPr id="0" name=""/>
        <dsp:cNvSpPr/>
      </dsp:nvSpPr>
      <dsp:spPr>
        <a:xfrm rot="5400000">
          <a:off x="-138399" y="945391"/>
          <a:ext cx="922664" cy="645865"/>
        </a:xfrm>
        <a:prstGeom prst="chevron">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VE" sz="1600" kern="1200" dirty="0" smtClean="0"/>
            <a:t>2</a:t>
          </a:r>
          <a:endParaRPr lang="es-VE" sz="1600" kern="1200" dirty="0"/>
        </a:p>
      </dsp:txBody>
      <dsp:txXfrm rot="5400000">
        <a:off x="-138399" y="945391"/>
        <a:ext cx="922664" cy="645865"/>
      </dsp:txXfrm>
    </dsp:sp>
    <dsp:sp modelId="{AB3B8F0F-423A-4DBF-BEED-5FE4EE7E48F8}">
      <dsp:nvSpPr>
        <dsp:cNvPr id="0" name=""/>
        <dsp:cNvSpPr/>
      </dsp:nvSpPr>
      <dsp:spPr>
        <a:xfrm rot="5400000">
          <a:off x="3071066" y="-1618209"/>
          <a:ext cx="599731" cy="5450134"/>
        </a:xfrm>
        <a:prstGeom prst="round2Same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s-VE" sz="1600" b="1" kern="1200" dirty="0" smtClean="0">
              <a:solidFill>
                <a:schemeClr val="tx1"/>
              </a:solidFill>
              <a:effectLst/>
              <a:latin typeface="+mn-lt"/>
              <a:ea typeface="+mn-ea"/>
              <a:cs typeface="+mn-cs"/>
            </a:rPr>
            <a:t>Oficial de Cumplimiento.</a:t>
          </a:r>
          <a:endParaRPr lang="es-VE" sz="1600" b="1" kern="1200" dirty="0"/>
        </a:p>
      </dsp:txBody>
      <dsp:txXfrm rot="5400000">
        <a:off x="3071066" y="-1618209"/>
        <a:ext cx="599731" cy="5450134"/>
      </dsp:txXfrm>
    </dsp:sp>
    <dsp:sp modelId="{33D4F433-C8C9-4B9C-9308-57B83A40E9A8}">
      <dsp:nvSpPr>
        <dsp:cNvPr id="0" name=""/>
        <dsp:cNvSpPr/>
      </dsp:nvSpPr>
      <dsp:spPr>
        <a:xfrm rot="5400000">
          <a:off x="-138399" y="1748769"/>
          <a:ext cx="922664" cy="645865"/>
        </a:xfrm>
        <a:prstGeom prst="chevron">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VE" sz="1600" kern="1200" dirty="0" smtClean="0"/>
            <a:t>3</a:t>
          </a:r>
          <a:endParaRPr lang="es-VE" sz="1600" kern="1200" dirty="0"/>
        </a:p>
      </dsp:txBody>
      <dsp:txXfrm rot="5400000">
        <a:off x="-138399" y="1748769"/>
        <a:ext cx="922664" cy="645865"/>
      </dsp:txXfrm>
    </dsp:sp>
    <dsp:sp modelId="{F6DD7460-495C-4E30-A202-322A3C02489F}">
      <dsp:nvSpPr>
        <dsp:cNvPr id="0" name=""/>
        <dsp:cNvSpPr/>
      </dsp:nvSpPr>
      <dsp:spPr>
        <a:xfrm rot="5400000">
          <a:off x="3071066" y="-814831"/>
          <a:ext cx="599731" cy="5450134"/>
        </a:xfrm>
        <a:prstGeom prst="round2Same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s-VE" sz="1600" b="1" kern="1200" dirty="0" smtClean="0">
              <a:solidFill>
                <a:schemeClr val="tx1"/>
              </a:solidFill>
              <a:effectLst/>
              <a:latin typeface="+mn-lt"/>
              <a:ea typeface="+mn-ea"/>
              <a:cs typeface="+mn-cs"/>
            </a:rPr>
            <a:t>Presidente  de la Junta Directiva o quien haga sus veces.</a:t>
          </a:r>
          <a:endParaRPr lang="es-VE" sz="1600" b="1" kern="1200" dirty="0"/>
        </a:p>
      </dsp:txBody>
      <dsp:txXfrm rot="5400000">
        <a:off x="3071066" y="-814831"/>
        <a:ext cx="599731" cy="5450134"/>
      </dsp:txXfrm>
    </dsp:sp>
    <dsp:sp modelId="{C185FB9C-3FE0-40FA-ABF6-7B2276FDEE4B}">
      <dsp:nvSpPr>
        <dsp:cNvPr id="0" name=""/>
        <dsp:cNvSpPr/>
      </dsp:nvSpPr>
      <dsp:spPr>
        <a:xfrm rot="5400000">
          <a:off x="-138399" y="2552147"/>
          <a:ext cx="922664" cy="645865"/>
        </a:xfrm>
        <a:prstGeom prst="chevron">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VE" sz="1600" kern="1200" dirty="0" smtClean="0"/>
            <a:t>4</a:t>
          </a:r>
          <a:endParaRPr lang="es-VE" sz="1600" kern="1200" dirty="0"/>
        </a:p>
      </dsp:txBody>
      <dsp:txXfrm rot="5400000">
        <a:off x="-138399" y="2552147"/>
        <a:ext cx="922664" cy="645865"/>
      </dsp:txXfrm>
    </dsp:sp>
    <dsp:sp modelId="{213CF33E-3CBD-41DB-971F-FF714C1533AB}">
      <dsp:nvSpPr>
        <dsp:cNvPr id="0" name=""/>
        <dsp:cNvSpPr/>
      </dsp:nvSpPr>
      <dsp:spPr>
        <a:xfrm rot="5400000">
          <a:off x="3071066" y="-11453"/>
          <a:ext cx="599731" cy="5450134"/>
        </a:xfrm>
        <a:prstGeom prst="round2Same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s-VE" sz="1600" kern="1200" dirty="0" smtClean="0">
              <a:solidFill>
                <a:schemeClr val="tx1"/>
              </a:solidFill>
              <a:effectLst/>
              <a:latin typeface="+mn-lt"/>
              <a:ea typeface="+mn-ea"/>
              <a:cs typeface="+mn-cs"/>
            </a:rPr>
            <a:t> </a:t>
          </a:r>
          <a:r>
            <a:rPr lang="es-VE" sz="1600" b="1" kern="1200" dirty="0" smtClean="0">
              <a:solidFill>
                <a:schemeClr val="tx1"/>
              </a:solidFill>
              <a:effectLst/>
              <a:latin typeface="+mn-lt"/>
              <a:ea typeface="+mn-ea"/>
              <a:cs typeface="+mn-cs"/>
            </a:rPr>
            <a:t>Unidad de Administración de Riesgos de LC/FT/FPADM.</a:t>
          </a:r>
          <a:endParaRPr lang="es-VE" sz="1600" b="1" kern="1200" dirty="0"/>
        </a:p>
      </dsp:txBody>
      <dsp:txXfrm rot="5400000">
        <a:off x="3071066" y="-11453"/>
        <a:ext cx="599731" cy="5450134"/>
      </dsp:txXfrm>
    </dsp:sp>
    <dsp:sp modelId="{A72DB817-8C53-414C-AA1F-B4EF98826140}">
      <dsp:nvSpPr>
        <dsp:cNvPr id="0" name=""/>
        <dsp:cNvSpPr/>
      </dsp:nvSpPr>
      <dsp:spPr>
        <a:xfrm rot="5400000">
          <a:off x="-138399" y="3355524"/>
          <a:ext cx="922664" cy="645865"/>
        </a:xfrm>
        <a:prstGeom prst="chevron">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VE" sz="1600" kern="1200" dirty="0" smtClean="0"/>
            <a:t>5</a:t>
          </a:r>
          <a:endParaRPr lang="es-VE" sz="1600" kern="1200" dirty="0"/>
        </a:p>
      </dsp:txBody>
      <dsp:txXfrm rot="5400000">
        <a:off x="-138399" y="3355524"/>
        <a:ext cx="922664" cy="645865"/>
      </dsp:txXfrm>
    </dsp:sp>
    <dsp:sp modelId="{64E31AD0-6C29-441F-AFBC-82D5C564873C}">
      <dsp:nvSpPr>
        <dsp:cNvPr id="0" name=""/>
        <dsp:cNvSpPr/>
      </dsp:nvSpPr>
      <dsp:spPr>
        <a:xfrm rot="5400000">
          <a:off x="3071066" y="791923"/>
          <a:ext cx="599731" cy="5450134"/>
        </a:xfrm>
        <a:prstGeom prst="round2SameRect">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s-VE" sz="1600" b="1" kern="1200" dirty="0" smtClean="0">
              <a:solidFill>
                <a:schemeClr val="tx1"/>
              </a:solidFill>
              <a:effectLst/>
              <a:latin typeface="+mn-lt"/>
              <a:ea typeface="+mn-ea"/>
              <a:cs typeface="+mn-cs"/>
            </a:rPr>
            <a:t>Responsables de Cumplimiento</a:t>
          </a:r>
          <a:endParaRPr lang="es-VE" sz="1600" b="1" kern="1200" dirty="0"/>
        </a:p>
      </dsp:txBody>
      <dsp:txXfrm rot="5400000">
        <a:off x="3071066" y="791923"/>
        <a:ext cx="599731" cy="5450134"/>
      </dsp:txXfrm>
    </dsp:sp>
  </dsp:spTree>
</dsp:drawing>
</file>

<file path=ppt/diagrams/drawing2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763FAD7-0D73-4D28-B94B-D534259D7F3E}">
      <dsp:nvSpPr>
        <dsp:cNvPr id="0" name=""/>
        <dsp:cNvSpPr/>
      </dsp:nvSpPr>
      <dsp:spPr>
        <a:xfrm>
          <a:off x="0" y="233910"/>
          <a:ext cx="8101042" cy="303264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s-VE" sz="2400" b="1" kern="1200" dirty="0" smtClean="0">
              <a:solidFill>
                <a:schemeClr val="tx1"/>
              </a:solidFill>
            </a:rPr>
            <a:t>CAPITULO V</a:t>
          </a:r>
          <a:br>
            <a:rPr lang="es-VE" sz="2400" b="1" kern="1200" dirty="0" smtClean="0">
              <a:solidFill>
                <a:schemeClr val="tx1"/>
              </a:solidFill>
            </a:rPr>
          </a:br>
          <a:r>
            <a:rPr lang="es-VE" sz="2400" b="1" kern="1200" dirty="0" smtClean="0">
              <a:solidFill>
                <a:schemeClr val="tx1"/>
              </a:solidFill>
            </a:rPr>
            <a:t>INSTRUMENTOS  DEL SISTEMA INTEGRAL DE ADMINISTRACION DE RIESGOS DE LEGITIMACION DE CAPITALES, FINANCIAMIENTO AL TERRORISMO Y FINANCIMAIENTOP A LA PROLIFERACION DE ARMAS DE DESTRUCCION MASIVA</a:t>
          </a:r>
          <a:endParaRPr lang="es-VE" sz="2400" b="1" kern="1200" dirty="0">
            <a:solidFill>
              <a:schemeClr val="tx1"/>
            </a:solidFill>
          </a:endParaRPr>
        </a:p>
      </dsp:txBody>
      <dsp:txXfrm>
        <a:off x="0" y="233910"/>
        <a:ext cx="8101042" cy="3032640"/>
      </dsp:txXfrm>
    </dsp:sp>
  </dsp:spTree>
</dsp:drawing>
</file>

<file path=ppt/diagrams/drawing3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F8D61BD-544D-457B-9ACF-F56E7F3F080A}">
      <dsp:nvSpPr>
        <dsp:cNvPr id="0" name=""/>
        <dsp:cNvSpPr/>
      </dsp:nvSpPr>
      <dsp:spPr>
        <a:xfrm>
          <a:off x="0" y="17781"/>
          <a:ext cx="7772400" cy="1678949"/>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ctr" defTabSz="1555750" rtl="0">
            <a:lnSpc>
              <a:spcPct val="90000"/>
            </a:lnSpc>
            <a:spcBef>
              <a:spcPct val="0"/>
            </a:spcBef>
            <a:spcAft>
              <a:spcPct val="35000"/>
            </a:spcAft>
          </a:pPr>
          <a:r>
            <a:rPr lang="es-VE" sz="3500" b="1" kern="1200" dirty="0" smtClean="0">
              <a:solidFill>
                <a:schemeClr val="tx1"/>
              </a:solidFill>
            </a:rPr>
            <a:t>SECCION I</a:t>
          </a:r>
          <a:br>
            <a:rPr lang="es-VE" sz="3500" b="1" kern="1200" dirty="0" smtClean="0">
              <a:solidFill>
                <a:schemeClr val="tx1"/>
              </a:solidFill>
            </a:rPr>
          </a:br>
          <a:r>
            <a:rPr lang="es-VE" sz="3500" b="1" kern="1200" dirty="0" smtClean="0">
              <a:solidFill>
                <a:schemeClr val="tx1"/>
              </a:solidFill>
            </a:rPr>
            <a:t>PLAN OPERTATIVO ANUAL</a:t>
          </a:r>
          <a:endParaRPr lang="es-VE" sz="3500" b="1" kern="1200" dirty="0">
            <a:solidFill>
              <a:schemeClr val="tx1"/>
            </a:solidFill>
          </a:endParaRPr>
        </a:p>
      </dsp:txBody>
      <dsp:txXfrm>
        <a:off x="0" y="17781"/>
        <a:ext cx="7772400" cy="1678949"/>
      </dsp:txXfrm>
    </dsp:sp>
  </dsp:spTree>
</dsp:drawing>
</file>

<file path=ppt/diagrams/drawing3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1BBC0D9-D57F-4BF9-8580-17D28F4808AF}">
      <dsp:nvSpPr>
        <dsp:cNvPr id="0" name=""/>
        <dsp:cNvSpPr/>
      </dsp:nvSpPr>
      <dsp:spPr>
        <a:xfrm>
          <a:off x="616152" y="0"/>
          <a:ext cx="6983064" cy="435771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773485-6D9C-492A-961C-AE5BFDCD950F}">
      <dsp:nvSpPr>
        <dsp:cNvPr id="0" name=""/>
        <dsp:cNvSpPr/>
      </dsp:nvSpPr>
      <dsp:spPr>
        <a:xfrm>
          <a:off x="180104" y="785818"/>
          <a:ext cx="2408991" cy="278608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effectLst/>
              <a:latin typeface="+mn-lt"/>
              <a:ea typeface="+mn-ea"/>
              <a:cs typeface="+mn-cs"/>
            </a:rPr>
            <a:t>El POA deberá elaborarse y diseñarse bajo un enfoque basado</a:t>
          </a:r>
          <a:br>
            <a:rPr lang="es-VE" sz="1400" b="1" kern="1200" dirty="0" smtClean="0">
              <a:solidFill>
                <a:schemeClr val="tx1"/>
              </a:solidFill>
              <a:effectLst/>
              <a:latin typeface="+mn-lt"/>
              <a:ea typeface="+mn-ea"/>
              <a:cs typeface="+mn-cs"/>
            </a:rPr>
          </a:br>
          <a:r>
            <a:rPr lang="es-VE" sz="1400" b="1" kern="1200" dirty="0" smtClean="0">
              <a:solidFill>
                <a:schemeClr val="tx1"/>
              </a:solidFill>
              <a:effectLst/>
              <a:latin typeface="+mn-lt"/>
              <a:ea typeface="+mn-ea"/>
              <a:cs typeface="+mn-cs"/>
            </a:rPr>
            <a:t>en riesgos, es decir, tomando en cuenta los resultados de la</a:t>
          </a:r>
          <a:br>
            <a:rPr lang="es-VE" sz="1400" b="1" kern="1200" dirty="0" smtClean="0">
              <a:solidFill>
                <a:schemeClr val="tx1"/>
              </a:solidFill>
              <a:effectLst/>
              <a:latin typeface="+mn-lt"/>
              <a:ea typeface="+mn-ea"/>
              <a:cs typeface="+mn-cs"/>
            </a:rPr>
          </a:br>
          <a:r>
            <a:rPr lang="es-VE" sz="1400" b="1" kern="1200" dirty="0" smtClean="0">
              <a:solidFill>
                <a:schemeClr val="tx1"/>
              </a:solidFill>
              <a:effectLst/>
              <a:latin typeface="+mn-lt"/>
              <a:ea typeface="+mn-ea"/>
              <a:cs typeface="+mn-cs"/>
            </a:rPr>
            <a:t>evaluación general, segmentación y evaluación de los riesgos</a:t>
          </a:r>
          <a:endParaRPr lang="es-VE" sz="1400" b="1" kern="1200" dirty="0"/>
        </a:p>
      </dsp:txBody>
      <dsp:txXfrm>
        <a:off x="180104" y="785818"/>
        <a:ext cx="2408991" cy="2786080"/>
      </dsp:txXfrm>
    </dsp:sp>
    <dsp:sp modelId="{F6A7043D-AD8E-443E-B542-4C40ADFCFA03}">
      <dsp:nvSpPr>
        <dsp:cNvPr id="0" name=""/>
        <dsp:cNvSpPr/>
      </dsp:nvSpPr>
      <dsp:spPr>
        <a:xfrm>
          <a:off x="2903189" y="0"/>
          <a:ext cx="2408991" cy="4357718"/>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effectLst/>
              <a:latin typeface="+mn-lt"/>
              <a:ea typeface="+mn-ea"/>
              <a:cs typeface="+mn-cs"/>
            </a:rPr>
            <a:t>Los programas del POA deberán estar enfocados en la</a:t>
          </a:r>
          <a:br>
            <a:rPr lang="es-VE" sz="1400" b="1" kern="1200" dirty="0" smtClean="0">
              <a:solidFill>
                <a:schemeClr val="tx1"/>
              </a:solidFill>
              <a:effectLst/>
              <a:latin typeface="+mn-lt"/>
              <a:ea typeface="+mn-ea"/>
              <a:cs typeface="+mn-cs"/>
            </a:rPr>
          </a:br>
          <a:r>
            <a:rPr lang="es-VE" sz="1400" b="1" kern="1200" dirty="0" smtClean="0">
              <a:solidFill>
                <a:schemeClr val="tx1"/>
              </a:solidFill>
              <a:effectLst/>
              <a:latin typeface="+mn-lt"/>
              <a:ea typeface="+mn-ea"/>
              <a:cs typeface="+mn-cs"/>
            </a:rPr>
            <a:t>adquisición o actualización de las herramientas tecnológicas</a:t>
          </a:r>
          <a:br>
            <a:rPr lang="es-VE" sz="1400" b="1" kern="1200" dirty="0" smtClean="0">
              <a:solidFill>
                <a:schemeClr val="tx1"/>
              </a:solidFill>
              <a:effectLst/>
              <a:latin typeface="+mn-lt"/>
              <a:ea typeface="+mn-ea"/>
              <a:cs typeface="+mn-cs"/>
            </a:rPr>
          </a:br>
          <a:r>
            <a:rPr lang="es-VE" sz="1400" b="1" kern="1200" dirty="0" smtClean="0">
              <a:solidFill>
                <a:schemeClr val="tx1"/>
              </a:solidFill>
              <a:effectLst/>
              <a:latin typeface="+mn-lt"/>
              <a:ea typeface="+mn-ea"/>
              <a:cs typeface="+mn-cs"/>
            </a:rPr>
            <a:t>para detección de actividades sospechosas o inusuales y</a:t>
          </a:r>
          <a:br>
            <a:rPr lang="es-VE" sz="1400" b="1" kern="1200" dirty="0" smtClean="0">
              <a:solidFill>
                <a:schemeClr val="tx1"/>
              </a:solidFill>
              <a:effectLst/>
              <a:latin typeface="+mn-lt"/>
              <a:ea typeface="+mn-ea"/>
              <a:cs typeface="+mn-cs"/>
            </a:rPr>
          </a:br>
          <a:r>
            <a:rPr lang="es-VE" sz="1400" b="1" kern="1200" dirty="0" smtClean="0">
              <a:solidFill>
                <a:schemeClr val="tx1"/>
              </a:solidFill>
              <a:effectLst/>
              <a:latin typeface="+mn-lt"/>
              <a:ea typeface="+mn-ea"/>
              <a:cs typeface="+mn-cs"/>
            </a:rPr>
            <a:t>cambios en el perfil del cliente, planes de capacitación, planes</a:t>
          </a:r>
          <a:br>
            <a:rPr lang="es-VE" sz="1400" b="1" kern="1200" dirty="0" smtClean="0">
              <a:solidFill>
                <a:schemeClr val="tx1"/>
              </a:solidFill>
              <a:effectLst/>
              <a:latin typeface="+mn-lt"/>
              <a:ea typeface="+mn-ea"/>
              <a:cs typeface="+mn-cs"/>
            </a:rPr>
          </a:br>
          <a:r>
            <a:rPr lang="es-VE" sz="1400" b="1" kern="1200" dirty="0" smtClean="0">
              <a:solidFill>
                <a:schemeClr val="tx1"/>
              </a:solidFill>
              <a:effectLst/>
              <a:latin typeface="+mn-lt"/>
              <a:ea typeface="+mn-ea"/>
              <a:cs typeface="+mn-cs"/>
            </a:rPr>
            <a:t>de auditoría y actualización de los mecanismos de control</a:t>
          </a:r>
          <a:endParaRPr lang="es-VE" sz="1400" b="1" kern="1200" dirty="0"/>
        </a:p>
      </dsp:txBody>
      <dsp:txXfrm>
        <a:off x="2903189" y="0"/>
        <a:ext cx="2408991" cy="4357718"/>
      </dsp:txXfrm>
    </dsp:sp>
    <dsp:sp modelId="{15295432-ED62-4330-9E96-772B5DA1B6CD}">
      <dsp:nvSpPr>
        <dsp:cNvPr id="0" name=""/>
        <dsp:cNvSpPr/>
      </dsp:nvSpPr>
      <dsp:spPr>
        <a:xfrm>
          <a:off x="5626274" y="285753"/>
          <a:ext cx="2408991" cy="3786211"/>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effectLst/>
              <a:latin typeface="+mn-lt"/>
              <a:ea typeface="+mn-ea"/>
              <a:cs typeface="+mn-cs"/>
            </a:rPr>
            <a:t>El POA deberá ser remitido a SUDEASEG dentro de los 90</a:t>
          </a:r>
          <a:br>
            <a:rPr lang="es-VE" sz="1400" b="1" kern="1200" dirty="0" smtClean="0">
              <a:solidFill>
                <a:schemeClr val="tx1"/>
              </a:solidFill>
              <a:effectLst/>
              <a:latin typeface="+mn-lt"/>
              <a:ea typeface="+mn-ea"/>
              <a:cs typeface="+mn-cs"/>
            </a:rPr>
          </a:br>
          <a:r>
            <a:rPr lang="es-VE" sz="1400" b="1" kern="1200" dirty="0" smtClean="0">
              <a:solidFill>
                <a:schemeClr val="tx1"/>
              </a:solidFill>
              <a:effectLst/>
              <a:latin typeface="+mn-lt"/>
              <a:ea typeface="+mn-ea"/>
              <a:cs typeface="+mn-cs"/>
            </a:rPr>
            <a:t>previos al cierre del ejercicio fiscal para su autorización.</a:t>
          </a:r>
          <a:br>
            <a:rPr lang="es-VE" sz="1400" b="1" kern="1200" dirty="0" smtClean="0">
              <a:solidFill>
                <a:schemeClr val="tx1"/>
              </a:solidFill>
              <a:effectLst/>
              <a:latin typeface="+mn-lt"/>
              <a:ea typeface="+mn-ea"/>
              <a:cs typeface="+mn-cs"/>
            </a:rPr>
          </a:br>
          <a:r>
            <a:rPr lang="es-VE" sz="1400" b="1" kern="1200" dirty="0" smtClean="0">
              <a:solidFill>
                <a:schemeClr val="tx1"/>
              </a:solidFill>
              <a:effectLst/>
              <a:latin typeface="+mn-lt"/>
              <a:ea typeface="+mn-ea"/>
              <a:cs typeface="+mn-cs"/>
            </a:rPr>
            <a:t>• El Informe de Ejecución del POA deberá ser remitido a</a:t>
          </a:r>
          <a:br>
            <a:rPr lang="es-VE" sz="1400" b="1" kern="1200" dirty="0" smtClean="0">
              <a:solidFill>
                <a:schemeClr val="tx1"/>
              </a:solidFill>
              <a:effectLst/>
              <a:latin typeface="+mn-lt"/>
              <a:ea typeface="+mn-ea"/>
              <a:cs typeface="+mn-cs"/>
            </a:rPr>
          </a:br>
          <a:r>
            <a:rPr lang="es-VE" sz="1400" b="1" kern="1200" dirty="0" smtClean="0">
              <a:solidFill>
                <a:schemeClr val="tx1"/>
              </a:solidFill>
              <a:effectLst/>
              <a:latin typeface="+mn-lt"/>
              <a:ea typeface="+mn-ea"/>
              <a:cs typeface="+mn-cs"/>
            </a:rPr>
            <a:t>SUDEASEG dentro de los primeros 30 días al término de</a:t>
          </a:r>
          <a:br>
            <a:rPr lang="es-VE" sz="1400" b="1" kern="1200" dirty="0" smtClean="0">
              <a:solidFill>
                <a:schemeClr val="tx1"/>
              </a:solidFill>
              <a:effectLst/>
              <a:latin typeface="+mn-lt"/>
              <a:ea typeface="+mn-ea"/>
              <a:cs typeface="+mn-cs"/>
            </a:rPr>
          </a:br>
          <a:r>
            <a:rPr lang="es-VE" sz="1400" b="1" kern="1200" dirty="0" smtClean="0">
              <a:solidFill>
                <a:schemeClr val="tx1"/>
              </a:solidFill>
              <a:effectLst/>
              <a:latin typeface="+mn-lt"/>
              <a:ea typeface="+mn-ea"/>
              <a:cs typeface="+mn-cs"/>
            </a:rPr>
            <a:t>cada ejercicio fiscal.</a:t>
          </a:r>
          <a:br>
            <a:rPr lang="es-VE" sz="1400" b="1" kern="1200" dirty="0" smtClean="0">
              <a:solidFill>
                <a:schemeClr val="tx1"/>
              </a:solidFill>
              <a:effectLst/>
              <a:latin typeface="+mn-lt"/>
              <a:ea typeface="+mn-ea"/>
              <a:cs typeface="+mn-cs"/>
            </a:rPr>
          </a:br>
          <a:endParaRPr lang="es-VE" sz="1400" b="1" kern="1200" dirty="0">
            <a:solidFill>
              <a:schemeClr val="tx1"/>
            </a:solidFill>
          </a:endParaRPr>
        </a:p>
      </dsp:txBody>
      <dsp:txXfrm>
        <a:off x="5626274" y="285753"/>
        <a:ext cx="2408991" cy="3786211"/>
      </dsp:txXfrm>
    </dsp:sp>
  </dsp:spTree>
</dsp:drawing>
</file>

<file path=ppt/diagrams/drawing3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A6A02B2-AA7F-48A6-BF94-30EB06524C33}">
      <dsp:nvSpPr>
        <dsp:cNvPr id="0" name=""/>
        <dsp:cNvSpPr/>
      </dsp:nvSpPr>
      <dsp:spPr>
        <a:xfrm>
          <a:off x="0" y="201422"/>
          <a:ext cx="8286776" cy="366912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rtl="0">
            <a:lnSpc>
              <a:spcPct val="90000"/>
            </a:lnSpc>
            <a:spcBef>
              <a:spcPct val="0"/>
            </a:spcBef>
            <a:spcAft>
              <a:spcPct val="35000"/>
            </a:spcAft>
          </a:pPr>
          <a:endParaRPr lang="es-VE" sz="3200" b="1" kern="1200" dirty="0" smtClean="0">
            <a:solidFill>
              <a:schemeClr val="tx1"/>
            </a:solidFill>
          </a:endParaRPr>
        </a:p>
        <a:p>
          <a:pPr lvl="0" algn="ctr" defTabSz="1422400" rtl="0">
            <a:lnSpc>
              <a:spcPct val="90000"/>
            </a:lnSpc>
            <a:spcBef>
              <a:spcPct val="0"/>
            </a:spcBef>
            <a:spcAft>
              <a:spcPct val="35000"/>
            </a:spcAft>
          </a:pPr>
          <a:r>
            <a:rPr lang="es-VE" sz="3200" b="1" kern="1200" dirty="0" smtClean="0">
              <a:solidFill>
                <a:schemeClr val="tx1"/>
              </a:solidFill>
            </a:rPr>
            <a:t>SECCION II </a:t>
          </a:r>
          <a:br>
            <a:rPr lang="es-VE" sz="3200" b="1" kern="1200" dirty="0" smtClean="0">
              <a:solidFill>
                <a:schemeClr val="tx1"/>
              </a:solidFill>
            </a:rPr>
          </a:br>
          <a:r>
            <a:rPr lang="es-VE" sz="3200" b="1" kern="1200" dirty="0" smtClean="0">
              <a:solidFill>
                <a:schemeClr val="tx1"/>
              </a:solidFill>
            </a:rPr>
            <a:t>PROGRAMA ANUAL DE CAPACITACION</a:t>
          </a:r>
          <a:br>
            <a:rPr lang="es-VE" sz="3200" b="1" kern="1200" dirty="0" smtClean="0">
              <a:solidFill>
                <a:schemeClr val="tx1"/>
              </a:solidFill>
            </a:rPr>
          </a:br>
          <a:r>
            <a:rPr lang="es-VE" sz="3200" b="1" kern="1200" dirty="0" smtClean="0">
              <a:solidFill>
                <a:schemeClr val="tx1"/>
              </a:solidFill>
            </a:rPr>
            <a:t/>
          </a:r>
          <a:br>
            <a:rPr lang="es-VE" sz="3200" b="1" kern="1200" dirty="0" smtClean="0">
              <a:solidFill>
                <a:schemeClr val="tx1"/>
              </a:solidFill>
            </a:rPr>
          </a:br>
          <a:endParaRPr lang="es-VE" sz="3200" b="1" kern="1200" dirty="0">
            <a:solidFill>
              <a:schemeClr val="tx1"/>
            </a:solidFill>
          </a:endParaRPr>
        </a:p>
      </dsp:txBody>
      <dsp:txXfrm>
        <a:off x="0" y="201422"/>
        <a:ext cx="8286776" cy="3669120"/>
      </dsp:txXfrm>
    </dsp:sp>
  </dsp:spTree>
</dsp:drawing>
</file>

<file path=ppt/diagrams/drawing3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8F28FB0-48D1-4A0E-96EE-49A76E7ECF2C}">
      <dsp:nvSpPr>
        <dsp:cNvPr id="0" name=""/>
        <dsp:cNvSpPr/>
      </dsp:nvSpPr>
      <dsp:spPr>
        <a:xfrm>
          <a:off x="7283" y="385036"/>
          <a:ext cx="2176905" cy="3944834"/>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s-VE" sz="2000" b="1" kern="1200" dirty="0" smtClean="0">
              <a:solidFill>
                <a:schemeClr val="tx1"/>
              </a:solidFill>
            </a:rPr>
            <a:t>Enfoque basado en riesgos</a:t>
          </a:r>
          <a:r>
            <a:rPr lang="es-VE" sz="1300" kern="1200" dirty="0" smtClean="0"/>
            <a:t>.</a:t>
          </a:r>
          <a:endParaRPr lang="es-VE" sz="1300" kern="1200" dirty="0"/>
        </a:p>
      </dsp:txBody>
      <dsp:txXfrm>
        <a:off x="7283" y="385036"/>
        <a:ext cx="2176905" cy="3944834"/>
      </dsp:txXfrm>
    </dsp:sp>
    <dsp:sp modelId="{968DC2F3-DBC1-4911-906E-2E8D12AD662A}">
      <dsp:nvSpPr>
        <dsp:cNvPr id="0" name=""/>
        <dsp:cNvSpPr/>
      </dsp:nvSpPr>
      <dsp:spPr>
        <a:xfrm>
          <a:off x="2401879" y="2087517"/>
          <a:ext cx="461503" cy="5398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s-VE" sz="1700" kern="1200" dirty="0"/>
        </a:p>
      </dsp:txBody>
      <dsp:txXfrm>
        <a:off x="2401879" y="2087517"/>
        <a:ext cx="461503" cy="539872"/>
      </dsp:txXfrm>
    </dsp:sp>
    <dsp:sp modelId="{1A4AD2CC-27CB-4AC9-B69B-1AC93ED88C23}">
      <dsp:nvSpPr>
        <dsp:cNvPr id="0" name=""/>
        <dsp:cNvSpPr/>
      </dsp:nvSpPr>
      <dsp:spPr>
        <a:xfrm>
          <a:off x="3054951" y="385036"/>
          <a:ext cx="2176905" cy="3944834"/>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Capacitaciones dirigidas al personal :                              -*Nuevo ingreso.                   -*Personal que tiene contacto con el público                        -*Actualización anual en materia de AR LC/FT/FPADM dirigido a todo el personal.                   -*Capacitación a la Junta Directiva, Oficial de Cumplimiento, UAR LC/FT/FPADM</a:t>
          </a:r>
          <a:endParaRPr lang="es-VE" sz="1400" b="1" kern="1200" dirty="0">
            <a:solidFill>
              <a:schemeClr val="tx1"/>
            </a:solidFill>
          </a:endParaRPr>
        </a:p>
      </dsp:txBody>
      <dsp:txXfrm>
        <a:off x="3054951" y="385036"/>
        <a:ext cx="2176905" cy="3944834"/>
      </dsp:txXfrm>
    </dsp:sp>
    <dsp:sp modelId="{C805CB03-A35B-48BC-AD53-5715886CF682}">
      <dsp:nvSpPr>
        <dsp:cNvPr id="0" name=""/>
        <dsp:cNvSpPr/>
      </dsp:nvSpPr>
      <dsp:spPr>
        <a:xfrm>
          <a:off x="5449547" y="2087517"/>
          <a:ext cx="461503" cy="5398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s-VE" sz="1700" kern="1200" dirty="0"/>
        </a:p>
      </dsp:txBody>
      <dsp:txXfrm>
        <a:off x="5449547" y="2087517"/>
        <a:ext cx="461503" cy="539872"/>
      </dsp:txXfrm>
    </dsp:sp>
    <dsp:sp modelId="{93ABA157-4B5C-43FD-9D43-8426C532C525}">
      <dsp:nvSpPr>
        <dsp:cNvPr id="0" name=""/>
        <dsp:cNvSpPr/>
      </dsp:nvSpPr>
      <dsp:spPr>
        <a:xfrm>
          <a:off x="6102619" y="385036"/>
          <a:ext cx="2176905" cy="3944834"/>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El PAC deberá ser aprobado por la Junta Directiva dentro de los 90 días previos al cierre del ejercicio fiscal y estar a disposición de la SUDEASEG</a:t>
          </a:r>
          <a:endParaRPr lang="es-VE" sz="1400" kern="1200" dirty="0">
            <a:solidFill>
              <a:schemeClr val="tx1"/>
            </a:solidFill>
          </a:endParaRPr>
        </a:p>
      </dsp:txBody>
      <dsp:txXfrm>
        <a:off x="6102619" y="385036"/>
        <a:ext cx="2176905" cy="3944834"/>
      </dsp:txXfrm>
    </dsp:sp>
  </dsp:spTree>
</dsp:drawing>
</file>

<file path=ppt/diagrams/drawing3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75D8549-11D3-4469-BE4A-FC3ABC6946C1}">
      <dsp:nvSpPr>
        <dsp:cNvPr id="0" name=""/>
        <dsp:cNvSpPr/>
      </dsp:nvSpPr>
      <dsp:spPr>
        <a:xfrm>
          <a:off x="0" y="595644"/>
          <a:ext cx="8286808" cy="273780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es-VE" sz="3600" b="1" kern="1200" dirty="0" smtClean="0">
              <a:solidFill>
                <a:schemeClr val="tx1"/>
              </a:solidFill>
            </a:rPr>
            <a:t>SECCION III</a:t>
          </a:r>
        </a:p>
        <a:p>
          <a:pPr lvl="0" algn="ctr" defTabSz="1600200" rtl="0">
            <a:lnSpc>
              <a:spcPct val="90000"/>
            </a:lnSpc>
            <a:spcBef>
              <a:spcPct val="0"/>
            </a:spcBef>
            <a:spcAft>
              <a:spcPct val="35000"/>
            </a:spcAft>
          </a:pPr>
          <a:r>
            <a:rPr lang="es-VE" sz="3600" b="1" kern="1200" dirty="0" smtClean="0">
              <a:solidFill>
                <a:schemeClr val="tx1"/>
              </a:solidFill>
            </a:rPr>
            <a:t>CODIGO DE ETICA, COMPROMISO INSTITUCIONAL Y HEMEROTECA</a:t>
          </a:r>
          <a:endParaRPr lang="es-VE" sz="3600" b="1" kern="1200" dirty="0">
            <a:solidFill>
              <a:schemeClr val="tx1"/>
            </a:solidFill>
          </a:endParaRPr>
        </a:p>
      </dsp:txBody>
      <dsp:txXfrm>
        <a:off x="0" y="595644"/>
        <a:ext cx="8286808" cy="2737800"/>
      </dsp:txXfrm>
    </dsp:sp>
  </dsp:spTree>
</dsp:drawing>
</file>

<file path=ppt/diagrams/drawing3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9BB5EFC-F421-4888-8812-853E04D1E79D}">
      <dsp:nvSpPr>
        <dsp:cNvPr id="0" name=""/>
        <dsp:cNvSpPr/>
      </dsp:nvSpPr>
      <dsp:spPr>
        <a:xfrm>
          <a:off x="0" y="552856"/>
          <a:ext cx="8001056" cy="666456"/>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l" defTabSz="488950">
            <a:lnSpc>
              <a:spcPct val="90000"/>
            </a:lnSpc>
            <a:spcBef>
              <a:spcPct val="0"/>
            </a:spcBef>
            <a:spcAft>
              <a:spcPct val="35000"/>
            </a:spcAft>
          </a:pPr>
          <a:endParaRPr lang="es-VE" sz="1100" b="1" kern="1200" dirty="0" smtClean="0"/>
        </a:p>
        <a:p>
          <a:pPr lvl="0" algn="ctr" defTabSz="488950">
            <a:lnSpc>
              <a:spcPct val="90000"/>
            </a:lnSpc>
            <a:spcBef>
              <a:spcPct val="0"/>
            </a:spcBef>
            <a:spcAft>
              <a:spcPct val="35000"/>
            </a:spcAft>
          </a:pPr>
          <a:r>
            <a:rPr lang="es-VE" sz="1600" b="1" kern="1200" dirty="0" smtClean="0">
              <a:solidFill>
                <a:schemeClr val="tx1"/>
              </a:solidFill>
            </a:rPr>
            <a:t>Los sujetos obligados deben adoptar un Código de Ética</a:t>
          </a:r>
          <a:endParaRPr lang="es-VE" sz="1600" b="1" kern="1200" dirty="0">
            <a:solidFill>
              <a:schemeClr val="tx1"/>
            </a:solidFill>
          </a:endParaRPr>
        </a:p>
      </dsp:txBody>
      <dsp:txXfrm>
        <a:off x="0" y="552856"/>
        <a:ext cx="8001056" cy="666456"/>
      </dsp:txXfrm>
    </dsp:sp>
    <dsp:sp modelId="{3F08B621-CE7D-4D53-9C57-038730EB3527}">
      <dsp:nvSpPr>
        <dsp:cNvPr id="0" name=""/>
        <dsp:cNvSpPr/>
      </dsp:nvSpPr>
      <dsp:spPr>
        <a:xfrm>
          <a:off x="0" y="1229888"/>
          <a:ext cx="8001056" cy="619103"/>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VE" sz="1600" b="1" kern="1200" dirty="0" smtClean="0">
              <a:solidFill>
                <a:schemeClr val="tx1"/>
              </a:solidFill>
            </a:rPr>
            <a:t>Es de obligatorio conocimiento y cumplimiento para todo su personal.</a:t>
          </a:r>
          <a:endParaRPr lang="es-VE" sz="1600" b="1" kern="1200" dirty="0">
            <a:solidFill>
              <a:schemeClr val="tx1"/>
            </a:solidFill>
          </a:endParaRPr>
        </a:p>
      </dsp:txBody>
      <dsp:txXfrm>
        <a:off x="0" y="1229888"/>
        <a:ext cx="8001056" cy="619103"/>
      </dsp:txXfrm>
    </dsp:sp>
    <dsp:sp modelId="{46745AB2-A36B-4806-8A53-8558ABA6F0DD}">
      <dsp:nvSpPr>
        <dsp:cNvPr id="0" name=""/>
        <dsp:cNvSpPr/>
      </dsp:nvSpPr>
      <dsp:spPr>
        <a:xfrm>
          <a:off x="0" y="1859566"/>
          <a:ext cx="8001056" cy="760083"/>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VE" sz="1600" b="1" kern="1200" dirty="0" smtClean="0">
              <a:solidFill>
                <a:schemeClr val="tx1"/>
              </a:solidFill>
            </a:rPr>
            <a:t>Este se encuentra dirigido a la creación de un clima de valores morales.</a:t>
          </a:r>
          <a:endParaRPr lang="es-VE" sz="1600" b="1" kern="1200" dirty="0">
            <a:solidFill>
              <a:schemeClr val="tx1"/>
            </a:solidFill>
          </a:endParaRPr>
        </a:p>
      </dsp:txBody>
      <dsp:txXfrm>
        <a:off x="0" y="1859566"/>
        <a:ext cx="8001056" cy="760083"/>
      </dsp:txXfrm>
    </dsp:sp>
    <dsp:sp modelId="{AF245409-CBD2-441F-AC28-F78B5CAFB8C1}">
      <dsp:nvSpPr>
        <dsp:cNvPr id="0" name=""/>
        <dsp:cNvSpPr/>
      </dsp:nvSpPr>
      <dsp:spPr>
        <a:xfrm>
          <a:off x="0" y="2630225"/>
          <a:ext cx="8001056" cy="1246073"/>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VE" sz="1600" b="1" kern="1200" dirty="0" smtClean="0">
              <a:solidFill>
                <a:schemeClr val="tx1"/>
              </a:solidFill>
            </a:rPr>
            <a:t>Poniendo en práctica medidas encaminadas a aumentar la sensibilidad de su personal ante los riesgos identificados, mediante el establecimiento de criterios que permitan anteponer los principios éticos, en cuanto al lucro y los intereses personales.</a:t>
          </a:r>
          <a:endParaRPr lang="es-VE" sz="1600" b="1" kern="1200" dirty="0">
            <a:solidFill>
              <a:schemeClr val="tx1"/>
            </a:solidFill>
          </a:endParaRPr>
        </a:p>
      </dsp:txBody>
      <dsp:txXfrm>
        <a:off x="0" y="2630225"/>
        <a:ext cx="8001056" cy="1246073"/>
      </dsp:txXfrm>
    </dsp:sp>
  </dsp:spTree>
</dsp:drawing>
</file>

<file path=ppt/diagrams/drawing3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9575306-1525-422A-A66F-784C0F1F0B02}">
      <dsp:nvSpPr>
        <dsp:cNvPr id="0" name=""/>
        <dsp:cNvSpPr/>
      </dsp:nvSpPr>
      <dsp:spPr>
        <a:xfrm>
          <a:off x="0" y="155460"/>
          <a:ext cx="8572560" cy="1432621"/>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just" defTabSz="666750" rtl="0">
            <a:lnSpc>
              <a:spcPct val="90000"/>
            </a:lnSpc>
            <a:spcBef>
              <a:spcPct val="0"/>
            </a:spcBef>
            <a:spcAft>
              <a:spcPct val="35000"/>
            </a:spcAft>
          </a:pPr>
          <a:r>
            <a:rPr lang="es-VE" sz="1500" b="1" kern="1200" dirty="0" smtClean="0">
              <a:solidFill>
                <a:schemeClr val="tx1"/>
              </a:solidFill>
            </a:rPr>
            <a:t>La Junta Directiva o el órgano que ejerza función equivalente, debe aprobar y firmar individualmente un Compromiso Institucional, mediante el cual garantice el cumplimiento en materia de riesgos de Legitimación de Capitales, Financiamiento al Terrorismo y Financiamiento de la Proliferación de Armas de Destrucción Masiva. </a:t>
          </a:r>
          <a:endParaRPr lang="es-VE" sz="1500" b="1" kern="1200" dirty="0">
            <a:solidFill>
              <a:schemeClr val="tx1"/>
            </a:solidFill>
          </a:endParaRPr>
        </a:p>
      </dsp:txBody>
      <dsp:txXfrm>
        <a:off x="0" y="155460"/>
        <a:ext cx="8572560" cy="1432621"/>
      </dsp:txXfrm>
    </dsp:sp>
    <dsp:sp modelId="{C6720F45-C097-409B-B1CE-1130CA064AC8}">
      <dsp:nvSpPr>
        <dsp:cNvPr id="0" name=""/>
        <dsp:cNvSpPr/>
      </dsp:nvSpPr>
      <dsp:spPr>
        <a:xfrm>
          <a:off x="0" y="1532979"/>
          <a:ext cx="8572560" cy="1633213"/>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just" defTabSz="666750" rtl="0">
            <a:lnSpc>
              <a:spcPct val="90000"/>
            </a:lnSpc>
            <a:spcBef>
              <a:spcPct val="0"/>
            </a:spcBef>
            <a:spcAft>
              <a:spcPct val="35000"/>
            </a:spcAft>
          </a:pPr>
          <a:r>
            <a:rPr lang="es-VE" sz="1500" b="1" kern="1200" dirty="0" smtClean="0">
              <a:solidFill>
                <a:schemeClr val="tx1"/>
              </a:solidFill>
            </a:rPr>
            <a:t>El mismo deberá mantenerse actualizado con la firma individual de cada uno de los miembros de la Junta Directiva o el órgano que ejerza función equivalente y archivarlo en el respectivo expediente, a disposición de la Superintendencia de la Actividad Aseguradora.</a:t>
          </a:r>
          <a:br>
            <a:rPr lang="es-VE" sz="1500" b="1" kern="1200" dirty="0" smtClean="0">
              <a:solidFill>
                <a:schemeClr val="tx1"/>
              </a:solidFill>
            </a:rPr>
          </a:br>
          <a:endParaRPr lang="es-VE" sz="1500" b="1" kern="1200" dirty="0">
            <a:solidFill>
              <a:schemeClr val="tx1"/>
            </a:solidFill>
          </a:endParaRPr>
        </a:p>
      </dsp:txBody>
      <dsp:txXfrm>
        <a:off x="0" y="1532979"/>
        <a:ext cx="8572560" cy="1633213"/>
      </dsp:txXfrm>
    </dsp:sp>
  </dsp:spTree>
</dsp:drawing>
</file>

<file path=ppt/diagrams/drawing3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A22986C-6CBC-4020-B6BB-CDCFB3DCF271}">
      <dsp:nvSpPr>
        <dsp:cNvPr id="0" name=""/>
        <dsp:cNvSpPr/>
      </dsp:nvSpPr>
      <dsp:spPr>
        <a:xfrm>
          <a:off x="0" y="746974"/>
          <a:ext cx="7286676" cy="997496"/>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s-VE" sz="4000" b="1" kern="1200" dirty="0" smtClean="0">
              <a:solidFill>
                <a:schemeClr val="tx1"/>
              </a:solidFill>
            </a:rPr>
            <a:t>Hemeroteca</a:t>
          </a:r>
          <a:endParaRPr lang="es-VE" sz="4000" kern="1200" dirty="0">
            <a:solidFill>
              <a:schemeClr val="tx1"/>
            </a:solidFill>
          </a:endParaRPr>
        </a:p>
      </dsp:txBody>
      <dsp:txXfrm>
        <a:off x="0" y="746974"/>
        <a:ext cx="7286676" cy="997496"/>
      </dsp:txXfrm>
    </dsp:sp>
    <dsp:sp modelId="{66DEB6AD-6E27-4B38-AD7A-E6C5FDD30E81}">
      <dsp:nvSpPr>
        <dsp:cNvPr id="0" name=""/>
        <dsp:cNvSpPr/>
      </dsp:nvSpPr>
      <dsp:spPr>
        <a:xfrm>
          <a:off x="0" y="1751387"/>
          <a:ext cx="7286676" cy="1571616"/>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s-VE" sz="2000" b="1" kern="1200" dirty="0" smtClean="0">
              <a:solidFill>
                <a:schemeClr val="tx1"/>
              </a:solidFill>
            </a:rPr>
            <a:t>Los sujetos obligados deben prestar especial atención a las informaciones obtenidas en forma mensual, a través de diferentes fuentes, archivadas en una hemeroteca, en forma física o digital</a:t>
          </a:r>
          <a:endParaRPr lang="es-VE" sz="2000" b="1" kern="1200" dirty="0">
            <a:solidFill>
              <a:schemeClr val="tx1"/>
            </a:solidFill>
          </a:endParaRPr>
        </a:p>
      </dsp:txBody>
      <dsp:txXfrm>
        <a:off x="0" y="1751387"/>
        <a:ext cx="7286676" cy="1571616"/>
      </dsp:txXfrm>
    </dsp:sp>
  </dsp:spTree>
</dsp:drawing>
</file>

<file path=ppt/diagrams/drawing3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1BE09E6-115E-4387-9AE3-F5516495DD21}">
      <dsp:nvSpPr>
        <dsp:cNvPr id="0" name=""/>
        <dsp:cNvSpPr/>
      </dsp:nvSpPr>
      <dsp:spPr>
        <a:xfrm>
          <a:off x="0" y="2744"/>
          <a:ext cx="8286808" cy="3772863"/>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rtl="0">
            <a:lnSpc>
              <a:spcPct val="90000"/>
            </a:lnSpc>
            <a:spcBef>
              <a:spcPct val="0"/>
            </a:spcBef>
            <a:spcAft>
              <a:spcPct val="35000"/>
            </a:spcAft>
          </a:pPr>
          <a:r>
            <a:rPr lang="es-VE" sz="3200" b="1" kern="1200" dirty="0" smtClean="0">
              <a:solidFill>
                <a:schemeClr val="tx1"/>
              </a:solidFill>
            </a:rPr>
            <a:t>SECCION IV                                                   MANUAL DE NORMAS, POLITICAS Y PROCEDIMIETOS</a:t>
          </a:r>
          <a:endParaRPr lang="es-VE" sz="3200" kern="1200" dirty="0">
            <a:solidFill>
              <a:schemeClr val="tx1"/>
            </a:solidFill>
          </a:endParaRPr>
        </a:p>
      </dsp:txBody>
      <dsp:txXfrm>
        <a:off x="0" y="2744"/>
        <a:ext cx="8286808" cy="3772863"/>
      </dsp:txXfrm>
    </dsp:sp>
  </dsp:spTree>
</dsp:drawing>
</file>

<file path=ppt/diagrams/drawing3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4F4E2AF-EAD4-46B3-984F-4D3F5C7AE1F2}">
      <dsp:nvSpPr>
        <dsp:cNvPr id="0" name=""/>
        <dsp:cNvSpPr/>
      </dsp:nvSpPr>
      <dsp:spPr>
        <a:xfrm>
          <a:off x="7346" y="638530"/>
          <a:ext cx="2195672" cy="278693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s-VE" sz="2000" b="1" kern="1200" dirty="0" smtClean="0">
              <a:solidFill>
                <a:schemeClr val="tx1"/>
              </a:solidFill>
            </a:rPr>
            <a:t>Manual Políticas, Normas y Procedimientos</a:t>
          </a:r>
          <a:br>
            <a:rPr lang="es-VE" sz="2000" b="1" kern="1200" dirty="0" smtClean="0">
              <a:solidFill>
                <a:schemeClr val="tx1"/>
              </a:solidFill>
            </a:rPr>
          </a:br>
          <a:endParaRPr lang="es-VE" sz="2000" kern="1200" dirty="0">
            <a:solidFill>
              <a:schemeClr val="tx1"/>
            </a:solidFill>
          </a:endParaRPr>
        </a:p>
      </dsp:txBody>
      <dsp:txXfrm>
        <a:off x="7346" y="638530"/>
        <a:ext cx="2195672" cy="2786938"/>
      </dsp:txXfrm>
    </dsp:sp>
    <dsp:sp modelId="{588E861C-8C9C-43E1-84C6-FF28144F556E}">
      <dsp:nvSpPr>
        <dsp:cNvPr id="0" name=""/>
        <dsp:cNvSpPr/>
      </dsp:nvSpPr>
      <dsp:spPr>
        <a:xfrm>
          <a:off x="2422585" y="1759736"/>
          <a:ext cx="465482" cy="544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s-VE" sz="1800" kern="1200" dirty="0"/>
        </a:p>
      </dsp:txBody>
      <dsp:txXfrm>
        <a:off x="2422585" y="1759736"/>
        <a:ext cx="465482" cy="544526"/>
      </dsp:txXfrm>
    </dsp:sp>
    <dsp:sp modelId="{151B44F2-CF9F-4735-8C8B-FFB8593B0BF4}">
      <dsp:nvSpPr>
        <dsp:cNvPr id="0" name=""/>
        <dsp:cNvSpPr/>
      </dsp:nvSpPr>
      <dsp:spPr>
        <a:xfrm>
          <a:off x="3081286" y="638530"/>
          <a:ext cx="2195672" cy="278693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s-VE" sz="2000" b="1" kern="1200" dirty="0" smtClean="0">
              <a:solidFill>
                <a:schemeClr val="tx1"/>
              </a:solidFill>
              <a:effectLst/>
            </a:rPr>
            <a:t>Normas, Políticas,</a:t>
          </a:r>
          <a:br>
            <a:rPr lang="es-VE" sz="2000" b="1" kern="1200" dirty="0" smtClean="0">
              <a:solidFill>
                <a:schemeClr val="tx1"/>
              </a:solidFill>
              <a:effectLst/>
            </a:rPr>
          </a:br>
          <a:r>
            <a:rPr lang="es-VE" sz="2000" b="1" kern="1200" dirty="0" smtClean="0">
              <a:solidFill>
                <a:schemeClr val="tx1"/>
              </a:solidFill>
              <a:effectLst/>
            </a:rPr>
            <a:t>Procedimientos Programas Planes Medidas Controles internos</a:t>
          </a:r>
          <a:endParaRPr lang="es-VE" sz="2000" b="1" kern="1200" dirty="0">
            <a:solidFill>
              <a:schemeClr val="tx1"/>
            </a:solidFill>
          </a:endParaRPr>
        </a:p>
      </dsp:txBody>
      <dsp:txXfrm>
        <a:off x="3081286" y="638530"/>
        <a:ext cx="2195672" cy="2786938"/>
      </dsp:txXfrm>
    </dsp:sp>
    <dsp:sp modelId="{EDF05BF6-91BF-4A2C-96DF-C308B4300F8F}">
      <dsp:nvSpPr>
        <dsp:cNvPr id="0" name=""/>
        <dsp:cNvSpPr/>
      </dsp:nvSpPr>
      <dsp:spPr>
        <a:xfrm>
          <a:off x="5496526" y="1759736"/>
          <a:ext cx="465482" cy="544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s-VE" sz="1800" kern="1200" dirty="0"/>
        </a:p>
      </dsp:txBody>
      <dsp:txXfrm>
        <a:off x="5496526" y="1759736"/>
        <a:ext cx="465482" cy="544526"/>
      </dsp:txXfrm>
    </dsp:sp>
    <dsp:sp modelId="{BB342A9B-F2DB-404E-8AE1-EED76EEA729B}">
      <dsp:nvSpPr>
        <dsp:cNvPr id="0" name=""/>
        <dsp:cNvSpPr/>
      </dsp:nvSpPr>
      <dsp:spPr>
        <a:xfrm>
          <a:off x="6155227" y="638530"/>
          <a:ext cx="2195672" cy="278693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VE" sz="1600" b="1" kern="1200" dirty="0" smtClean="0">
              <a:solidFill>
                <a:schemeClr val="tx1"/>
              </a:solidFill>
              <a:effectLst/>
            </a:rPr>
            <a:t>Enfoque de riesgos considerando la estructura organizativa, perfil operacional y conforme al nivel de riesgos de la Compañía.</a:t>
          </a:r>
          <a:br>
            <a:rPr lang="es-VE" sz="1600" b="1" kern="1200" dirty="0" smtClean="0">
              <a:solidFill>
                <a:schemeClr val="tx1"/>
              </a:solidFill>
              <a:effectLst/>
            </a:rPr>
          </a:br>
          <a:endParaRPr lang="es-VE" sz="1600" b="1" kern="1200" dirty="0">
            <a:solidFill>
              <a:schemeClr val="tx1"/>
            </a:solidFill>
          </a:endParaRPr>
        </a:p>
      </dsp:txBody>
      <dsp:txXfrm>
        <a:off x="6155227" y="638530"/>
        <a:ext cx="2195672" cy="2786938"/>
      </dsp:txXfrm>
    </dsp:sp>
  </dsp:spTree>
</dsp:drawing>
</file>

<file path=ppt/diagrams/drawing4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0132974-3228-44CE-9DA7-8C9CCE0EBACA}">
      <dsp:nvSpPr>
        <dsp:cNvPr id="0" name=""/>
        <dsp:cNvSpPr/>
      </dsp:nvSpPr>
      <dsp:spPr>
        <a:xfrm>
          <a:off x="0" y="30129"/>
          <a:ext cx="7572428" cy="400374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24790" tIns="224790" rIns="224790" bIns="224790" numCol="1" spcCol="1270" anchor="ctr" anchorCtr="0">
          <a:noAutofit/>
        </a:bodyPr>
        <a:lstStyle/>
        <a:p>
          <a:pPr lvl="0" algn="ctr" defTabSz="2622550">
            <a:lnSpc>
              <a:spcPct val="90000"/>
            </a:lnSpc>
            <a:spcBef>
              <a:spcPct val="0"/>
            </a:spcBef>
            <a:spcAft>
              <a:spcPct val="35000"/>
            </a:spcAft>
          </a:pPr>
          <a:r>
            <a:rPr lang="es-VE" sz="5900" b="1" kern="1200" dirty="0" smtClean="0">
              <a:solidFill>
                <a:schemeClr val="tx1"/>
              </a:solidFill>
              <a:effectLst/>
            </a:rPr>
            <a:t>TITULO III</a:t>
          </a:r>
          <a:br>
            <a:rPr lang="es-VE" sz="5900" b="1" kern="1200" dirty="0" smtClean="0">
              <a:solidFill>
                <a:schemeClr val="tx1"/>
              </a:solidFill>
              <a:effectLst/>
            </a:rPr>
          </a:br>
          <a:r>
            <a:rPr lang="es-VE" sz="5900" b="1" kern="1200" dirty="0" smtClean="0">
              <a:solidFill>
                <a:schemeClr val="tx1"/>
              </a:solidFill>
              <a:effectLst/>
            </a:rPr>
            <a:t>DE LAS POLITICAS</a:t>
          </a:r>
          <a:r>
            <a:rPr lang="es-VE" sz="5900" b="1" kern="1200" dirty="0" smtClean="0">
              <a:solidFill>
                <a:schemeClr val="tx1"/>
              </a:solidFill>
            </a:rPr>
            <a:t/>
          </a:r>
          <a:br>
            <a:rPr lang="es-VE" sz="5900" b="1" kern="1200" dirty="0" smtClean="0">
              <a:solidFill>
                <a:schemeClr val="tx1"/>
              </a:solidFill>
            </a:rPr>
          </a:br>
          <a:endParaRPr lang="es-VE" sz="5900" b="1" kern="1200" dirty="0">
            <a:solidFill>
              <a:schemeClr val="tx1"/>
            </a:solidFill>
          </a:endParaRPr>
        </a:p>
      </dsp:txBody>
      <dsp:txXfrm>
        <a:off x="0" y="30129"/>
        <a:ext cx="7572428" cy="4003740"/>
      </dsp:txXfrm>
    </dsp:sp>
  </dsp:spTree>
</dsp:drawing>
</file>

<file path=ppt/diagrams/drawing4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AC17F05-BECF-415D-91EB-2FD399A0E3A8}">
      <dsp:nvSpPr>
        <dsp:cNvPr id="0" name=""/>
        <dsp:cNvSpPr/>
      </dsp:nvSpPr>
      <dsp:spPr>
        <a:xfrm>
          <a:off x="0" y="165849"/>
          <a:ext cx="7715304" cy="373230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09550" tIns="209550" rIns="209550" bIns="209550" numCol="1" spcCol="1270" anchor="ctr" anchorCtr="0">
          <a:noAutofit/>
        </a:bodyPr>
        <a:lstStyle/>
        <a:p>
          <a:pPr lvl="0" algn="ctr" defTabSz="2444750">
            <a:lnSpc>
              <a:spcPct val="90000"/>
            </a:lnSpc>
            <a:spcBef>
              <a:spcPct val="0"/>
            </a:spcBef>
            <a:spcAft>
              <a:spcPct val="35000"/>
            </a:spcAft>
          </a:pPr>
          <a:r>
            <a:rPr lang="es-VE" sz="5500" b="1" kern="1200" dirty="0" smtClean="0">
              <a:solidFill>
                <a:schemeClr val="tx1"/>
              </a:solidFill>
            </a:rPr>
            <a:t>CAPITULO I</a:t>
          </a:r>
          <a:br>
            <a:rPr lang="es-VE" sz="5500" b="1" kern="1200" dirty="0" smtClean="0">
              <a:solidFill>
                <a:schemeClr val="tx1"/>
              </a:solidFill>
            </a:rPr>
          </a:br>
          <a:r>
            <a:rPr lang="es-VE" sz="5500" b="1" kern="1200" dirty="0" smtClean="0">
              <a:solidFill>
                <a:schemeClr val="tx1"/>
              </a:solidFill>
            </a:rPr>
            <a:t>POLITICA CONOZCA A SU CLIENTE</a:t>
          </a:r>
          <a:endParaRPr lang="es-VE" sz="5500" b="1" kern="1200" dirty="0">
            <a:solidFill>
              <a:schemeClr val="tx1"/>
            </a:solidFill>
          </a:endParaRPr>
        </a:p>
      </dsp:txBody>
      <dsp:txXfrm>
        <a:off x="0" y="165849"/>
        <a:ext cx="7715304" cy="3732300"/>
      </dsp:txXfrm>
    </dsp:sp>
  </dsp:spTree>
</dsp:drawing>
</file>

<file path=ppt/diagrams/drawing4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3E4514D-12C9-44CB-83FE-A693C8C88488}">
      <dsp:nvSpPr>
        <dsp:cNvPr id="0" name=""/>
        <dsp:cNvSpPr/>
      </dsp:nvSpPr>
      <dsp:spPr>
        <a:xfrm>
          <a:off x="4666" y="160413"/>
          <a:ext cx="2607449" cy="3743173"/>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VE" sz="2800" b="0" kern="1200" dirty="0" smtClean="0">
              <a:solidFill>
                <a:schemeClr val="tx1"/>
              </a:solidFill>
            </a:rPr>
            <a:t>POLITICA CONOZCA A SU CLIENTE</a:t>
          </a:r>
          <a:endParaRPr lang="es-VE" sz="2800" b="0" kern="1200" dirty="0">
            <a:solidFill>
              <a:schemeClr val="tx1"/>
            </a:solidFill>
          </a:endParaRPr>
        </a:p>
      </dsp:txBody>
      <dsp:txXfrm>
        <a:off x="4666" y="160413"/>
        <a:ext cx="2607449" cy="3743173"/>
      </dsp:txXfrm>
    </dsp:sp>
    <dsp:sp modelId="{4AFE0AEF-5E27-40FA-BE71-A900B0DEB82E}">
      <dsp:nvSpPr>
        <dsp:cNvPr id="0" name=""/>
        <dsp:cNvSpPr/>
      </dsp:nvSpPr>
      <dsp:spPr>
        <a:xfrm>
          <a:off x="2800610" y="1708676"/>
          <a:ext cx="697281" cy="6466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endParaRPr lang="es-VE" sz="2100" kern="1200" dirty="0"/>
        </a:p>
      </dsp:txBody>
      <dsp:txXfrm>
        <a:off x="2800610" y="1708676"/>
        <a:ext cx="697281" cy="646647"/>
      </dsp:txXfrm>
    </dsp:sp>
    <dsp:sp modelId="{9DCD26DE-08B2-45CD-ABEE-60537E11EFB9}">
      <dsp:nvSpPr>
        <dsp:cNvPr id="0" name=""/>
        <dsp:cNvSpPr/>
      </dsp:nvSpPr>
      <dsp:spPr>
        <a:xfrm>
          <a:off x="3655096" y="160413"/>
          <a:ext cx="3055409" cy="3743173"/>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just" defTabSz="622300">
            <a:lnSpc>
              <a:spcPct val="90000"/>
            </a:lnSpc>
            <a:spcBef>
              <a:spcPct val="0"/>
            </a:spcBef>
            <a:spcAft>
              <a:spcPct val="35000"/>
            </a:spcAft>
          </a:pPr>
          <a:r>
            <a:rPr lang="es-VE" sz="1400" kern="1200" dirty="0" smtClean="0">
              <a:solidFill>
                <a:schemeClr val="tx1"/>
              </a:solidFill>
              <a:latin typeface="+mn-lt"/>
              <a:ea typeface="+mn-ea"/>
              <a:cs typeface="+mn-cs"/>
            </a:rPr>
            <a:t>Conjunto de procedimientos y directrices para que los sujetos obligados puedan de manera efectiva identificar a sus clientes y verificar y monitorear las operaciones financieras en las que participen, en relación con los riesgos y prácticas de Legitimación de Capitales, Financiamiento al Terrorismo y el Financiamiento a la Proliferación de Armas de Destrucción Masiva  </a:t>
          </a:r>
          <a:endParaRPr lang="es-VE" sz="1400" kern="1200" dirty="0"/>
        </a:p>
      </dsp:txBody>
      <dsp:txXfrm>
        <a:off x="3655096" y="160413"/>
        <a:ext cx="3055409" cy="3743173"/>
      </dsp:txXfrm>
    </dsp:sp>
  </dsp:spTree>
</dsp:drawing>
</file>

<file path=ppt/diagrams/drawing4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F1C378E-4512-4E38-94A5-5BEFA2F8330A}">
      <dsp:nvSpPr>
        <dsp:cNvPr id="0" name=""/>
        <dsp:cNvSpPr/>
      </dsp:nvSpPr>
      <dsp:spPr>
        <a:xfrm>
          <a:off x="8139" y="142879"/>
          <a:ext cx="1370301" cy="3746505"/>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VE" sz="1800" b="1" kern="1200" dirty="0" smtClean="0">
              <a:solidFill>
                <a:schemeClr val="tx1"/>
              </a:solidFill>
            </a:rPr>
            <a:t>POLITICA CONOZCA   SU CLIENTE</a:t>
          </a:r>
          <a:br>
            <a:rPr lang="es-VE" sz="1800" b="1" kern="1200" dirty="0" smtClean="0">
              <a:solidFill>
                <a:schemeClr val="tx1"/>
              </a:solidFill>
            </a:rPr>
          </a:br>
          <a:endParaRPr lang="es-VE" sz="1800" kern="1200" dirty="0">
            <a:solidFill>
              <a:schemeClr val="tx1"/>
            </a:solidFill>
          </a:endParaRPr>
        </a:p>
      </dsp:txBody>
      <dsp:txXfrm>
        <a:off x="8139" y="142879"/>
        <a:ext cx="1370301" cy="3746505"/>
      </dsp:txXfrm>
    </dsp:sp>
    <dsp:sp modelId="{8FBD2036-72F8-42CC-97DF-E7D6B4055038}">
      <dsp:nvSpPr>
        <dsp:cNvPr id="0" name=""/>
        <dsp:cNvSpPr/>
      </dsp:nvSpPr>
      <dsp:spPr>
        <a:xfrm>
          <a:off x="1402244" y="1791426"/>
          <a:ext cx="290503" cy="33983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VE" sz="1100" kern="1200" dirty="0"/>
        </a:p>
      </dsp:txBody>
      <dsp:txXfrm>
        <a:off x="1402244" y="1791426"/>
        <a:ext cx="290503" cy="339834"/>
      </dsp:txXfrm>
    </dsp:sp>
    <dsp:sp modelId="{DB88BBEF-0E17-4051-A6DE-DAF0D622E4F6}">
      <dsp:nvSpPr>
        <dsp:cNvPr id="0" name=""/>
        <dsp:cNvSpPr/>
      </dsp:nvSpPr>
      <dsp:spPr>
        <a:xfrm>
          <a:off x="1926562" y="0"/>
          <a:ext cx="2546677" cy="4032264"/>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s-VE" sz="1100" b="1" kern="1200" dirty="0" smtClean="0">
              <a:solidFill>
                <a:schemeClr val="tx1"/>
              </a:solidFill>
            </a:rPr>
            <a:t>Registro Individual. Articulo . 50</a:t>
          </a:r>
        </a:p>
        <a:p>
          <a:pPr lvl="0" algn="ctr" defTabSz="488950">
            <a:lnSpc>
              <a:spcPct val="90000"/>
            </a:lnSpc>
            <a:spcBef>
              <a:spcPct val="0"/>
            </a:spcBef>
            <a:spcAft>
              <a:spcPct val="35000"/>
            </a:spcAft>
          </a:pPr>
          <a:r>
            <a:rPr lang="es-VE" sz="1100" b="1" kern="1200" dirty="0" smtClean="0">
              <a:solidFill>
                <a:schemeClr val="tx1"/>
              </a:solidFill>
            </a:rPr>
            <a:t>Propósito de las Operaciones. Articulo . 51</a:t>
          </a:r>
        </a:p>
        <a:p>
          <a:pPr lvl="0" algn="ctr" defTabSz="488950">
            <a:lnSpc>
              <a:spcPct val="90000"/>
            </a:lnSpc>
            <a:spcBef>
              <a:spcPct val="0"/>
            </a:spcBef>
            <a:spcAft>
              <a:spcPct val="35000"/>
            </a:spcAft>
          </a:pPr>
          <a:r>
            <a:rPr lang="es-VE" sz="1100" b="1" kern="1200" dirty="0" smtClean="0">
              <a:solidFill>
                <a:schemeClr val="tx1"/>
              </a:solidFill>
            </a:rPr>
            <a:t>Declaración de  origen de Fondos. Articulo. 52</a:t>
          </a:r>
        </a:p>
        <a:p>
          <a:pPr lvl="0" algn="ctr" defTabSz="488950">
            <a:lnSpc>
              <a:spcPct val="90000"/>
            </a:lnSpc>
            <a:spcBef>
              <a:spcPct val="0"/>
            </a:spcBef>
            <a:spcAft>
              <a:spcPct val="35000"/>
            </a:spcAft>
          </a:pPr>
          <a:r>
            <a:rPr lang="es-VE" sz="1100" b="1" kern="1200" dirty="0" smtClean="0">
              <a:solidFill>
                <a:schemeClr val="tx1"/>
              </a:solidFill>
            </a:rPr>
            <a:t>Identificación Personas Naturales. Articulo. 53</a:t>
          </a:r>
        </a:p>
        <a:p>
          <a:pPr lvl="0" algn="ctr" defTabSz="488950">
            <a:lnSpc>
              <a:spcPct val="90000"/>
            </a:lnSpc>
            <a:spcBef>
              <a:spcPct val="0"/>
            </a:spcBef>
            <a:spcAft>
              <a:spcPct val="35000"/>
            </a:spcAft>
          </a:pPr>
          <a:r>
            <a:rPr lang="es-VE" sz="1100" b="1" kern="1200" dirty="0" smtClean="0">
              <a:solidFill>
                <a:schemeClr val="tx1"/>
              </a:solidFill>
            </a:rPr>
            <a:t>Identificación Personas Jurídicas. Articulo. 54</a:t>
          </a:r>
        </a:p>
        <a:p>
          <a:pPr lvl="0" algn="ctr" defTabSz="488950">
            <a:lnSpc>
              <a:spcPct val="90000"/>
            </a:lnSpc>
            <a:spcBef>
              <a:spcPct val="0"/>
            </a:spcBef>
            <a:spcAft>
              <a:spcPct val="35000"/>
            </a:spcAft>
          </a:pPr>
          <a:r>
            <a:rPr lang="es-VE" sz="1100" b="1" kern="1200" dirty="0" smtClean="0">
              <a:solidFill>
                <a:schemeClr val="tx1"/>
              </a:solidFill>
            </a:rPr>
            <a:t>Identificación de los Clientes que no actúan por cuenta propia. Articulo 55</a:t>
          </a:r>
        </a:p>
        <a:p>
          <a:pPr lvl="0" algn="ctr" defTabSz="488950">
            <a:lnSpc>
              <a:spcPct val="90000"/>
            </a:lnSpc>
            <a:spcBef>
              <a:spcPct val="0"/>
            </a:spcBef>
            <a:spcAft>
              <a:spcPct val="35000"/>
            </a:spcAft>
          </a:pPr>
          <a:r>
            <a:rPr lang="es-VE" sz="1100" b="1" kern="1200" dirty="0" smtClean="0">
              <a:solidFill>
                <a:schemeClr val="tx1"/>
              </a:solidFill>
            </a:rPr>
            <a:t>Datos Adicionales. Articulo 56</a:t>
          </a:r>
          <a:endParaRPr lang="es-VE" sz="1100" b="1" kern="1200" dirty="0">
            <a:solidFill>
              <a:schemeClr val="tx1"/>
            </a:solidFill>
          </a:endParaRPr>
        </a:p>
      </dsp:txBody>
      <dsp:txXfrm>
        <a:off x="1926562" y="0"/>
        <a:ext cx="2546677" cy="4032264"/>
      </dsp:txXfrm>
    </dsp:sp>
    <dsp:sp modelId="{C4A5CCEB-0AD3-4DD0-9B07-87D52363A097}">
      <dsp:nvSpPr>
        <dsp:cNvPr id="0" name=""/>
        <dsp:cNvSpPr/>
      </dsp:nvSpPr>
      <dsp:spPr>
        <a:xfrm>
          <a:off x="4610270" y="1846214"/>
          <a:ext cx="290503" cy="33983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VE" sz="1100" kern="1200" dirty="0"/>
        </a:p>
      </dsp:txBody>
      <dsp:txXfrm>
        <a:off x="4610270" y="1846214"/>
        <a:ext cx="290503" cy="339834"/>
      </dsp:txXfrm>
    </dsp:sp>
    <dsp:sp modelId="{F5371585-72D8-4048-BDCE-4129A8BA82A1}">
      <dsp:nvSpPr>
        <dsp:cNvPr id="0" name=""/>
        <dsp:cNvSpPr/>
      </dsp:nvSpPr>
      <dsp:spPr>
        <a:xfrm>
          <a:off x="5021360" y="31491"/>
          <a:ext cx="2471489" cy="3969281"/>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s-VE" sz="1100" b="1" kern="1200" dirty="0" smtClean="0">
              <a:solidFill>
                <a:schemeClr val="tx1"/>
              </a:solidFill>
            </a:rPr>
            <a:t>Debida Diligencia  del Cliente. Articulo 57</a:t>
          </a:r>
        </a:p>
        <a:p>
          <a:pPr lvl="0" algn="ctr" defTabSz="488950">
            <a:lnSpc>
              <a:spcPct val="90000"/>
            </a:lnSpc>
            <a:spcBef>
              <a:spcPct val="0"/>
            </a:spcBef>
            <a:spcAft>
              <a:spcPct val="35000"/>
            </a:spcAft>
          </a:pPr>
          <a:r>
            <a:rPr lang="es-VE" sz="1100" b="1" kern="1200" dirty="0" smtClean="0">
              <a:solidFill>
                <a:schemeClr val="tx1"/>
              </a:solidFill>
            </a:rPr>
            <a:t>Expediente del Cliente Persona Natural. Articulo 58</a:t>
          </a:r>
        </a:p>
        <a:p>
          <a:pPr lvl="0" algn="ctr" defTabSz="488950">
            <a:lnSpc>
              <a:spcPct val="90000"/>
            </a:lnSpc>
            <a:spcBef>
              <a:spcPct val="0"/>
            </a:spcBef>
            <a:spcAft>
              <a:spcPct val="35000"/>
            </a:spcAft>
          </a:pPr>
          <a:r>
            <a:rPr lang="es-VE" sz="1100" b="1" kern="1200" dirty="0" smtClean="0">
              <a:solidFill>
                <a:schemeClr val="tx1"/>
              </a:solidFill>
            </a:rPr>
            <a:t>Expediente del Cliente persona Jurídica. Articulo 59</a:t>
          </a:r>
        </a:p>
        <a:p>
          <a:pPr lvl="0" algn="ctr" defTabSz="488950">
            <a:lnSpc>
              <a:spcPct val="90000"/>
            </a:lnSpc>
            <a:spcBef>
              <a:spcPct val="0"/>
            </a:spcBef>
            <a:spcAft>
              <a:spcPct val="35000"/>
            </a:spcAft>
          </a:pPr>
          <a:r>
            <a:rPr lang="es-VE" sz="1100" b="1" kern="1200" dirty="0" smtClean="0">
              <a:solidFill>
                <a:schemeClr val="tx1"/>
              </a:solidFill>
            </a:rPr>
            <a:t>Obligación del Intermediario. Articulo 60</a:t>
          </a:r>
        </a:p>
        <a:p>
          <a:pPr lvl="0" algn="ctr" defTabSz="488950">
            <a:lnSpc>
              <a:spcPct val="90000"/>
            </a:lnSpc>
            <a:spcBef>
              <a:spcPct val="0"/>
            </a:spcBef>
            <a:spcAft>
              <a:spcPct val="35000"/>
            </a:spcAft>
          </a:pPr>
          <a:r>
            <a:rPr lang="es-VE" sz="1100" b="1" kern="1200" dirty="0" smtClean="0">
              <a:solidFill>
                <a:schemeClr val="tx1"/>
              </a:solidFill>
            </a:rPr>
            <a:t>Prohibición. Articulo 61</a:t>
          </a:r>
        </a:p>
        <a:p>
          <a:pPr lvl="0" algn="ctr" defTabSz="488950">
            <a:lnSpc>
              <a:spcPct val="90000"/>
            </a:lnSpc>
            <a:spcBef>
              <a:spcPct val="0"/>
            </a:spcBef>
            <a:spcAft>
              <a:spcPct val="35000"/>
            </a:spcAft>
          </a:pPr>
          <a:r>
            <a:rPr lang="es-VE" sz="1100" b="1" kern="1200" dirty="0" smtClean="0">
              <a:solidFill>
                <a:schemeClr val="tx1"/>
              </a:solidFill>
            </a:rPr>
            <a:t>Verificación de Datos. Articulo 62</a:t>
          </a:r>
        </a:p>
        <a:p>
          <a:pPr lvl="0" algn="ctr" defTabSz="488950">
            <a:lnSpc>
              <a:spcPct val="90000"/>
            </a:lnSpc>
            <a:spcBef>
              <a:spcPct val="0"/>
            </a:spcBef>
            <a:spcAft>
              <a:spcPct val="35000"/>
            </a:spcAft>
          </a:pPr>
          <a:r>
            <a:rPr lang="es-VE" sz="1100" b="1" kern="1200" dirty="0" smtClean="0">
              <a:solidFill>
                <a:schemeClr val="tx1"/>
              </a:solidFill>
            </a:rPr>
            <a:t>Nivel de Riesgo y Verificación. Articulo 63</a:t>
          </a:r>
          <a:endParaRPr lang="es-VE" sz="1100" b="1" kern="1200" dirty="0">
            <a:solidFill>
              <a:schemeClr val="tx1"/>
            </a:solidFill>
          </a:endParaRPr>
        </a:p>
      </dsp:txBody>
      <dsp:txXfrm>
        <a:off x="5021360" y="31491"/>
        <a:ext cx="2471489" cy="3969281"/>
      </dsp:txXfrm>
    </dsp:sp>
  </dsp:spTree>
</dsp:drawing>
</file>

<file path=ppt/diagrams/drawing4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CDCA9B6-4237-448F-9A63-B1E6B80F7196}">
      <dsp:nvSpPr>
        <dsp:cNvPr id="0" name=""/>
        <dsp:cNvSpPr/>
      </dsp:nvSpPr>
      <dsp:spPr>
        <a:xfrm>
          <a:off x="4179" y="-67294"/>
          <a:ext cx="1366555" cy="419858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VE" sz="1800" b="1" kern="1200" dirty="0" smtClean="0">
              <a:solidFill>
                <a:schemeClr val="tx1"/>
              </a:solidFill>
            </a:rPr>
            <a:t>POLITICA CONOZCA  A SU CLIENTE</a:t>
          </a:r>
          <a:r>
            <a:rPr lang="es-VE" sz="900" b="1" kern="1200" dirty="0" smtClean="0"/>
            <a:t/>
          </a:r>
          <a:br>
            <a:rPr lang="es-VE" sz="900" b="1" kern="1200" dirty="0" smtClean="0"/>
          </a:br>
          <a:endParaRPr lang="es-VE" sz="900" kern="1200" dirty="0"/>
        </a:p>
      </dsp:txBody>
      <dsp:txXfrm>
        <a:off x="4179" y="-67294"/>
        <a:ext cx="1366555" cy="4198588"/>
      </dsp:txXfrm>
    </dsp:sp>
    <dsp:sp modelId="{7F2013AF-0DB3-4774-8E4C-68D21F2478BA}">
      <dsp:nvSpPr>
        <dsp:cNvPr id="0" name=""/>
        <dsp:cNvSpPr/>
      </dsp:nvSpPr>
      <dsp:spPr>
        <a:xfrm>
          <a:off x="1507389" y="1862547"/>
          <a:ext cx="289709" cy="3389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VE" sz="1100" kern="1200" dirty="0"/>
        </a:p>
      </dsp:txBody>
      <dsp:txXfrm>
        <a:off x="1507389" y="1862547"/>
        <a:ext cx="289709" cy="338905"/>
      </dsp:txXfrm>
    </dsp:sp>
    <dsp:sp modelId="{4BEAA208-34A1-43F3-BBE3-D7588BE7DAD5}">
      <dsp:nvSpPr>
        <dsp:cNvPr id="0" name=""/>
        <dsp:cNvSpPr/>
      </dsp:nvSpPr>
      <dsp:spPr>
        <a:xfrm>
          <a:off x="1917356" y="0"/>
          <a:ext cx="1366555" cy="406400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VE" sz="1800" b="1" kern="1200" dirty="0" smtClean="0">
              <a:solidFill>
                <a:schemeClr val="tx1"/>
              </a:solidFill>
            </a:rPr>
            <a:t>Debida Diligencia  del Cliente. Articulo 57</a:t>
          </a:r>
          <a:endParaRPr lang="es-VE" sz="1800" kern="1200" dirty="0">
            <a:solidFill>
              <a:schemeClr val="tx1"/>
            </a:solidFill>
          </a:endParaRPr>
        </a:p>
      </dsp:txBody>
      <dsp:txXfrm>
        <a:off x="1917356" y="0"/>
        <a:ext cx="1366555" cy="4064000"/>
      </dsp:txXfrm>
    </dsp:sp>
    <dsp:sp modelId="{32EAE3B8-9479-4829-A78C-E1B6795DFA1E}">
      <dsp:nvSpPr>
        <dsp:cNvPr id="0" name=""/>
        <dsp:cNvSpPr/>
      </dsp:nvSpPr>
      <dsp:spPr>
        <a:xfrm>
          <a:off x="3420567" y="1862547"/>
          <a:ext cx="289709" cy="3389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VE" sz="1100" kern="1200" dirty="0"/>
        </a:p>
      </dsp:txBody>
      <dsp:txXfrm>
        <a:off x="3420567" y="1862547"/>
        <a:ext cx="289709" cy="338905"/>
      </dsp:txXfrm>
    </dsp:sp>
    <dsp:sp modelId="{FCFD022F-C3A4-4AF1-8995-F9DEC566A226}">
      <dsp:nvSpPr>
        <dsp:cNvPr id="0" name=""/>
        <dsp:cNvSpPr/>
      </dsp:nvSpPr>
      <dsp:spPr>
        <a:xfrm>
          <a:off x="3830534" y="-73044"/>
          <a:ext cx="2110289" cy="4210089"/>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Política por medio de la cual se busca obtener en forma veraz, transparente y completa, así como mantenerla actualizada en el tiempo, toda la información que corresponde aportar a las personas naturales y jurídicas para adquirir la condición de usuarios</a:t>
          </a:r>
          <a:endParaRPr lang="es-VE" sz="1400" b="1" kern="1200" dirty="0">
            <a:solidFill>
              <a:schemeClr val="tx1"/>
            </a:solidFill>
          </a:endParaRPr>
        </a:p>
      </dsp:txBody>
      <dsp:txXfrm>
        <a:off x="3830534" y="-73044"/>
        <a:ext cx="2110289" cy="4210089"/>
      </dsp:txXfrm>
    </dsp:sp>
    <dsp:sp modelId="{806AA8FF-77D1-4171-BB1F-D68C670FA74F}">
      <dsp:nvSpPr>
        <dsp:cNvPr id="0" name=""/>
        <dsp:cNvSpPr/>
      </dsp:nvSpPr>
      <dsp:spPr>
        <a:xfrm>
          <a:off x="6077479" y="1862547"/>
          <a:ext cx="289709" cy="3389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VE" sz="1100" kern="1200" dirty="0"/>
        </a:p>
      </dsp:txBody>
      <dsp:txXfrm>
        <a:off x="6077479" y="1862547"/>
        <a:ext cx="289709" cy="338905"/>
      </dsp:txXfrm>
    </dsp:sp>
    <dsp:sp modelId="{FFBE084B-9820-4DD9-9B6B-14CA39F170F2}">
      <dsp:nvSpPr>
        <dsp:cNvPr id="0" name=""/>
        <dsp:cNvSpPr/>
      </dsp:nvSpPr>
      <dsp:spPr>
        <a:xfrm>
          <a:off x="6487445" y="713024"/>
          <a:ext cx="1366555" cy="263795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s-VE" sz="1500" b="1" kern="1200" dirty="0" smtClean="0">
              <a:solidFill>
                <a:schemeClr val="tx1"/>
              </a:solidFill>
            </a:rPr>
            <a:t>Unidad Nacional de Información Financiera</a:t>
          </a:r>
          <a:endParaRPr lang="es-VE" sz="1500" b="1" kern="1200" dirty="0">
            <a:solidFill>
              <a:schemeClr val="tx1"/>
            </a:solidFill>
          </a:endParaRPr>
        </a:p>
      </dsp:txBody>
      <dsp:txXfrm>
        <a:off x="6487445" y="713024"/>
        <a:ext cx="1366555" cy="26379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presOf axis="self"/>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presOf axis="self"/>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presOf axis="self"/>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presOf axis="self"/>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VE"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EFD0E08-7A71-4D24-850B-9823BB1E0B7C}" type="datetimeFigureOut">
              <a:rPr lang="es-VE" smtClean="0"/>
              <a:pPr/>
              <a:t>06/03/2023</a:t>
            </a:fld>
            <a:endParaRPr lang="es-VE"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VE"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VE"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942C95-610F-469E-A4BA-EAB7ABE2A5D5}" type="slidenum">
              <a:rPr lang="es-VE" smtClean="0"/>
              <a:pPr/>
              <a:t>‹Nº›</a:t>
            </a:fld>
            <a:endParaRPr lang="es-VE"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1</a:t>
            </a:fld>
            <a:endParaRPr lang="es-V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2</a:t>
            </a:fld>
            <a:endParaRPr lang="es-VE"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3</a:t>
            </a:fld>
            <a:endParaRPr lang="es-VE"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4</a:t>
            </a:fld>
            <a:endParaRPr lang="es-VE"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6</a:t>
            </a:fld>
            <a:endParaRPr lang="es-VE"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7</a:t>
            </a:fld>
            <a:endParaRPr lang="es-VE"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9</a:t>
            </a:fld>
            <a:endParaRPr lang="es-VE"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10</a:t>
            </a:fld>
            <a:endParaRPr lang="es-VE"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11</a:t>
            </a:fld>
            <a:endParaRPr lang="es-VE"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12</a:t>
            </a:fld>
            <a:endParaRPr lang="es-VE"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13</a:t>
            </a:fld>
            <a:endParaRPr lang="es-VE"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14</a:t>
            </a:fld>
            <a:endParaRPr lang="es-VE"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33</a:t>
            </a:fld>
            <a:endParaRPr lang="es-VE"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34</a:t>
            </a:fld>
            <a:endParaRPr lang="es-VE"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35</a:t>
            </a:fld>
            <a:endParaRPr lang="es-VE"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36</a:t>
            </a:fld>
            <a:endParaRPr lang="es-VE"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37</a:t>
            </a:fld>
            <a:endParaRPr lang="es-VE"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38</a:t>
            </a:fld>
            <a:endParaRPr lang="es-VE"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39</a:t>
            </a:fld>
            <a:endParaRPr lang="es-VE"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40</a:t>
            </a:fld>
            <a:endParaRPr lang="es-VE"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41</a:t>
            </a:fld>
            <a:endParaRPr lang="es-VE"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42</a:t>
            </a:fld>
            <a:endParaRPr lang="es-VE"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43</a:t>
            </a:fld>
            <a:endParaRPr lang="es-VE"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44</a:t>
            </a:fld>
            <a:endParaRPr lang="es-VE"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VE" dirty="0"/>
          </a:p>
        </p:txBody>
      </p:sp>
      <p:sp>
        <p:nvSpPr>
          <p:cNvPr id="4" name="3 Marcador de número de diapositiva"/>
          <p:cNvSpPr>
            <a:spLocks noGrp="1"/>
          </p:cNvSpPr>
          <p:nvPr>
            <p:ph type="sldNum" sz="quarter" idx="10"/>
          </p:nvPr>
        </p:nvSpPr>
        <p:spPr/>
        <p:txBody>
          <a:bodyPr/>
          <a:lstStyle/>
          <a:p>
            <a:fld id="{A1942C95-610F-469E-A4BA-EAB7ABE2A5D5}" type="slidenum">
              <a:rPr lang="es-VE" smtClean="0"/>
              <a:pPr/>
              <a:t>45</a:t>
            </a:fld>
            <a:endParaRPr lang="es-VE"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9 Triángulo rectángulo"/>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8 Título"/>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smtClean="0"/>
              <a:t>Haga clic para modificar el estilo de subtítulo del patrón</a:t>
            </a:r>
            <a:endParaRPr kumimoji="0" lang="en-US"/>
          </a:p>
        </p:txBody>
      </p:sp>
      <p:grpSp>
        <p:nvGrpSpPr>
          <p:cNvPr id="2" name="1 Grupo"/>
          <p:cNvGrpSpPr/>
          <p:nvPr/>
        </p:nvGrpSpPr>
        <p:grpSpPr>
          <a:xfrm>
            <a:off x="-3765" y="4953000"/>
            <a:ext cx="9147765" cy="1912088"/>
            <a:chOff x="-3765" y="4832896"/>
            <a:chExt cx="9147765" cy="2032192"/>
          </a:xfrm>
        </p:grpSpPr>
        <p:sp>
          <p:nvSpPr>
            <p:cNvPr id="7" name="6 Forma libre"/>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8" name="7 Forma libre"/>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1" name="10 Forma libre"/>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2" name="11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29 Marcador de fecha"/>
          <p:cNvSpPr>
            <a:spLocks noGrp="1"/>
          </p:cNvSpPr>
          <p:nvPr>
            <p:ph type="dt" sz="half" idx="10"/>
          </p:nvPr>
        </p:nvSpPr>
        <p:spPr/>
        <p:txBody>
          <a:bodyPr/>
          <a:lstStyle>
            <a:lvl1pPr>
              <a:defRPr>
                <a:solidFill>
                  <a:srgbClr val="FFFFFF"/>
                </a:solidFill>
              </a:defRPr>
            </a:lvl1pPr>
            <a:extLst/>
          </a:lstStyle>
          <a:p>
            <a:fld id="{0D829407-7FD0-4089-A988-D6F51304977D}" type="datetimeFigureOut">
              <a:rPr lang="es-VE" smtClean="0"/>
              <a:pPr/>
              <a:t>06/03/2023</a:t>
            </a:fld>
            <a:endParaRPr lang="es-VE" dirty="0"/>
          </a:p>
        </p:txBody>
      </p:sp>
      <p:sp>
        <p:nvSpPr>
          <p:cNvPr id="19" name="18 Marcador de pie de página"/>
          <p:cNvSpPr>
            <a:spLocks noGrp="1"/>
          </p:cNvSpPr>
          <p:nvPr>
            <p:ph type="ftr" sz="quarter" idx="11"/>
          </p:nvPr>
        </p:nvSpPr>
        <p:spPr/>
        <p:txBody>
          <a:bodyPr/>
          <a:lstStyle>
            <a:lvl1pPr>
              <a:defRPr>
                <a:solidFill>
                  <a:schemeClr val="accent1">
                    <a:tint val="20000"/>
                  </a:schemeClr>
                </a:solidFill>
              </a:defRPr>
            </a:lvl1pPr>
            <a:extLst/>
          </a:lstStyle>
          <a:p>
            <a:endParaRPr lang="es-VE" dirty="0"/>
          </a:p>
        </p:txBody>
      </p:sp>
      <p:sp>
        <p:nvSpPr>
          <p:cNvPr id="27" name="26 Marcador de número de diapositiva"/>
          <p:cNvSpPr>
            <a:spLocks noGrp="1"/>
          </p:cNvSpPr>
          <p:nvPr>
            <p:ph type="sldNum" sz="quarter" idx="12"/>
          </p:nvPr>
        </p:nvSpPr>
        <p:spPr/>
        <p:txBody>
          <a:bodyPr/>
          <a:lstStyle>
            <a:lvl1pPr>
              <a:defRPr>
                <a:solidFill>
                  <a:srgbClr val="FFFFFF"/>
                </a:solidFill>
              </a:defRPr>
            </a:lvl1pPr>
            <a:extLst/>
          </a:lstStyle>
          <a:p>
            <a:fld id="{4FA0E9C1-08B2-4E5F-9780-3D2DE7ECE79B}" type="slidenum">
              <a:rPr lang="es-VE" smtClean="0"/>
              <a:pPr/>
              <a:t>‹Nº›</a:t>
            </a:fld>
            <a:endParaRPr lang="es-VE"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0D829407-7FD0-4089-A988-D6F51304977D}" type="datetimeFigureOut">
              <a:rPr lang="es-VE" smtClean="0"/>
              <a:pPr/>
              <a:t>06/03/2023</a:t>
            </a:fld>
            <a:endParaRPr lang="es-VE" dirty="0"/>
          </a:p>
        </p:txBody>
      </p:sp>
      <p:sp>
        <p:nvSpPr>
          <p:cNvPr id="5" name="4 Marcador de pie de página"/>
          <p:cNvSpPr>
            <a:spLocks noGrp="1"/>
          </p:cNvSpPr>
          <p:nvPr>
            <p:ph type="ftr" sz="quarter" idx="11"/>
          </p:nvPr>
        </p:nvSpPr>
        <p:spPr/>
        <p:txBody>
          <a:bodyPr/>
          <a:lstStyle>
            <a:extLst/>
          </a:lstStyle>
          <a:p>
            <a:endParaRPr lang="es-VE" dirty="0"/>
          </a:p>
        </p:txBody>
      </p:sp>
      <p:sp>
        <p:nvSpPr>
          <p:cNvPr id="6" name="5 Marcador de número de diapositiva"/>
          <p:cNvSpPr>
            <a:spLocks noGrp="1"/>
          </p:cNvSpPr>
          <p:nvPr>
            <p:ph type="sldNum" sz="quarter" idx="12"/>
          </p:nvPr>
        </p:nvSpPr>
        <p:spPr/>
        <p:txBody>
          <a:bodyPr/>
          <a:lstStyle>
            <a:extLst/>
          </a:lstStyle>
          <a:p>
            <a:fld id="{4FA0E9C1-08B2-4E5F-9780-3D2DE7ECE79B}" type="slidenum">
              <a:rPr lang="es-VE" smtClean="0"/>
              <a:pPr/>
              <a:t>‹Nº›</a:t>
            </a:fld>
            <a:endParaRPr lang="es-VE" dirty="0"/>
          </a:p>
        </p:txBody>
      </p:sp>
      <p:sp>
        <p:nvSpPr>
          <p:cNvPr id="7" name="6 Título"/>
          <p:cNvSpPr>
            <a:spLocks noGrp="1"/>
          </p:cNvSpPr>
          <p:nvPr>
            <p:ph type="title"/>
          </p:nvPr>
        </p:nvSpPr>
        <p:spPr/>
        <p:txBody>
          <a:bodyPr rtlCol="0"/>
          <a:lstStyle>
            <a:extLst/>
          </a:lstStyle>
          <a:p>
            <a:r>
              <a:rPr kumimoji="0" lang="es-ES" smtClean="0"/>
              <a:t>Haga clic para modificar el estilo de título del patrón</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extLst/>
          </a:lstStyle>
          <a:p>
            <a:fld id="{0D829407-7FD0-4089-A988-D6F51304977D}" type="datetimeFigureOut">
              <a:rPr lang="es-VE" smtClean="0"/>
              <a:pPr/>
              <a:t>06/03/2023</a:t>
            </a:fld>
            <a:endParaRPr lang="es-VE" dirty="0"/>
          </a:p>
        </p:txBody>
      </p:sp>
      <p:sp>
        <p:nvSpPr>
          <p:cNvPr id="5" name="4 Marcador de pie de página"/>
          <p:cNvSpPr>
            <a:spLocks noGrp="1"/>
          </p:cNvSpPr>
          <p:nvPr>
            <p:ph type="ftr" sz="quarter" idx="11"/>
          </p:nvPr>
        </p:nvSpPr>
        <p:spPr/>
        <p:txBody>
          <a:bodyPr/>
          <a:lstStyle>
            <a:extLst/>
          </a:lstStyle>
          <a:p>
            <a:endParaRPr lang="es-VE" dirty="0"/>
          </a:p>
        </p:txBody>
      </p:sp>
      <p:sp>
        <p:nvSpPr>
          <p:cNvPr id="6" name="5 Marcador de número de diapositiva"/>
          <p:cNvSpPr>
            <a:spLocks noGrp="1"/>
          </p:cNvSpPr>
          <p:nvPr>
            <p:ph type="sldNum" sz="quarter" idx="12"/>
          </p:nvPr>
        </p:nvSpPr>
        <p:spPr/>
        <p:txBody>
          <a:bodyPr/>
          <a:lstStyle>
            <a:extLst/>
          </a:lstStyle>
          <a:p>
            <a:fld id="{4FA0E9C1-08B2-4E5F-9780-3D2DE7ECE79B}" type="slidenum">
              <a:rPr lang="es-VE" smtClean="0"/>
              <a:pPr/>
              <a:t>‹Nº›</a:t>
            </a:fld>
            <a:endParaRPr lang="es-VE" dirty="0"/>
          </a:p>
        </p:txBody>
      </p:sp>
      <p:sp>
        <p:nvSpPr>
          <p:cNvPr id="7" name="6 Cheurón"/>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8" name="7 Cheurón"/>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0D829407-7FD0-4089-A988-D6F51304977D}" type="datetimeFigureOut">
              <a:rPr lang="es-VE" smtClean="0"/>
              <a:pPr/>
              <a:t>06/03/2023</a:t>
            </a:fld>
            <a:endParaRPr lang="es-VE" dirty="0"/>
          </a:p>
        </p:txBody>
      </p:sp>
      <p:sp>
        <p:nvSpPr>
          <p:cNvPr id="6" name="5 Marcador de pie de página"/>
          <p:cNvSpPr>
            <a:spLocks noGrp="1"/>
          </p:cNvSpPr>
          <p:nvPr>
            <p:ph type="ftr" sz="quarter" idx="11"/>
          </p:nvPr>
        </p:nvSpPr>
        <p:spPr/>
        <p:txBody>
          <a:bodyPr/>
          <a:lstStyle>
            <a:extLst/>
          </a:lstStyle>
          <a:p>
            <a:endParaRPr lang="es-VE" dirty="0"/>
          </a:p>
        </p:txBody>
      </p:sp>
      <p:sp>
        <p:nvSpPr>
          <p:cNvPr id="7" name="6 Marcador de número de diapositiva"/>
          <p:cNvSpPr>
            <a:spLocks noGrp="1"/>
          </p:cNvSpPr>
          <p:nvPr>
            <p:ph type="sldNum" sz="quarter" idx="12"/>
          </p:nvPr>
        </p:nvSpPr>
        <p:spPr/>
        <p:txBody>
          <a:bodyPr/>
          <a:lstStyle>
            <a:extLst/>
          </a:lstStyle>
          <a:p>
            <a:fld id="{4FA0E9C1-08B2-4E5F-9780-3D2DE7ECE79B}" type="slidenum">
              <a:rPr lang="es-VE" smtClean="0"/>
              <a:pPr/>
              <a:t>‹Nº›</a:t>
            </a:fld>
            <a:endParaRPr lang="es-VE" dirty="0"/>
          </a:p>
        </p:txBody>
      </p:sp>
      <p:sp>
        <p:nvSpPr>
          <p:cNvPr id="8" name="7 Título"/>
          <p:cNvSpPr>
            <a:spLocks noGrp="1"/>
          </p:cNvSpPr>
          <p:nvPr>
            <p:ph type="title"/>
          </p:nvPr>
        </p:nvSpPr>
        <p:spPr/>
        <p:txBody>
          <a:bodyPr rtlCol="0"/>
          <a:lstStyle>
            <a:extLst/>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extLst/>
          </a:lstStyle>
          <a:p>
            <a:fld id="{0D829407-7FD0-4089-A988-D6F51304977D}" type="datetimeFigureOut">
              <a:rPr lang="es-VE" smtClean="0"/>
              <a:pPr/>
              <a:t>06/03/2023</a:t>
            </a:fld>
            <a:endParaRPr lang="es-VE" dirty="0"/>
          </a:p>
        </p:txBody>
      </p:sp>
      <p:sp>
        <p:nvSpPr>
          <p:cNvPr id="8" name="7 Marcador de pie de página"/>
          <p:cNvSpPr>
            <a:spLocks noGrp="1"/>
          </p:cNvSpPr>
          <p:nvPr>
            <p:ph type="ftr" sz="quarter" idx="11"/>
          </p:nvPr>
        </p:nvSpPr>
        <p:spPr/>
        <p:txBody>
          <a:bodyPr/>
          <a:lstStyle>
            <a:extLst/>
          </a:lstStyle>
          <a:p>
            <a:endParaRPr lang="es-VE" dirty="0"/>
          </a:p>
        </p:txBody>
      </p:sp>
      <p:sp>
        <p:nvSpPr>
          <p:cNvPr id="9" name="8 Marcador de número de diapositiva"/>
          <p:cNvSpPr>
            <a:spLocks noGrp="1"/>
          </p:cNvSpPr>
          <p:nvPr>
            <p:ph type="sldNum" sz="quarter" idx="12"/>
          </p:nvPr>
        </p:nvSpPr>
        <p:spPr/>
        <p:txBody>
          <a:bodyPr/>
          <a:lstStyle>
            <a:extLst/>
          </a:lstStyle>
          <a:p>
            <a:fld id="{4FA0E9C1-08B2-4E5F-9780-3D2DE7ECE79B}" type="slidenum">
              <a:rPr lang="es-VE" smtClean="0"/>
              <a:pPr/>
              <a:t>‹Nº›</a:t>
            </a:fld>
            <a:endParaRPr lang="es-VE"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extLst/>
          </a:lstStyle>
          <a:p>
            <a:fld id="{0D829407-7FD0-4089-A988-D6F51304977D}" type="datetimeFigureOut">
              <a:rPr lang="es-VE" smtClean="0"/>
              <a:pPr/>
              <a:t>06/03/2023</a:t>
            </a:fld>
            <a:endParaRPr lang="es-VE" dirty="0"/>
          </a:p>
        </p:txBody>
      </p:sp>
      <p:sp>
        <p:nvSpPr>
          <p:cNvPr id="4" name="3 Marcador de pie de página"/>
          <p:cNvSpPr>
            <a:spLocks noGrp="1"/>
          </p:cNvSpPr>
          <p:nvPr>
            <p:ph type="ftr" sz="quarter" idx="11"/>
          </p:nvPr>
        </p:nvSpPr>
        <p:spPr/>
        <p:txBody>
          <a:bodyPr/>
          <a:lstStyle>
            <a:extLst/>
          </a:lstStyle>
          <a:p>
            <a:endParaRPr lang="es-VE" dirty="0"/>
          </a:p>
        </p:txBody>
      </p:sp>
      <p:sp>
        <p:nvSpPr>
          <p:cNvPr id="5" name="4 Marcador de número de diapositiva"/>
          <p:cNvSpPr>
            <a:spLocks noGrp="1"/>
          </p:cNvSpPr>
          <p:nvPr>
            <p:ph type="sldNum" sz="quarter" idx="12"/>
          </p:nvPr>
        </p:nvSpPr>
        <p:spPr/>
        <p:txBody>
          <a:bodyPr/>
          <a:lstStyle>
            <a:extLst/>
          </a:lstStyle>
          <a:p>
            <a:fld id="{4FA0E9C1-08B2-4E5F-9780-3D2DE7ECE79B}" type="slidenum">
              <a:rPr lang="es-VE" smtClean="0"/>
              <a:pPr/>
              <a:t>‹Nº›</a:t>
            </a:fld>
            <a:endParaRPr lang="es-VE" dirty="0"/>
          </a:p>
        </p:txBody>
      </p:sp>
      <p:sp>
        <p:nvSpPr>
          <p:cNvPr id="6" name="5 Título"/>
          <p:cNvSpPr>
            <a:spLocks noGrp="1"/>
          </p:cNvSpPr>
          <p:nvPr>
            <p:ph type="title"/>
          </p:nvPr>
        </p:nvSpPr>
        <p:spPr/>
        <p:txBody>
          <a:bodyPr rtlCol="0"/>
          <a:lstStyle>
            <a:extLst/>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extLst/>
          </a:lstStyle>
          <a:p>
            <a:fld id="{0D829407-7FD0-4089-A988-D6F51304977D}" type="datetimeFigureOut">
              <a:rPr lang="es-VE" smtClean="0"/>
              <a:pPr/>
              <a:t>06/03/2023</a:t>
            </a:fld>
            <a:endParaRPr lang="es-VE" dirty="0"/>
          </a:p>
        </p:txBody>
      </p:sp>
      <p:sp>
        <p:nvSpPr>
          <p:cNvPr id="3" name="2 Marcador de pie de página"/>
          <p:cNvSpPr>
            <a:spLocks noGrp="1"/>
          </p:cNvSpPr>
          <p:nvPr>
            <p:ph type="ftr" sz="quarter" idx="11"/>
          </p:nvPr>
        </p:nvSpPr>
        <p:spPr/>
        <p:txBody>
          <a:bodyPr/>
          <a:lstStyle>
            <a:extLst/>
          </a:lstStyle>
          <a:p>
            <a:endParaRPr lang="es-VE" dirty="0"/>
          </a:p>
        </p:txBody>
      </p:sp>
      <p:sp>
        <p:nvSpPr>
          <p:cNvPr id="4" name="3 Marcador de número de diapositiva"/>
          <p:cNvSpPr>
            <a:spLocks noGrp="1"/>
          </p:cNvSpPr>
          <p:nvPr>
            <p:ph type="sldNum" sz="quarter" idx="12"/>
          </p:nvPr>
        </p:nvSpPr>
        <p:spPr/>
        <p:txBody>
          <a:bodyPr/>
          <a:lstStyle>
            <a:extLst/>
          </a:lstStyle>
          <a:p>
            <a:fld id="{4FA0E9C1-08B2-4E5F-9780-3D2DE7ECE79B}" type="slidenum">
              <a:rPr lang="es-VE" smtClean="0"/>
              <a:pPr/>
              <a:t>‹Nº›</a:t>
            </a:fld>
            <a:endParaRPr lang="es-V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6727032" y="6407944"/>
            <a:ext cx="1920240" cy="365760"/>
          </a:xfrm>
        </p:spPr>
        <p:txBody>
          <a:bodyPr/>
          <a:lstStyle>
            <a:extLst/>
          </a:lstStyle>
          <a:p>
            <a:fld id="{0D829407-7FD0-4089-A988-D6F51304977D}" type="datetimeFigureOut">
              <a:rPr lang="es-VE" smtClean="0"/>
              <a:pPr/>
              <a:t>06/03/2023</a:t>
            </a:fld>
            <a:endParaRPr lang="es-VE" dirty="0"/>
          </a:p>
        </p:txBody>
      </p:sp>
      <p:sp>
        <p:nvSpPr>
          <p:cNvPr id="6" name="5 Marcador de pie de página"/>
          <p:cNvSpPr>
            <a:spLocks noGrp="1"/>
          </p:cNvSpPr>
          <p:nvPr>
            <p:ph type="ftr" sz="quarter" idx="11"/>
          </p:nvPr>
        </p:nvSpPr>
        <p:spPr/>
        <p:txBody>
          <a:bodyPr/>
          <a:lstStyle>
            <a:extLst/>
          </a:lstStyle>
          <a:p>
            <a:endParaRPr lang="es-VE" dirty="0"/>
          </a:p>
        </p:txBody>
      </p:sp>
      <p:sp>
        <p:nvSpPr>
          <p:cNvPr id="7" name="6 Marcador de número de diapositiva"/>
          <p:cNvSpPr>
            <a:spLocks noGrp="1"/>
          </p:cNvSpPr>
          <p:nvPr>
            <p:ph type="sldNum" sz="quarter" idx="12"/>
          </p:nvPr>
        </p:nvSpPr>
        <p:spPr/>
        <p:txBody>
          <a:bodyPr/>
          <a:lstStyle>
            <a:extLst/>
          </a:lstStyle>
          <a:p>
            <a:fld id="{4FA0E9C1-08B2-4E5F-9780-3D2DE7ECE79B}" type="slidenum">
              <a:rPr lang="es-VE" smtClean="0"/>
              <a:pPr/>
              <a:t>‹Nº›</a:t>
            </a:fld>
            <a:endParaRPr lang="es-VE"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s-ES" smtClean="0"/>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s-ES" dirty="0" smtClean="0"/>
              <a:t>Haga clic en el icono para agregar una imagen</a:t>
            </a:r>
            <a:endParaRPr kumimoji="0" lang="en-US" dirty="0"/>
          </a:p>
        </p:txBody>
      </p:sp>
      <p:sp>
        <p:nvSpPr>
          <p:cNvPr id="5" name="4 Marcador de fecha"/>
          <p:cNvSpPr>
            <a:spLocks noGrp="1"/>
          </p:cNvSpPr>
          <p:nvPr>
            <p:ph type="dt" sz="half" idx="10"/>
          </p:nvPr>
        </p:nvSpPr>
        <p:spPr/>
        <p:txBody>
          <a:bodyPr/>
          <a:lstStyle>
            <a:lvl1pPr>
              <a:defRPr>
                <a:solidFill>
                  <a:schemeClr val="tx1"/>
                </a:solidFill>
              </a:defRPr>
            </a:lvl1pPr>
            <a:extLst/>
          </a:lstStyle>
          <a:p>
            <a:fld id="{0D829407-7FD0-4089-A988-D6F51304977D}" type="datetimeFigureOut">
              <a:rPr lang="es-VE" smtClean="0"/>
              <a:pPr/>
              <a:t>06/03/2023</a:t>
            </a:fld>
            <a:endParaRPr lang="es-VE" dirty="0"/>
          </a:p>
        </p:txBody>
      </p:sp>
      <p:sp>
        <p:nvSpPr>
          <p:cNvPr id="6" name="5 Marcador de pie de página"/>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s-VE" dirty="0"/>
          </a:p>
        </p:txBody>
      </p:sp>
      <p:sp>
        <p:nvSpPr>
          <p:cNvPr id="7" name="6 Marcador de número de diapositiva"/>
          <p:cNvSpPr>
            <a:spLocks noGrp="1"/>
          </p:cNvSpPr>
          <p:nvPr>
            <p:ph type="sldNum" sz="quarter" idx="12"/>
          </p:nvPr>
        </p:nvSpPr>
        <p:spPr/>
        <p:txBody>
          <a:bodyPr/>
          <a:lstStyle>
            <a:lvl1pPr>
              <a:defRPr>
                <a:solidFill>
                  <a:schemeClr val="tx1"/>
                </a:solidFill>
              </a:defRPr>
            </a:lvl1pPr>
            <a:extLst/>
          </a:lstStyle>
          <a:p>
            <a:fld id="{4FA0E9C1-08B2-4E5F-9780-3D2DE7ECE79B}" type="slidenum">
              <a:rPr lang="es-VE" smtClean="0"/>
              <a:pPr/>
              <a:t>‹Nº›</a:t>
            </a:fld>
            <a:endParaRPr lang="es-VE" dirty="0"/>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s-ES" smtClean="0"/>
              <a:t>Haga clic para modificar el estilo de título del patrón</a:t>
            </a:r>
            <a:endParaRPr kumimoji="0" lang="en-US"/>
          </a:p>
        </p:txBody>
      </p:sp>
      <p:sp>
        <p:nvSpPr>
          <p:cNvPr id="8" name="7 Forma libre"/>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9" name="8 Forma libre"/>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0" name="9 Triángulo rectángulo"/>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1" name="10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11 Cheurón"/>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13" name="12 Cheurón"/>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1481329"/>
            <a:ext cx="8229600" cy="4386071"/>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0D829407-7FD0-4089-A988-D6F51304977D}" type="datetimeFigureOut">
              <a:rPr lang="es-VE" smtClean="0"/>
              <a:pPr/>
              <a:t>06/03/2023</a:t>
            </a:fld>
            <a:endParaRPr lang="es-VE" dirty="0"/>
          </a:p>
        </p:txBody>
      </p:sp>
      <p:sp>
        <p:nvSpPr>
          <p:cNvPr id="5" name="4 Marcador de pie de página"/>
          <p:cNvSpPr>
            <a:spLocks noGrp="1"/>
          </p:cNvSpPr>
          <p:nvPr>
            <p:ph type="ftr" sz="quarter" idx="11"/>
          </p:nvPr>
        </p:nvSpPr>
        <p:spPr/>
        <p:txBody>
          <a:bodyPr/>
          <a:lstStyle>
            <a:extLst/>
          </a:lstStyle>
          <a:p>
            <a:endParaRPr lang="es-VE" dirty="0"/>
          </a:p>
        </p:txBody>
      </p:sp>
      <p:sp>
        <p:nvSpPr>
          <p:cNvPr id="6" name="5 Marcador de número de diapositiva"/>
          <p:cNvSpPr>
            <a:spLocks noGrp="1"/>
          </p:cNvSpPr>
          <p:nvPr>
            <p:ph type="sldNum" sz="quarter" idx="12"/>
          </p:nvPr>
        </p:nvSpPr>
        <p:spPr/>
        <p:txBody>
          <a:bodyPr/>
          <a:lstStyle>
            <a:extLst/>
          </a:lstStyle>
          <a:p>
            <a:fld id="{4FA0E9C1-08B2-4E5F-9780-3D2DE7ECE79B}" type="slidenum">
              <a:rPr lang="es-VE" smtClean="0"/>
              <a:pPr/>
              <a:t>‹Nº›</a:t>
            </a:fld>
            <a:endParaRPr lang="es-V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41"/>
            <a:ext cx="6324600" cy="5592760"/>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0D829407-7FD0-4089-A988-D6F51304977D}" type="datetimeFigureOut">
              <a:rPr lang="es-VE" smtClean="0"/>
              <a:pPr/>
              <a:t>06/03/2023</a:t>
            </a:fld>
            <a:endParaRPr lang="es-VE" dirty="0"/>
          </a:p>
        </p:txBody>
      </p:sp>
      <p:sp>
        <p:nvSpPr>
          <p:cNvPr id="5" name="4 Marcador de pie de página"/>
          <p:cNvSpPr>
            <a:spLocks noGrp="1"/>
          </p:cNvSpPr>
          <p:nvPr>
            <p:ph type="ftr" sz="quarter" idx="11"/>
          </p:nvPr>
        </p:nvSpPr>
        <p:spPr/>
        <p:txBody>
          <a:bodyPr/>
          <a:lstStyle>
            <a:extLst/>
          </a:lstStyle>
          <a:p>
            <a:endParaRPr lang="es-VE" dirty="0"/>
          </a:p>
        </p:txBody>
      </p:sp>
      <p:sp>
        <p:nvSpPr>
          <p:cNvPr id="6" name="5 Marcador de número de diapositiva"/>
          <p:cNvSpPr>
            <a:spLocks noGrp="1"/>
          </p:cNvSpPr>
          <p:nvPr>
            <p:ph type="sldNum" sz="quarter" idx="12"/>
          </p:nvPr>
        </p:nvSpPr>
        <p:spPr/>
        <p:txBody>
          <a:bodyPr/>
          <a:lstStyle>
            <a:extLst/>
          </a:lstStyle>
          <a:p>
            <a:fld id="{4FA0E9C1-08B2-4E5F-9780-3D2DE7ECE79B}" type="slidenum">
              <a:rPr lang="es-VE" smtClean="0"/>
              <a:pPr/>
              <a:t>‹Nº›</a:t>
            </a:fld>
            <a:endParaRPr lang="es-VE"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11 Forma libre"/>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4" name="13 Triángulo rectángulo"/>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D829407-7FD0-4089-A988-D6F51304977D}" type="datetimeFigureOut">
              <a:rPr lang="es-VE" smtClean="0"/>
              <a:pPr/>
              <a:t>06/03/2023</a:t>
            </a:fld>
            <a:endParaRPr lang="es-VE" dirty="0"/>
          </a:p>
        </p:txBody>
      </p:sp>
      <p:sp>
        <p:nvSpPr>
          <p:cNvPr id="22" name="21 Marcador de pie de página"/>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s-VE" dirty="0"/>
          </a:p>
        </p:txBody>
      </p:sp>
      <p:sp>
        <p:nvSpPr>
          <p:cNvPr id="18" name="17 Marcador de número de diapositiva"/>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4FA0E9C1-08B2-4E5F-9780-3D2DE7ECE79B}" type="slidenum">
              <a:rPr lang="es-VE" smtClean="0"/>
              <a:pPr/>
              <a:t>‹Nº›</a:t>
            </a:fld>
            <a:endParaRPr lang="es-VE"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4.jpeg"/><Relationship Id="rId7" Type="http://schemas.openxmlformats.org/officeDocument/2006/relationships/diagramQuickStyle" Target="../diagrams/quickStyle1.xml"/><Relationship Id="rId12"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Layout" Target="../diagrams/layout1.xml"/><Relationship Id="rId11" Type="http://schemas.openxmlformats.org/officeDocument/2006/relationships/image" Target="../media/image7.jpeg"/><Relationship Id="rId5" Type="http://schemas.openxmlformats.org/officeDocument/2006/relationships/diagramData" Target="../diagrams/data1.xml"/><Relationship Id="rId10" Type="http://schemas.openxmlformats.org/officeDocument/2006/relationships/image" Target="../media/image6.png"/><Relationship Id="rId4" Type="http://schemas.openxmlformats.org/officeDocument/2006/relationships/image" Target="../media/image5.jpe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diagramQuickStyle" Target="../diagrams/quickStyle3.xml"/><Relationship Id="rId3" Type="http://schemas.openxmlformats.org/officeDocument/2006/relationships/image" Target="../media/image4.jpeg"/><Relationship Id="rId7" Type="http://schemas.openxmlformats.org/officeDocument/2006/relationships/diagramLayout" Target="../diagrams/layout2.xml"/><Relationship Id="rId12" Type="http://schemas.openxmlformats.org/officeDocument/2006/relationships/diagramLayout" Target="../diagrams/layout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Data" Target="../diagrams/data2.xml"/><Relationship Id="rId11" Type="http://schemas.openxmlformats.org/officeDocument/2006/relationships/diagramData" Target="../diagrams/data3.xml"/><Relationship Id="rId5" Type="http://schemas.openxmlformats.org/officeDocument/2006/relationships/image" Target="../media/image6.png"/><Relationship Id="rId15" Type="http://schemas.microsoft.com/office/2007/relationships/diagramDrawing" Target="../diagrams/drawing3.xml"/><Relationship Id="rId10" Type="http://schemas.microsoft.com/office/2007/relationships/diagramDrawing" Target="../diagrams/drawing2.xml"/><Relationship Id="rId4" Type="http://schemas.openxmlformats.org/officeDocument/2006/relationships/image" Target="../media/image5.jpeg"/><Relationship Id="rId9" Type="http://schemas.openxmlformats.org/officeDocument/2006/relationships/diagramColors" Target="../diagrams/colors2.xml"/><Relationship Id="rId14" Type="http://schemas.openxmlformats.org/officeDocument/2006/relationships/diagramColors" Target="../diagrams/colors3.xml"/></Relationships>
</file>

<file path=ppt/slides/_rels/slide5.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diagramLayout" Target="../diagrams/layout4.xml"/><Relationship Id="rId7" Type="http://schemas.openxmlformats.org/officeDocument/2006/relationships/image" Target="../media/image4.jpeg"/><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10" Type="http://schemas.openxmlformats.org/officeDocument/2006/relationships/image" Target="../media/image6.png"/><Relationship Id="rId4" Type="http://schemas.openxmlformats.org/officeDocument/2006/relationships/diagramLayout" Target="../diagrams/layout5.xml"/><Relationship Id="rId9" Type="http://schemas.openxmlformats.org/officeDocument/2006/relationships/image" Target="../media/image5.jpeg"/></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image" Target="../media/image4.jpeg"/><Relationship Id="rId7" Type="http://schemas.openxmlformats.org/officeDocument/2006/relationships/diagramLayout" Target="../diagrams/layout6.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Data" Target="../diagrams/data6.xml"/><Relationship Id="rId5" Type="http://schemas.openxmlformats.org/officeDocument/2006/relationships/image" Target="../media/image6.png"/><Relationship Id="rId10" Type="http://schemas.microsoft.com/office/2007/relationships/diagramDrawing" Target="../diagrams/drawing6.xml"/><Relationship Id="rId4" Type="http://schemas.openxmlformats.org/officeDocument/2006/relationships/image" Target="../media/image5.jpeg"/><Relationship Id="rId9" Type="http://schemas.openxmlformats.org/officeDocument/2006/relationships/diagramColors" Target="../diagrams/colors6.xml"/></Relationships>
</file>

<file path=ppt/slides/_rels/slide8.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diagramLayout" Target="../diagrams/layout7.xml"/><Relationship Id="rId7" Type="http://schemas.openxmlformats.org/officeDocument/2006/relationships/image" Target="../media/image4.jpeg"/><Relationship Id="rId2" Type="http://schemas.openxmlformats.org/officeDocument/2006/relationships/diagramData" Target="../diagrams/data7.xml"/><Relationship Id="rId1" Type="http://schemas.openxmlformats.org/officeDocument/2006/relationships/slideLayout" Target="../slideLayouts/slideLayout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10" Type="http://schemas.openxmlformats.org/officeDocument/2006/relationships/image" Target="../media/image6.png"/><Relationship Id="rId4" Type="http://schemas.openxmlformats.org/officeDocument/2006/relationships/diagramLayout" Target="../diagrams/layout8.xml"/><Relationship Id="rId9" Type="http://schemas.openxmlformats.org/officeDocument/2006/relationships/image" Target="../media/image5.jpeg"/></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9.xml"/><Relationship Id="rId3" Type="http://schemas.openxmlformats.org/officeDocument/2006/relationships/image" Target="../media/image4.jpeg"/><Relationship Id="rId7" Type="http://schemas.openxmlformats.org/officeDocument/2006/relationships/diagramLayout" Target="../diagrams/layout9.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Data" Target="../diagrams/data9.xml"/><Relationship Id="rId5" Type="http://schemas.openxmlformats.org/officeDocument/2006/relationships/image" Target="../media/image6.png"/><Relationship Id="rId10" Type="http://schemas.microsoft.com/office/2007/relationships/diagramDrawing" Target="../diagrams/drawing9.xml"/><Relationship Id="rId4" Type="http://schemas.openxmlformats.org/officeDocument/2006/relationships/image" Target="../media/image5.jpeg"/><Relationship Id="rId9" Type="http://schemas.openxmlformats.org/officeDocument/2006/relationships/diagramColors" Target="../diagrams/colors9.xml"/></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10.xml"/><Relationship Id="rId3" Type="http://schemas.openxmlformats.org/officeDocument/2006/relationships/image" Target="../media/image4.jpeg"/><Relationship Id="rId7" Type="http://schemas.openxmlformats.org/officeDocument/2006/relationships/diagramLayout" Target="../diagrams/layout10.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Data" Target="../diagrams/data10.xml"/><Relationship Id="rId5" Type="http://schemas.openxmlformats.org/officeDocument/2006/relationships/image" Target="../media/image6.png"/><Relationship Id="rId10" Type="http://schemas.microsoft.com/office/2007/relationships/diagramDrawing" Target="../diagrams/drawing10.xml"/><Relationship Id="rId4" Type="http://schemas.openxmlformats.org/officeDocument/2006/relationships/image" Target="../media/image5.jpeg"/><Relationship Id="rId9" Type="http://schemas.openxmlformats.org/officeDocument/2006/relationships/diagramColors" Target="../diagrams/colors10.xml"/></Relationships>
</file>

<file path=ppt/slides/_rels/slide12.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11.xml"/><Relationship Id="rId5" Type="http://schemas.openxmlformats.org/officeDocument/2006/relationships/diagramQuickStyle" Target="../diagrams/quickStyle11.xml"/><Relationship Id="rId10" Type="http://schemas.openxmlformats.org/officeDocument/2006/relationships/image" Target="../media/image6.png"/><Relationship Id="rId4" Type="http://schemas.openxmlformats.org/officeDocument/2006/relationships/diagramLayout" Target="../diagrams/layout11.xml"/><Relationship Id="rId9" Type="http://schemas.openxmlformats.org/officeDocument/2006/relationships/image" Target="../media/image5.jpeg"/></Relationships>
</file>

<file path=ppt/slides/_rels/slide13.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12.xml"/><Relationship Id="rId7" Type="http://schemas.microsoft.com/office/2007/relationships/diagramDrawing" Target="../diagrams/drawing12.xml"/><Relationship Id="rId12"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Colors" Target="../diagrams/colors12.xml"/><Relationship Id="rId11" Type="http://schemas.openxmlformats.org/officeDocument/2006/relationships/image" Target="../media/image7.jpeg"/><Relationship Id="rId5" Type="http://schemas.openxmlformats.org/officeDocument/2006/relationships/diagramQuickStyle" Target="../diagrams/quickStyle12.xml"/><Relationship Id="rId10" Type="http://schemas.openxmlformats.org/officeDocument/2006/relationships/image" Target="../media/image6.png"/><Relationship Id="rId4" Type="http://schemas.openxmlformats.org/officeDocument/2006/relationships/diagramLayout" Target="../diagrams/layout12.xml"/><Relationship Id="rId9" Type="http://schemas.openxmlformats.org/officeDocument/2006/relationships/image" Target="../media/image5.jpeg"/></Relationships>
</file>

<file path=ppt/slides/_rels/slide14.xml.rels><?xml version="1.0" encoding="UTF-8" standalone="yes"?>
<Relationships xmlns="http://schemas.openxmlformats.org/package/2006/relationships"><Relationship Id="rId8" Type="http://schemas.openxmlformats.org/officeDocument/2006/relationships/image" Target="../media/image4.jpeg"/><Relationship Id="rId13" Type="http://schemas.openxmlformats.org/officeDocument/2006/relationships/image" Target="../media/image10.png"/><Relationship Id="rId3" Type="http://schemas.openxmlformats.org/officeDocument/2006/relationships/diagramData" Target="../diagrams/data13.xml"/><Relationship Id="rId7" Type="http://schemas.microsoft.com/office/2007/relationships/diagramDrawing" Target="../diagrams/drawing13.xml"/><Relationship Id="rId12"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13.xml"/><Relationship Id="rId11" Type="http://schemas.openxmlformats.org/officeDocument/2006/relationships/image" Target="../media/image7.jpeg"/><Relationship Id="rId5" Type="http://schemas.openxmlformats.org/officeDocument/2006/relationships/diagramQuickStyle" Target="../diagrams/quickStyle13.xml"/><Relationship Id="rId10" Type="http://schemas.openxmlformats.org/officeDocument/2006/relationships/image" Target="../media/image6.png"/><Relationship Id="rId4" Type="http://schemas.openxmlformats.org/officeDocument/2006/relationships/diagramLayout" Target="../diagrams/layout13.xml"/><Relationship Id="rId9" Type="http://schemas.openxmlformats.org/officeDocument/2006/relationships/image" Target="../media/image5.jpeg"/></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14.xml"/><Relationship Id="rId3" Type="http://schemas.openxmlformats.org/officeDocument/2006/relationships/image" Target="../media/image5.jpeg"/><Relationship Id="rId7" Type="http://schemas.openxmlformats.org/officeDocument/2006/relationships/diagramQuickStyle" Target="../diagrams/quickStyle14.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14.xml"/><Relationship Id="rId5" Type="http://schemas.openxmlformats.org/officeDocument/2006/relationships/diagramData" Target="../diagrams/data14.xml"/><Relationship Id="rId4" Type="http://schemas.openxmlformats.org/officeDocument/2006/relationships/image" Target="../media/image6.png"/><Relationship Id="rId9" Type="http://schemas.microsoft.com/office/2007/relationships/diagramDrawing" Target="../diagrams/drawing14.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15.xml"/><Relationship Id="rId3" Type="http://schemas.openxmlformats.org/officeDocument/2006/relationships/image" Target="../media/image5.jpeg"/><Relationship Id="rId7" Type="http://schemas.openxmlformats.org/officeDocument/2006/relationships/diagramQuickStyle" Target="../diagrams/quickStyle15.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15.xml"/><Relationship Id="rId5" Type="http://schemas.openxmlformats.org/officeDocument/2006/relationships/diagramData" Target="../diagrams/data15.xml"/><Relationship Id="rId4" Type="http://schemas.openxmlformats.org/officeDocument/2006/relationships/image" Target="../media/image6.png"/><Relationship Id="rId9" Type="http://schemas.microsoft.com/office/2007/relationships/diagramDrawing" Target="../diagrams/drawing15.xml"/></Relationships>
</file>

<file path=ppt/slides/_rels/slide17.xml.rels><?xml version="1.0" encoding="UTF-8" standalone="yes"?>
<Relationships xmlns="http://schemas.openxmlformats.org/package/2006/relationships"><Relationship Id="rId8" Type="http://schemas.openxmlformats.org/officeDocument/2006/relationships/diagramColors" Target="../diagrams/colors16.xml"/><Relationship Id="rId3" Type="http://schemas.openxmlformats.org/officeDocument/2006/relationships/image" Target="../media/image5.jpeg"/><Relationship Id="rId7" Type="http://schemas.openxmlformats.org/officeDocument/2006/relationships/diagramQuickStyle" Target="../diagrams/quickStyle16.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16.xml"/><Relationship Id="rId5" Type="http://schemas.openxmlformats.org/officeDocument/2006/relationships/diagramData" Target="../diagrams/data16.xml"/><Relationship Id="rId4" Type="http://schemas.openxmlformats.org/officeDocument/2006/relationships/image" Target="../media/image6.png"/><Relationship Id="rId9" Type="http://schemas.microsoft.com/office/2007/relationships/diagramDrawing" Target="../diagrams/drawing16.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17.xml"/><Relationship Id="rId3" Type="http://schemas.openxmlformats.org/officeDocument/2006/relationships/image" Target="../media/image5.jpeg"/><Relationship Id="rId7" Type="http://schemas.openxmlformats.org/officeDocument/2006/relationships/diagramQuickStyle" Target="../diagrams/quickStyle17.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17.xml"/><Relationship Id="rId5" Type="http://schemas.openxmlformats.org/officeDocument/2006/relationships/diagramData" Target="../diagrams/data17.xml"/><Relationship Id="rId4" Type="http://schemas.openxmlformats.org/officeDocument/2006/relationships/image" Target="../media/image6.png"/><Relationship Id="rId9" Type="http://schemas.microsoft.com/office/2007/relationships/diagramDrawing" Target="../diagrams/drawing17.xml"/></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18.xml"/><Relationship Id="rId3" Type="http://schemas.openxmlformats.org/officeDocument/2006/relationships/image" Target="../media/image5.jpeg"/><Relationship Id="rId7" Type="http://schemas.openxmlformats.org/officeDocument/2006/relationships/diagramQuickStyle" Target="../diagrams/quickStyle18.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18.xml"/><Relationship Id="rId5" Type="http://schemas.openxmlformats.org/officeDocument/2006/relationships/diagramData" Target="../diagrams/data18.xml"/><Relationship Id="rId4" Type="http://schemas.openxmlformats.org/officeDocument/2006/relationships/image" Target="../media/image6.png"/><Relationship Id="rId9" Type="http://schemas.microsoft.com/office/2007/relationships/diagramDrawing" Target="../diagrams/drawing18.xml"/></Relationships>
</file>

<file path=ppt/slides/_rels/slide20.xml.rels><?xml version="1.0" encoding="UTF-8" standalone="yes"?>
<Relationships xmlns="http://schemas.openxmlformats.org/package/2006/relationships"><Relationship Id="rId8" Type="http://schemas.openxmlformats.org/officeDocument/2006/relationships/diagramColors" Target="../diagrams/colors19.xml"/><Relationship Id="rId3" Type="http://schemas.openxmlformats.org/officeDocument/2006/relationships/image" Target="../media/image5.jpeg"/><Relationship Id="rId7" Type="http://schemas.openxmlformats.org/officeDocument/2006/relationships/diagramQuickStyle" Target="../diagrams/quickStyle19.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19.xml"/><Relationship Id="rId5" Type="http://schemas.openxmlformats.org/officeDocument/2006/relationships/diagramData" Target="../diagrams/data19.xml"/><Relationship Id="rId4" Type="http://schemas.openxmlformats.org/officeDocument/2006/relationships/image" Target="../media/image10.png"/><Relationship Id="rId9" Type="http://schemas.microsoft.com/office/2007/relationships/diagramDrawing" Target="../diagrams/drawing19.xml"/></Relationships>
</file>

<file path=ppt/slides/_rels/slide21.xml.rels><?xml version="1.0" encoding="UTF-8" standalone="yes"?>
<Relationships xmlns="http://schemas.openxmlformats.org/package/2006/relationships"><Relationship Id="rId8" Type="http://schemas.openxmlformats.org/officeDocument/2006/relationships/diagramColors" Target="../diagrams/colors20.xml"/><Relationship Id="rId3" Type="http://schemas.openxmlformats.org/officeDocument/2006/relationships/image" Target="../media/image5.jpeg"/><Relationship Id="rId7" Type="http://schemas.openxmlformats.org/officeDocument/2006/relationships/diagramQuickStyle" Target="../diagrams/quickStyle20.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20.xml"/><Relationship Id="rId5" Type="http://schemas.openxmlformats.org/officeDocument/2006/relationships/diagramData" Target="../diagrams/data20.xml"/><Relationship Id="rId4" Type="http://schemas.openxmlformats.org/officeDocument/2006/relationships/image" Target="../media/image6.png"/><Relationship Id="rId9" Type="http://schemas.microsoft.com/office/2007/relationships/diagramDrawing" Target="../diagrams/drawing20.xml"/></Relationships>
</file>

<file path=ppt/slides/_rels/slide22.xml.rels><?xml version="1.0" encoding="UTF-8" standalone="yes"?>
<Relationships xmlns="http://schemas.openxmlformats.org/package/2006/relationships"><Relationship Id="rId8" Type="http://schemas.openxmlformats.org/officeDocument/2006/relationships/diagramColors" Target="../diagrams/colors21.xml"/><Relationship Id="rId3" Type="http://schemas.openxmlformats.org/officeDocument/2006/relationships/image" Target="../media/image5.jpeg"/><Relationship Id="rId7" Type="http://schemas.openxmlformats.org/officeDocument/2006/relationships/diagramQuickStyle" Target="../diagrams/quickStyle21.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21.xml"/><Relationship Id="rId5" Type="http://schemas.openxmlformats.org/officeDocument/2006/relationships/diagramData" Target="../diagrams/data21.xml"/><Relationship Id="rId4" Type="http://schemas.openxmlformats.org/officeDocument/2006/relationships/image" Target="../media/image6.png"/><Relationship Id="rId9" Type="http://schemas.microsoft.com/office/2007/relationships/diagramDrawing" Target="../diagrams/drawing21.xml"/></Relationships>
</file>

<file path=ppt/slides/_rels/slide23.xml.rels><?xml version="1.0" encoding="UTF-8" standalone="yes"?>
<Relationships xmlns="http://schemas.openxmlformats.org/package/2006/relationships"><Relationship Id="rId8" Type="http://schemas.openxmlformats.org/officeDocument/2006/relationships/diagramColors" Target="../diagrams/colors22.xml"/><Relationship Id="rId3" Type="http://schemas.openxmlformats.org/officeDocument/2006/relationships/image" Target="../media/image5.jpeg"/><Relationship Id="rId7" Type="http://schemas.openxmlformats.org/officeDocument/2006/relationships/diagramQuickStyle" Target="../diagrams/quickStyle22.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22.xml"/><Relationship Id="rId5" Type="http://schemas.openxmlformats.org/officeDocument/2006/relationships/diagramData" Target="../diagrams/data22.xml"/><Relationship Id="rId4" Type="http://schemas.openxmlformats.org/officeDocument/2006/relationships/image" Target="../media/image6.png"/><Relationship Id="rId9" Type="http://schemas.microsoft.com/office/2007/relationships/diagramDrawing" Target="../diagrams/drawing22.xml"/></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23.xml"/><Relationship Id="rId13" Type="http://schemas.openxmlformats.org/officeDocument/2006/relationships/diagramColors" Target="../diagrams/colors24.xml"/><Relationship Id="rId3" Type="http://schemas.openxmlformats.org/officeDocument/2006/relationships/image" Target="../media/image5.jpeg"/><Relationship Id="rId7" Type="http://schemas.openxmlformats.org/officeDocument/2006/relationships/diagramQuickStyle" Target="../diagrams/quickStyle23.xml"/><Relationship Id="rId12" Type="http://schemas.openxmlformats.org/officeDocument/2006/relationships/diagramQuickStyle" Target="../diagrams/quickStyle24.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23.xml"/><Relationship Id="rId11" Type="http://schemas.openxmlformats.org/officeDocument/2006/relationships/diagramLayout" Target="../diagrams/layout24.xml"/><Relationship Id="rId5" Type="http://schemas.openxmlformats.org/officeDocument/2006/relationships/diagramData" Target="../diagrams/data23.xml"/><Relationship Id="rId10" Type="http://schemas.openxmlformats.org/officeDocument/2006/relationships/diagramData" Target="../diagrams/data24.xml"/><Relationship Id="rId4" Type="http://schemas.openxmlformats.org/officeDocument/2006/relationships/image" Target="../media/image6.png"/><Relationship Id="rId9" Type="http://schemas.microsoft.com/office/2007/relationships/diagramDrawing" Target="../diagrams/drawing23.xml"/><Relationship Id="rId14" Type="http://schemas.microsoft.com/office/2007/relationships/diagramDrawing" Target="../diagrams/drawing24.xml"/></Relationships>
</file>

<file path=ppt/slides/_rels/slide25.xml.rels><?xml version="1.0" encoding="UTF-8" standalone="yes"?>
<Relationships xmlns="http://schemas.openxmlformats.org/package/2006/relationships"><Relationship Id="rId8" Type="http://schemas.microsoft.com/office/2007/relationships/diagramDrawing" Target="../diagrams/drawing25.xml"/><Relationship Id="rId3" Type="http://schemas.openxmlformats.org/officeDocument/2006/relationships/image" Target="../media/image5.jpeg"/><Relationship Id="rId7" Type="http://schemas.openxmlformats.org/officeDocument/2006/relationships/diagramColors" Target="../diagrams/colors25.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QuickStyle" Target="../diagrams/quickStyle25.xml"/><Relationship Id="rId5" Type="http://schemas.openxmlformats.org/officeDocument/2006/relationships/diagramLayout" Target="../diagrams/layout25.xml"/><Relationship Id="rId4" Type="http://schemas.openxmlformats.org/officeDocument/2006/relationships/diagramData" Target="../diagrams/data25.xml"/></Relationships>
</file>

<file path=ppt/slides/_rels/slide26.xml.rels><?xml version="1.0" encoding="UTF-8" standalone="yes"?>
<Relationships xmlns="http://schemas.openxmlformats.org/package/2006/relationships"><Relationship Id="rId8" Type="http://schemas.openxmlformats.org/officeDocument/2006/relationships/diagramColors" Target="../diagrams/colors26.xml"/><Relationship Id="rId3" Type="http://schemas.openxmlformats.org/officeDocument/2006/relationships/image" Target="../media/image5.jpeg"/><Relationship Id="rId7" Type="http://schemas.openxmlformats.org/officeDocument/2006/relationships/diagramQuickStyle" Target="../diagrams/quickStyle26.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26.xml"/><Relationship Id="rId5" Type="http://schemas.openxmlformats.org/officeDocument/2006/relationships/diagramData" Target="../diagrams/data26.xml"/><Relationship Id="rId4" Type="http://schemas.openxmlformats.org/officeDocument/2006/relationships/image" Target="../media/image6.png"/><Relationship Id="rId9" Type="http://schemas.microsoft.com/office/2007/relationships/diagramDrawing" Target="../diagrams/drawing26.xml"/></Relationships>
</file>

<file path=ppt/slides/_rels/slide27.xml.rels><?xml version="1.0" encoding="UTF-8" standalone="yes"?>
<Relationships xmlns="http://schemas.openxmlformats.org/package/2006/relationships"><Relationship Id="rId8" Type="http://schemas.microsoft.com/office/2007/relationships/diagramDrawing" Target="../diagrams/drawing27.xml"/><Relationship Id="rId3" Type="http://schemas.openxmlformats.org/officeDocument/2006/relationships/image" Target="../media/image5.jpeg"/><Relationship Id="rId7" Type="http://schemas.openxmlformats.org/officeDocument/2006/relationships/diagramColors" Target="../diagrams/colors27.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QuickStyle" Target="../diagrams/quickStyle27.xml"/><Relationship Id="rId5" Type="http://schemas.openxmlformats.org/officeDocument/2006/relationships/diagramLayout" Target="../diagrams/layout27.xml"/><Relationship Id="rId4" Type="http://schemas.openxmlformats.org/officeDocument/2006/relationships/diagramData" Target="../diagrams/data27.xml"/><Relationship Id="rId9" Type="http://schemas.openxmlformats.org/officeDocument/2006/relationships/image" Target="../media/image6.png"/></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28.xml"/><Relationship Id="rId3" Type="http://schemas.openxmlformats.org/officeDocument/2006/relationships/image" Target="../media/image5.jpeg"/><Relationship Id="rId7" Type="http://schemas.openxmlformats.org/officeDocument/2006/relationships/diagramData" Target="../diagrams/data28.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8.jpeg"/><Relationship Id="rId11" Type="http://schemas.microsoft.com/office/2007/relationships/diagramDrawing" Target="../diagrams/drawing28.xml"/><Relationship Id="rId5" Type="http://schemas.openxmlformats.org/officeDocument/2006/relationships/image" Target="../media/image7.jpeg"/><Relationship Id="rId10" Type="http://schemas.openxmlformats.org/officeDocument/2006/relationships/diagramColors" Target="../diagrams/colors28.xml"/><Relationship Id="rId4" Type="http://schemas.openxmlformats.org/officeDocument/2006/relationships/image" Target="../media/image6.png"/><Relationship Id="rId9" Type="http://schemas.openxmlformats.org/officeDocument/2006/relationships/diagramQuickStyle" Target="../diagrams/quickStyle28.xml"/></Relationships>
</file>

<file path=ppt/slides/_rels/slide29.xml.rels><?xml version="1.0" encoding="UTF-8" standalone="yes"?>
<Relationships xmlns="http://schemas.openxmlformats.org/package/2006/relationships"><Relationship Id="rId8" Type="http://schemas.microsoft.com/office/2007/relationships/diagramDrawing" Target="../diagrams/drawing29.xml"/><Relationship Id="rId3" Type="http://schemas.openxmlformats.org/officeDocument/2006/relationships/image" Target="../media/image5.jpeg"/><Relationship Id="rId7" Type="http://schemas.openxmlformats.org/officeDocument/2006/relationships/diagramColors" Target="../diagrams/colors29.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QuickStyle" Target="../diagrams/quickStyle29.xml"/><Relationship Id="rId5" Type="http://schemas.openxmlformats.org/officeDocument/2006/relationships/diagramLayout" Target="../diagrams/layout29.xml"/><Relationship Id="rId4" Type="http://schemas.openxmlformats.org/officeDocument/2006/relationships/diagramData" Target="../diagrams/data29.xml"/><Relationship Id="rId9" Type="http://schemas.openxmlformats.org/officeDocument/2006/relationships/image" Target="../media/image6.png"/></Relationships>
</file>

<file path=ppt/slides/_rels/slide30.xml.rels><?xml version="1.0" encoding="UTF-8" standalone="yes"?>
<Relationships xmlns="http://schemas.openxmlformats.org/package/2006/relationships"><Relationship Id="rId8" Type="http://schemas.microsoft.com/office/2007/relationships/diagramDrawing" Target="../diagrams/drawing30.xml"/><Relationship Id="rId3" Type="http://schemas.openxmlformats.org/officeDocument/2006/relationships/image" Target="../media/image5.jpeg"/><Relationship Id="rId7" Type="http://schemas.openxmlformats.org/officeDocument/2006/relationships/diagramColors" Target="../diagrams/colors30.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QuickStyle" Target="../diagrams/quickStyle30.xml"/><Relationship Id="rId5" Type="http://schemas.openxmlformats.org/officeDocument/2006/relationships/diagramLayout" Target="../diagrams/layout30.xml"/><Relationship Id="rId4" Type="http://schemas.openxmlformats.org/officeDocument/2006/relationships/diagramData" Target="../diagrams/data30.xml"/><Relationship Id="rId9" Type="http://schemas.openxmlformats.org/officeDocument/2006/relationships/image" Target="../media/image6.png"/></Relationships>
</file>

<file path=ppt/slides/_rels/slide31.xml.rels><?xml version="1.0" encoding="UTF-8" standalone="yes"?>
<Relationships xmlns="http://schemas.openxmlformats.org/package/2006/relationships"><Relationship Id="rId8" Type="http://schemas.openxmlformats.org/officeDocument/2006/relationships/diagramColors" Target="../diagrams/colors31.xml"/><Relationship Id="rId3" Type="http://schemas.openxmlformats.org/officeDocument/2006/relationships/image" Target="../media/image5.jpeg"/><Relationship Id="rId7" Type="http://schemas.openxmlformats.org/officeDocument/2006/relationships/diagramQuickStyle" Target="../diagrams/quickStyle31.xml"/><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diagramLayout" Target="../diagrams/layout31.xml"/><Relationship Id="rId5" Type="http://schemas.openxmlformats.org/officeDocument/2006/relationships/diagramData" Target="../diagrams/data31.xml"/><Relationship Id="rId4" Type="http://schemas.openxmlformats.org/officeDocument/2006/relationships/image" Target="../media/image6.png"/><Relationship Id="rId9" Type="http://schemas.microsoft.com/office/2007/relationships/diagramDrawing" Target="../diagrams/drawing31.xml"/></Relationships>
</file>

<file path=ppt/slides/_rels/slide32.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diagramLayout" Target="../diagrams/layout32.xml"/><Relationship Id="rId7" Type="http://schemas.openxmlformats.org/officeDocument/2006/relationships/image" Target="../media/image4.jpeg"/><Relationship Id="rId2" Type="http://schemas.openxmlformats.org/officeDocument/2006/relationships/diagramData" Target="../diagrams/data32.xml"/><Relationship Id="rId1" Type="http://schemas.openxmlformats.org/officeDocument/2006/relationships/slideLayout" Target="../slideLayouts/slideLayout1.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 Id="rId9" Type="http://schemas.openxmlformats.org/officeDocument/2006/relationships/image" Target="../media/image6.png"/></Relationships>
</file>

<file path=ppt/slides/_rels/slide33.xml.rels><?xml version="1.0" encoding="UTF-8" standalone="yes"?>
<Relationships xmlns="http://schemas.openxmlformats.org/package/2006/relationships"><Relationship Id="rId8" Type="http://schemas.openxmlformats.org/officeDocument/2006/relationships/diagramQuickStyle" Target="../diagrams/quickStyle33.xml"/><Relationship Id="rId3" Type="http://schemas.openxmlformats.org/officeDocument/2006/relationships/image" Target="../media/image4.jpeg"/><Relationship Id="rId7" Type="http://schemas.openxmlformats.org/officeDocument/2006/relationships/diagramLayout" Target="../diagrams/layout33.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Data" Target="../diagrams/data33.xml"/><Relationship Id="rId5" Type="http://schemas.openxmlformats.org/officeDocument/2006/relationships/image" Target="../media/image6.png"/><Relationship Id="rId10" Type="http://schemas.microsoft.com/office/2007/relationships/diagramDrawing" Target="../diagrams/drawing33.xml"/><Relationship Id="rId4" Type="http://schemas.openxmlformats.org/officeDocument/2006/relationships/image" Target="../media/image5.jpeg"/><Relationship Id="rId9" Type="http://schemas.openxmlformats.org/officeDocument/2006/relationships/diagramColors" Target="../diagrams/colors33.xml"/></Relationships>
</file>

<file path=ppt/slides/_rels/slide34.xml.rels><?xml version="1.0" encoding="UTF-8" standalone="yes"?>
<Relationships xmlns="http://schemas.openxmlformats.org/package/2006/relationships"><Relationship Id="rId8" Type="http://schemas.openxmlformats.org/officeDocument/2006/relationships/diagramColors" Target="../diagrams/colors34.xml"/><Relationship Id="rId3" Type="http://schemas.openxmlformats.org/officeDocument/2006/relationships/image" Target="../media/image4.jpeg"/><Relationship Id="rId7" Type="http://schemas.openxmlformats.org/officeDocument/2006/relationships/diagramQuickStyle" Target="../diagrams/quickStyle34.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Layout" Target="../diagrams/layout34.xml"/><Relationship Id="rId5" Type="http://schemas.openxmlformats.org/officeDocument/2006/relationships/diagramData" Target="../diagrams/data34.xml"/><Relationship Id="rId10" Type="http://schemas.openxmlformats.org/officeDocument/2006/relationships/image" Target="../media/image6.png"/><Relationship Id="rId4" Type="http://schemas.openxmlformats.org/officeDocument/2006/relationships/image" Target="../media/image5.jpeg"/><Relationship Id="rId9" Type="http://schemas.microsoft.com/office/2007/relationships/diagramDrawing" Target="../diagrams/drawing34.xml"/></Relationships>
</file>

<file path=ppt/slides/_rels/slide35.xml.rels><?xml version="1.0" encoding="UTF-8" standalone="yes"?>
<Relationships xmlns="http://schemas.openxmlformats.org/package/2006/relationships"><Relationship Id="rId8" Type="http://schemas.openxmlformats.org/officeDocument/2006/relationships/diagramQuickStyle" Target="../diagrams/quickStyle35.xml"/><Relationship Id="rId3" Type="http://schemas.openxmlformats.org/officeDocument/2006/relationships/image" Target="../media/image4.jpeg"/><Relationship Id="rId7" Type="http://schemas.openxmlformats.org/officeDocument/2006/relationships/diagramLayout" Target="../diagrams/layout35.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Data" Target="../diagrams/data35.xml"/><Relationship Id="rId5" Type="http://schemas.openxmlformats.org/officeDocument/2006/relationships/image" Target="../media/image6.png"/><Relationship Id="rId10" Type="http://schemas.microsoft.com/office/2007/relationships/diagramDrawing" Target="../diagrams/drawing35.xml"/><Relationship Id="rId4" Type="http://schemas.openxmlformats.org/officeDocument/2006/relationships/image" Target="../media/image5.jpeg"/><Relationship Id="rId9" Type="http://schemas.openxmlformats.org/officeDocument/2006/relationships/diagramColors" Target="../diagrams/colors35.xml"/></Relationships>
</file>

<file path=ppt/slides/_rels/slide36.xml.rels><?xml version="1.0" encoding="UTF-8" standalone="yes"?>
<Relationships xmlns="http://schemas.openxmlformats.org/package/2006/relationships"><Relationship Id="rId8" Type="http://schemas.openxmlformats.org/officeDocument/2006/relationships/diagramColors" Target="../diagrams/colors36.xml"/><Relationship Id="rId3" Type="http://schemas.openxmlformats.org/officeDocument/2006/relationships/image" Target="../media/image4.jpeg"/><Relationship Id="rId7" Type="http://schemas.openxmlformats.org/officeDocument/2006/relationships/diagramQuickStyle" Target="../diagrams/quickStyle36.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Layout" Target="../diagrams/layout36.xml"/><Relationship Id="rId5" Type="http://schemas.openxmlformats.org/officeDocument/2006/relationships/diagramData" Target="../diagrams/data36.xml"/><Relationship Id="rId10" Type="http://schemas.openxmlformats.org/officeDocument/2006/relationships/image" Target="../media/image6.png"/><Relationship Id="rId4" Type="http://schemas.openxmlformats.org/officeDocument/2006/relationships/image" Target="../media/image5.jpeg"/><Relationship Id="rId9" Type="http://schemas.microsoft.com/office/2007/relationships/diagramDrawing" Target="../diagrams/drawing36.xml"/></Relationships>
</file>

<file path=ppt/slides/_rels/slide37.xml.rels><?xml version="1.0" encoding="UTF-8" standalone="yes"?>
<Relationships xmlns="http://schemas.openxmlformats.org/package/2006/relationships"><Relationship Id="rId8" Type="http://schemas.openxmlformats.org/officeDocument/2006/relationships/diagramQuickStyle" Target="../diagrams/quickStyle37.xml"/><Relationship Id="rId3" Type="http://schemas.openxmlformats.org/officeDocument/2006/relationships/image" Target="../media/image4.jpeg"/><Relationship Id="rId7" Type="http://schemas.openxmlformats.org/officeDocument/2006/relationships/diagramLayout" Target="../diagrams/layout37.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Data" Target="../diagrams/data37.xml"/><Relationship Id="rId5" Type="http://schemas.openxmlformats.org/officeDocument/2006/relationships/image" Target="../media/image6.png"/><Relationship Id="rId10" Type="http://schemas.microsoft.com/office/2007/relationships/diagramDrawing" Target="../diagrams/drawing37.xml"/><Relationship Id="rId4" Type="http://schemas.openxmlformats.org/officeDocument/2006/relationships/image" Target="../media/image5.jpeg"/><Relationship Id="rId9" Type="http://schemas.openxmlformats.org/officeDocument/2006/relationships/diagramColors" Target="../diagrams/colors37.xml"/></Relationships>
</file>

<file path=ppt/slides/_rels/slide38.xml.rels><?xml version="1.0" encoding="UTF-8" standalone="yes"?>
<Relationships xmlns="http://schemas.openxmlformats.org/package/2006/relationships"><Relationship Id="rId8" Type="http://schemas.openxmlformats.org/officeDocument/2006/relationships/diagramColors" Target="../diagrams/colors38.xml"/><Relationship Id="rId3" Type="http://schemas.openxmlformats.org/officeDocument/2006/relationships/image" Target="../media/image4.jpeg"/><Relationship Id="rId7" Type="http://schemas.openxmlformats.org/officeDocument/2006/relationships/diagramQuickStyle" Target="../diagrams/quickStyle38.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Layout" Target="../diagrams/layout38.xml"/><Relationship Id="rId5" Type="http://schemas.openxmlformats.org/officeDocument/2006/relationships/diagramData" Target="../diagrams/data38.xml"/><Relationship Id="rId10" Type="http://schemas.openxmlformats.org/officeDocument/2006/relationships/image" Target="../media/image6.png"/><Relationship Id="rId4" Type="http://schemas.openxmlformats.org/officeDocument/2006/relationships/image" Target="../media/image5.jpeg"/><Relationship Id="rId9" Type="http://schemas.microsoft.com/office/2007/relationships/diagramDrawing" Target="../diagrams/drawing38.xml"/></Relationships>
</file>

<file path=ppt/slides/_rels/slide39.xml.rels><?xml version="1.0" encoding="UTF-8" standalone="yes"?>
<Relationships xmlns="http://schemas.openxmlformats.org/package/2006/relationships"><Relationship Id="rId8" Type="http://schemas.openxmlformats.org/officeDocument/2006/relationships/diagramQuickStyle" Target="../diagrams/quickStyle39.xml"/><Relationship Id="rId3" Type="http://schemas.openxmlformats.org/officeDocument/2006/relationships/image" Target="../media/image4.jpeg"/><Relationship Id="rId7" Type="http://schemas.openxmlformats.org/officeDocument/2006/relationships/diagramLayout" Target="../diagrams/layout39.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Data" Target="../diagrams/data39.xml"/><Relationship Id="rId5" Type="http://schemas.openxmlformats.org/officeDocument/2006/relationships/image" Target="../media/image6.png"/><Relationship Id="rId10" Type="http://schemas.microsoft.com/office/2007/relationships/diagramDrawing" Target="../diagrams/drawing39.xml"/><Relationship Id="rId4" Type="http://schemas.openxmlformats.org/officeDocument/2006/relationships/image" Target="../media/image5.jpeg"/><Relationship Id="rId9" Type="http://schemas.openxmlformats.org/officeDocument/2006/relationships/diagramColors" Target="../diagrams/colors39.xml"/></Relationships>
</file>

<file path=ppt/slides/_rels/slide40.xml.rels><?xml version="1.0" encoding="UTF-8" standalone="yes"?>
<Relationships xmlns="http://schemas.openxmlformats.org/package/2006/relationships"><Relationship Id="rId8" Type="http://schemas.openxmlformats.org/officeDocument/2006/relationships/diagramQuickStyle" Target="../diagrams/quickStyle40.xml"/><Relationship Id="rId3" Type="http://schemas.openxmlformats.org/officeDocument/2006/relationships/image" Target="../media/image4.jpeg"/><Relationship Id="rId7" Type="http://schemas.openxmlformats.org/officeDocument/2006/relationships/diagramLayout" Target="../diagrams/layout40.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Data" Target="../diagrams/data40.xml"/><Relationship Id="rId5" Type="http://schemas.openxmlformats.org/officeDocument/2006/relationships/image" Target="../media/image6.png"/><Relationship Id="rId10" Type="http://schemas.microsoft.com/office/2007/relationships/diagramDrawing" Target="../diagrams/drawing40.xml"/><Relationship Id="rId4" Type="http://schemas.openxmlformats.org/officeDocument/2006/relationships/image" Target="../media/image5.jpeg"/><Relationship Id="rId9" Type="http://schemas.openxmlformats.org/officeDocument/2006/relationships/diagramColors" Target="../diagrams/colors40.xml"/></Relationships>
</file>

<file path=ppt/slides/_rels/slide41.xml.rels><?xml version="1.0" encoding="UTF-8" standalone="yes"?>
<Relationships xmlns="http://schemas.openxmlformats.org/package/2006/relationships"><Relationship Id="rId8" Type="http://schemas.openxmlformats.org/officeDocument/2006/relationships/diagramData" Target="../diagrams/data41.xml"/><Relationship Id="rId3" Type="http://schemas.openxmlformats.org/officeDocument/2006/relationships/image" Target="../media/image4.jpeg"/><Relationship Id="rId7" Type="http://schemas.openxmlformats.org/officeDocument/2006/relationships/image" Target="../media/image8.jpeg"/><Relationship Id="rId12" Type="http://schemas.microsoft.com/office/2007/relationships/diagramDrawing" Target="../diagrams/drawing41.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jpeg"/><Relationship Id="rId11" Type="http://schemas.openxmlformats.org/officeDocument/2006/relationships/diagramColors" Target="../diagrams/colors41.xml"/><Relationship Id="rId5" Type="http://schemas.openxmlformats.org/officeDocument/2006/relationships/image" Target="../media/image6.png"/><Relationship Id="rId10" Type="http://schemas.openxmlformats.org/officeDocument/2006/relationships/diagramQuickStyle" Target="../diagrams/quickStyle41.xml"/><Relationship Id="rId4" Type="http://schemas.openxmlformats.org/officeDocument/2006/relationships/image" Target="../media/image5.jpeg"/><Relationship Id="rId9" Type="http://schemas.openxmlformats.org/officeDocument/2006/relationships/diagramLayout" Target="../diagrams/layout41.xml"/></Relationships>
</file>

<file path=ppt/slides/_rels/slide42.xml.rels><?xml version="1.0" encoding="UTF-8" standalone="yes"?>
<Relationships xmlns="http://schemas.openxmlformats.org/package/2006/relationships"><Relationship Id="rId8" Type="http://schemas.openxmlformats.org/officeDocument/2006/relationships/diagramQuickStyle" Target="../diagrams/quickStyle42.xml"/><Relationship Id="rId3" Type="http://schemas.openxmlformats.org/officeDocument/2006/relationships/image" Target="../media/image4.jpeg"/><Relationship Id="rId7" Type="http://schemas.openxmlformats.org/officeDocument/2006/relationships/diagramLayout" Target="../diagrams/layout42.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Data" Target="../diagrams/data42.xml"/><Relationship Id="rId11" Type="http://schemas.openxmlformats.org/officeDocument/2006/relationships/image" Target="../media/image11.png"/><Relationship Id="rId5" Type="http://schemas.openxmlformats.org/officeDocument/2006/relationships/image" Target="../media/image6.png"/><Relationship Id="rId10" Type="http://schemas.microsoft.com/office/2007/relationships/diagramDrawing" Target="../diagrams/drawing42.xml"/><Relationship Id="rId4" Type="http://schemas.openxmlformats.org/officeDocument/2006/relationships/image" Target="../media/image5.jpeg"/><Relationship Id="rId9" Type="http://schemas.openxmlformats.org/officeDocument/2006/relationships/diagramColors" Target="../diagrams/colors42.xml"/></Relationships>
</file>

<file path=ppt/slides/_rels/slide43.xml.rels><?xml version="1.0" encoding="UTF-8" standalone="yes"?>
<Relationships xmlns="http://schemas.openxmlformats.org/package/2006/relationships"><Relationship Id="rId8" Type="http://schemas.openxmlformats.org/officeDocument/2006/relationships/diagramQuickStyle" Target="../diagrams/quickStyle43.xml"/><Relationship Id="rId3" Type="http://schemas.openxmlformats.org/officeDocument/2006/relationships/image" Target="../media/image4.jpeg"/><Relationship Id="rId7" Type="http://schemas.openxmlformats.org/officeDocument/2006/relationships/diagramLayout" Target="../diagrams/layout43.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diagramData" Target="../diagrams/data43.xml"/><Relationship Id="rId11" Type="http://schemas.openxmlformats.org/officeDocument/2006/relationships/image" Target="../media/image11.png"/><Relationship Id="rId5" Type="http://schemas.openxmlformats.org/officeDocument/2006/relationships/image" Target="../media/image6.png"/><Relationship Id="rId10" Type="http://schemas.microsoft.com/office/2007/relationships/diagramDrawing" Target="../diagrams/drawing43.xml"/><Relationship Id="rId4" Type="http://schemas.openxmlformats.org/officeDocument/2006/relationships/image" Target="../media/image5.jpeg"/><Relationship Id="rId9" Type="http://schemas.openxmlformats.org/officeDocument/2006/relationships/diagramColors" Target="../diagrams/colors43.xml"/></Relationships>
</file>

<file path=ppt/slides/_rels/slide44.xml.rels><?xml version="1.0" encoding="UTF-8" standalone="yes"?>
<Relationships xmlns="http://schemas.openxmlformats.org/package/2006/relationships"><Relationship Id="rId8" Type="http://schemas.openxmlformats.org/officeDocument/2006/relationships/diagramQuickStyle" Target="../diagrams/quickStyle44.xml"/><Relationship Id="rId3" Type="http://schemas.openxmlformats.org/officeDocument/2006/relationships/image" Target="../media/image4.jpeg"/><Relationship Id="rId7" Type="http://schemas.openxmlformats.org/officeDocument/2006/relationships/diagramLayout" Target="../diagrams/layout44.xm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diagramData" Target="../diagrams/data44.xml"/><Relationship Id="rId5" Type="http://schemas.openxmlformats.org/officeDocument/2006/relationships/image" Target="../media/image6.png"/><Relationship Id="rId10" Type="http://schemas.microsoft.com/office/2007/relationships/diagramDrawing" Target="../diagrams/drawing44.xml"/><Relationship Id="rId4" Type="http://schemas.openxmlformats.org/officeDocument/2006/relationships/image" Target="../media/image5.jpeg"/><Relationship Id="rId9" Type="http://schemas.openxmlformats.org/officeDocument/2006/relationships/diagramColors" Target="../diagrams/colors44.xml"/></Relationships>
</file>

<file path=ppt/slides/_rels/slide4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6.png"/><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ctrTitle"/>
          </p:nvPr>
        </p:nvSpPr>
        <p:spPr>
          <a:xfrm>
            <a:off x="0" y="1785926"/>
            <a:ext cx="7929618" cy="1643074"/>
          </a:xfrm>
        </p:spPr>
        <p:txBody>
          <a:bodyPr>
            <a:noAutofit/>
          </a:bodyPr>
          <a:lstStyle/>
          <a:p>
            <a:pPr algn="just"/>
            <a:r>
              <a:rPr lang="es-VE" sz="1700" dirty="0" smtClean="0"/>
              <a:t/>
            </a:r>
            <a:br>
              <a:rPr lang="es-VE" sz="1700" dirty="0" smtClean="0"/>
            </a:br>
            <a:r>
              <a:rPr lang="es-VE" sz="1700" dirty="0" smtClean="0"/>
              <a:t/>
            </a:r>
            <a:br>
              <a:rPr lang="es-VE" sz="1700" dirty="0" smtClean="0"/>
            </a:br>
            <a:r>
              <a:rPr lang="es-VE" sz="1600" dirty="0" smtClean="0"/>
              <a:t/>
            </a:r>
            <a:br>
              <a:rPr lang="es-VE" sz="1600" dirty="0" smtClean="0"/>
            </a:br>
            <a:endParaRPr lang="es-VE" sz="1600" dirty="0"/>
          </a:p>
        </p:txBody>
      </p:sp>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5" name="14 Rectángulo"/>
          <p:cNvSpPr/>
          <p:nvPr/>
        </p:nvSpPr>
        <p:spPr>
          <a:xfrm>
            <a:off x="4429124" y="6000768"/>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11" name="Imagen 6"/>
          <p:cNvPicPr>
            <a:picLocks noChangeAspect="1"/>
          </p:cNvPicPr>
          <p:nvPr/>
        </p:nvPicPr>
        <p:blipFill>
          <a:blip r:embed="rId3" cstate="print"/>
          <a:srcRect/>
          <a:stretch>
            <a:fillRect/>
          </a:stretch>
        </p:blipFill>
        <p:spPr bwMode="auto">
          <a:xfrm>
            <a:off x="0" y="0"/>
            <a:ext cx="3143239" cy="2786057"/>
          </a:xfrm>
          <a:prstGeom prst="rect">
            <a:avLst/>
          </a:prstGeom>
          <a:noFill/>
          <a:ln w="9525">
            <a:noFill/>
            <a:miter lim="800000"/>
            <a:headEnd/>
            <a:tailEnd/>
          </a:ln>
        </p:spPr>
      </p:pic>
      <p:sp>
        <p:nvSpPr>
          <p:cNvPr id="13" name="Marcador de contenido 2"/>
          <p:cNvSpPr>
            <a:spLocks noGrp="1"/>
          </p:cNvSpPr>
          <p:nvPr>
            <p:ph type="subTitle" idx="1"/>
          </p:nvPr>
        </p:nvSpPr>
        <p:spPr>
          <a:xfrm>
            <a:off x="285720" y="3357562"/>
            <a:ext cx="5072098" cy="1714500"/>
          </a:xfrm>
        </p:spPr>
        <p:txBody>
          <a:bodyPr>
            <a:normAutofit/>
          </a:bodyPr>
          <a:lstStyle/>
          <a:p>
            <a:pPr algn="just" eaLnBrk="1" hangingPunct="1"/>
            <a:endParaRPr lang="es-VE" sz="1400" b="1" dirty="0" smtClean="0"/>
          </a:p>
          <a:p>
            <a:pPr algn="just" eaLnBrk="1" hangingPunct="1"/>
            <a:r>
              <a:rPr lang="es-VE" sz="1600" b="1" dirty="0" smtClean="0"/>
              <a:t>UNIDAD DE ADMINISTRACCION DE RIESGOS PARA LA PREVENCION DE LEGITIMACION DE CAPITALES, FINANCIAMIENTO AL TERRORISMO Y FINANCIAMIENTO A LA PROLIFERACION DE ARMAS DE DESTRUCCION MASIVA.</a:t>
            </a:r>
          </a:p>
        </p:txBody>
      </p:sp>
      <p:sp>
        <p:nvSpPr>
          <p:cNvPr id="14" name="Rectángulo 15">
            <a:extLst>
              <a:ext uri="{FF2B5EF4-FFF2-40B4-BE49-F238E27FC236}"/>
            </a:extLst>
          </p:cNvPr>
          <p:cNvSpPr/>
          <p:nvPr/>
        </p:nvSpPr>
        <p:spPr>
          <a:xfrm>
            <a:off x="5643570" y="3643314"/>
            <a:ext cx="3286116" cy="1173163"/>
          </a:xfrm>
          <a:prstGeom prst="rect">
            <a:avLst/>
          </a:prstGeom>
          <a:gradFill>
            <a:gsLst>
              <a:gs pos="0">
                <a:schemeClr val="accent2">
                  <a:lumMod val="110000"/>
                  <a:satMod val="105000"/>
                  <a:tint val="67000"/>
                  <a:alpha val="59000"/>
                </a:schemeClr>
              </a:gs>
              <a:gs pos="50000">
                <a:schemeClr val="accent2">
                  <a:lumMod val="105000"/>
                  <a:satMod val="103000"/>
                  <a:tint val="73000"/>
                  <a:alpha val="62000"/>
                </a:schemeClr>
              </a:gs>
              <a:gs pos="100000">
                <a:schemeClr val="accent2">
                  <a:lumMod val="105000"/>
                  <a:satMod val="109000"/>
                  <a:tint val="81000"/>
                  <a:alpha val="33000"/>
                </a:schemeClr>
              </a:gs>
            </a:gsLst>
          </a:gradFill>
          <a:ln>
            <a:noFill/>
          </a:ln>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r>
              <a:rPr lang="es-VE" sz="2400" b="1" dirty="0">
                <a:latin typeface="Agency FB" pitchFamily="34" charset="0"/>
              </a:rPr>
              <a:t>José Gregorio Rosales</a:t>
            </a:r>
          </a:p>
          <a:p>
            <a:pPr algn="ctr" fontAlgn="auto">
              <a:spcBef>
                <a:spcPts val="0"/>
              </a:spcBef>
              <a:spcAft>
                <a:spcPts val="0"/>
              </a:spcAft>
              <a:defRPr/>
            </a:pPr>
            <a:r>
              <a:rPr lang="es-VE" sz="2400" b="1" dirty="0">
                <a:latin typeface="Agency FB" pitchFamily="34" charset="0"/>
              </a:rPr>
              <a:t>Oficial de cumplimiento</a:t>
            </a:r>
          </a:p>
        </p:txBody>
      </p:sp>
      <p:sp>
        <p:nvSpPr>
          <p:cNvPr id="17" name="7 Rectángulo"/>
          <p:cNvSpPr>
            <a:spLocks noChangeArrowheads="1"/>
          </p:cNvSpPr>
          <p:nvPr/>
        </p:nvSpPr>
        <p:spPr bwMode="auto">
          <a:xfrm>
            <a:off x="2643174" y="285728"/>
            <a:ext cx="6215106" cy="646113"/>
          </a:xfrm>
          <a:prstGeom prst="rect">
            <a:avLst/>
          </a:prstGeom>
          <a:noFill/>
          <a:ln w="9525">
            <a:noFill/>
            <a:miter lim="800000"/>
            <a:headEnd/>
            <a:tailEnd/>
          </a:ln>
        </p:spPr>
        <p:txBody>
          <a:bodyPr wrap="square">
            <a:spAutoFit/>
          </a:bodyPr>
          <a:lstStyle/>
          <a:p>
            <a:pPr algn="r"/>
            <a:r>
              <a:rPr lang="es-VE" b="1" dirty="0">
                <a:latin typeface="Agency FB" pitchFamily="34" charset="0"/>
              </a:rPr>
              <a:t>18 años ofreciendo bienestar y servicios </a:t>
            </a:r>
          </a:p>
          <a:p>
            <a:pPr algn="r"/>
            <a:r>
              <a:rPr lang="es-VE" b="1" dirty="0">
                <a:latin typeface="Agency FB" pitchFamily="34" charset="0"/>
              </a:rPr>
              <a:t>Porque su salud no es un gasto, es una sana inversión </a:t>
            </a:r>
          </a:p>
        </p:txBody>
      </p:sp>
      <p:pic>
        <p:nvPicPr>
          <p:cNvPr id="18" name="8 Imagen" descr="C:\Users\contablidad\Downloads\9be860_prevencion-de-legitimacion-de-capitales_w688.jpg"/>
          <p:cNvPicPr>
            <a:picLocks noChangeAspect="1" noChangeArrowheads="1"/>
          </p:cNvPicPr>
          <p:nvPr/>
        </p:nvPicPr>
        <p:blipFill>
          <a:blip r:embed="rId4" cstate="print"/>
          <a:srcRect/>
          <a:stretch>
            <a:fillRect/>
          </a:stretch>
        </p:blipFill>
        <p:spPr bwMode="auto">
          <a:xfrm>
            <a:off x="3500430" y="1071546"/>
            <a:ext cx="5286412" cy="2143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ctrTitle"/>
          </p:nvPr>
        </p:nvSpPr>
        <p:spPr>
          <a:xfrm>
            <a:off x="714348" y="1785926"/>
            <a:ext cx="7929618" cy="1643074"/>
          </a:xfrm>
        </p:spPr>
        <p:txBody>
          <a:bodyPr>
            <a:noAutofit/>
          </a:bodyPr>
          <a:lstStyle/>
          <a:p>
            <a:pPr algn="just"/>
            <a:r>
              <a:rPr lang="es-VE" sz="1700" dirty="0" smtClean="0"/>
              <a:t/>
            </a:r>
            <a:br>
              <a:rPr lang="es-VE" sz="1700" dirty="0" smtClean="0"/>
            </a:br>
            <a:r>
              <a:rPr lang="es-VE" sz="1700" dirty="0" smtClean="0"/>
              <a:t/>
            </a:r>
            <a:br>
              <a:rPr lang="es-VE" sz="1700" dirty="0" smtClean="0"/>
            </a:br>
            <a:r>
              <a:rPr lang="es-VE" sz="1600" dirty="0" smtClean="0"/>
              <a:t/>
            </a:r>
            <a:br>
              <a:rPr lang="es-VE" sz="1600" dirty="0" smtClean="0"/>
            </a:br>
            <a:endParaRPr lang="es-VE" sz="1600" dirty="0"/>
          </a:p>
        </p:txBody>
      </p:sp>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928662" y="2143116"/>
            <a:ext cx="7215238" cy="1857388"/>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0" y="0"/>
            <a:ext cx="2000264" cy="1643050"/>
          </a:xfrm>
          <a:prstGeom prst="rect">
            <a:avLst/>
          </a:prstGeom>
          <a:noFill/>
          <a:ln w="9525">
            <a:noFill/>
            <a:miter lim="800000"/>
            <a:headEnd/>
            <a:tailEnd/>
          </a:ln>
        </p:spPr>
      </p:pic>
      <p:sp>
        <p:nvSpPr>
          <p:cNvPr id="15" name="14 Rectángulo"/>
          <p:cNvSpPr/>
          <p:nvPr/>
        </p:nvSpPr>
        <p:spPr>
          <a:xfrm>
            <a:off x="4429124" y="6000768"/>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8"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pic>
        <p:nvPicPr>
          <p:cNvPr id="9" name="Imagen 3" descr="D:\Operador\Desktop\imagen de salud 1.jpg"/>
          <p:cNvPicPr>
            <a:picLocks noChangeAspect="1" noChangeArrowheads="1"/>
          </p:cNvPicPr>
          <p:nvPr/>
        </p:nvPicPr>
        <p:blipFill>
          <a:blip r:embed="rId6" cstate="print"/>
          <a:srcRect/>
          <a:stretch>
            <a:fillRect/>
          </a:stretch>
        </p:blipFill>
        <p:spPr bwMode="auto">
          <a:xfrm>
            <a:off x="3428992" y="642918"/>
            <a:ext cx="1214446" cy="666750"/>
          </a:xfrm>
          <a:prstGeom prst="rect">
            <a:avLst/>
          </a:prstGeom>
          <a:noFill/>
          <a:ln w="9525">
            <a:noFill/>
            <a:miter lim="800000"/>
            <a:headEnd/>
            <a:tailEnd/>
          </a:ln>
        </p:spPr>
      </p:pic>
      <p:pic>
        <p:nvPicPr>
          <p:cNvPr id="10" name="Imagen 1" descr="D:\Operador\Desktop\imagen de salud.jpg"/>
          <p:cNvPicPr>
            <a:picLocks noChangeAspect="1" noChangeArrowheads="1"/>
          </p:cNvPicPr>
          <p:nvPr/>
        </p:nvPicPr>
        <p:blipFill>
          <a:blip r:embed="rId7" cstate="print"/>
          <a:srcRect/>
          <a:stretch>
            <a:fillRect/>
          </a:stretch>
        </p:blipFill>
        <p:spPr bwMode="auto">
          <a:xfrm>
            <a:off x="4643438" y="642918"/>
            <a:ext cx="1171575" cy="704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ctrTitle"/>
          </p:nvPr>
        </p:nvSpPr>
        <p:spPr>
          <a:xfrm>
            <a:off x="714348" y="2000240"/>
            <a:ext cx="7929618" cy="1643074"/>
          </a:xfrm>
        </p:spPr>
        <p:txBody>
          <a:bodyPr>
            <a:noAutofit/>
          </a:bodyPr>
          <a:lstStyle/>
          <a:p>
            <a:pPr algn="just"/>
            <a:r>
              <a:rPr lang="es-VE" sz="1700" dirty="0" smtClean="0"/>
              <a:t/>
            </a:r>
            <a:br>
              <a:rPr lang="es-VE" sz="1700" dirty="0" smtClean="0"/>
            </a:br>
            <a:r>
              <a:rPr lang="es-VE" sz="1700" dirty="0" smtClean="0"/>
              <a:t/>
            </a:r>
            <a:br>
              <a:rPr lang="es-VE" sz="1700" dirty="0" smtClean="0"/>
            </a:br>
            <a:r>
              <a:rPr lang="es-VE" sz="1600" dirty="0" smtClean="0"/>
              <a:t/>
            </a:r>
            <a:br>
              <a:rPr lang="es-VE" sz="1600" dirty="0" smtClean="0"/>
            </a:br>
            <a:endParaRPr lang="es-VE" sz="1600" dirty="0"/>
          </a:p>
        </p:txBody>
      </p:sp>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5357818" y="285728"/>
            <a:ext cx="3505199"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0" y="0"/>
            <a:ext cx="2000264" cy="1643050"/>
          </a:xfrm>
          <a:prstGeom prst="rect">
            <a:avLst/>
          </a:prstGeom>
          <a:noFill/>
          <a:ln w="9525">
            <a:noFill/>
            <a:miter lim="800000"/>
            <a:headEnd/>
            <a:tailEnd/>
          </a:ln>
        </p:spPr>
      </p:pic>
      <p:sp>
        <p:nvSpPr>
          <p:cNvPr id="15" name="14 Rectángulo"/>
          <p:cNvSpPr/>
          <p:nvPr/>
        </p:nvSpPr>
        <p:spPr>
          <a:xfrm>
            <a:off x="4429124" y="6000768"/>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graphicFrame>
        <p:nvGraphicFramePr>
          <p:cNvPr id="11" name="10 Diagrama"/>
          <p:cNvGraphicFramePr/>
          <p:nvPr/>
        </p:nvGraphicFramePr>
        <p:xfrm>
          <a:off x="500034" y="1571612"/>
          <a:ext cx="8286808" cy="350046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8" name="Picture 2"/>
          <p:cNvPicPr>
            <a:picLocks noChangeAspect="1" noChangeArrowheads="1"/>
          </p:cNvPicPr>
          <p:nvPr/>
        </p:nvPicPr>
        <p:blipFill>
          <a:blip r:embed="rId10" cstate="print"/>
          <a:srcRect/>
          <a:stretch>
            <a:fillRect/>
          </a:stretch>
        </p:blipFill>
        <p:spPr bwMode="auto">
          <a:xfrm>
            <a:off x="1928794" y="214290"/>
            <a:ext cx="1143008" cy="1214446"/>
          </a:xfrm>
          <a:prstGeom prst="rect">
            <a:avLst/>
          </a:prstGeom>
          <a:noFill/>
          <a:ln w="9525">
            <a:noFill/>
            <a:miter lim="800000"/>
            <a:headEnd/>
            <a:tailEnd/>
          </a:ln>
          <a:effectLst/>
        </p:spPr>
      </p:pic>
      <p:pic>
        <p:nvPicPr>
          <p:cNvPr id="9" name="Imagen 3" descr="D:\Operador\Desktop\imagen de salud 1.jpg"/>
          <p:cNvPicPr>
            <a:picLocks noChangeAspect="1" noChangeArrowheads="1"/>
          </p:cNvPicPr>
          <p:nvPr/>
        </p:nvPicPr>
        <p:blipFill>
          <a:blip r:embed="rId11" cstate="print"/>
          <a:srcRect/>
          <a:stretch>
            <a:fillRect/>
          </a:stretch>
        </p:blipFill>
        <p:spPr bwMode="auto">
          <a:xfrm>
            <a:off x="3071802" y="714356"/>
            <a:ext cx="1214446" cy="666750"/>
          </a:xfrm>
          <a:prstGeom prst="rect">
            <a:avLst/>
          </a:prstGeom>
          <a:noFill/>
          <a:ln w="9525">
            <a:noFill/>
            <a:miter lim="800000"/>
            <a:headEnd/>
            <a:tailEnd/>
          </a:ln>
        </p:spPr>
      </p:pic>
      <p:pic>
        <p:nvPicPr>
          <p:cNvPr id="10" name="Imagen 1" descr="D:\Operador\Desktop\imagen de salud.jpg"/>
          <p:cNvPicPr>
            <a:picLocks noChangeAspect="1" noChangeArrowheads="1"/>
          </p:cNvPicPr>
          <p:nvPr/>
        </p:nvPicPr>
        <p:blipFill>
          <a:blip r:embed="rId12" cstate="print"/>
          <a:srcRect/>
          <a:stretch>
            <a:fillRect/>
          </a:stretch>
        </p:blipFill>
        <p:spPr bwMode="auto">
          <a:xfrm>
            <a:off x="4357686" y="714356"/>
            <a:ext cx="1171575" cy="633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5143504" y="214290"/>
            <a:ext cx="3433761"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0" y="0"/>
            <a:ext cx="2000264" cy="1643050"/>
          </a:xfrm>
          <a:prstGeom prst="rect">
            <a:avLst/>
          </a:prstGeom>
          <a:noFill/>
          <a:ln w="9525">
            <a:noFill/>
            <a:miter lim="800000"/>
            <a:headEnd/>
            <a:tailEnd/>
          </a:ln>
        </p:spPr>
      </p:pic>
      <p:sp>
        <p:nvSpPr>
          <p:cNvPr id="15" name="14 Rectángulo"/>
          <p:cNvSpPr/>
          <p:nvPr/>
        </p:nvSpPr>
        <p:spPr>
          <a:xfrm>
            <a:off x="4429124" y="6000768"/>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5" cstate="print"/>
          <a:srcRect/>
          <a:stretch>
            <a:fillRect/>
          </a:stretch>
        </p:blipFill>
        <p:spPr bwMode="auto">
          <a:xfrm>
            <a:off x="1928794" y="214290"/>
            <a:ext cx="1143008" cy="1214422"/>
          </a:xfrm>
          <a:prstGeom prst="rect">
            <a:avLst/>
          </a:prstGeom>
          <a:noFill/>
          <a:ln w="9525">
            <a:noFill/>
            <a:miter lim="800000"/>
            <a:headEnd/>
            <a:tailEnd/>
          </a:ln>
          <a:effectLst/>
        </p:spPr>
      </p:pic>
      <p:graphicFrame>
        <p:nvGraphicFramePr>
          <p:cNvPr id="12" name="11 Diagrama"/>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14" name="13 Diagrama"/>
          <p:cNvGraphicFramePr/>
          <p:nvPr/>
        </p:nvGraphicFramePr>
        <p:xfrm>
          <a:off x="0" y="285728"/>
          <a:ext cx="9144000" cy="6572272"/>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7 Diagrama"/>
          <p:cNvGraphicFramePr/>
          <p:nvPr/>
        </p:nvGraphicFramePr>
        <p:xfrm>
          <a:off x="1285852" y="1500174"/>
          <a:ext cx="6715172" cy="3571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7"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8" cstate="print"/>
          <a:srcRect/>
          <a:stretch>
            <a:fillRect/>
          </a:stretch>
        </p:blipFill>
        <p:spPr bwMode="auto">
          <a:xfrm>
            <a:off x="0" y="-285776"/>
            <a:ext cx="2000264" cy="1643050"/>
          </a:xfrm>
          <a:prstGeom prst="rect">
            <a:avLst/>
          </a:prstGeom>
          <a:noFill/>
          <a:ln w="9525">
            <a:noFill/>
            <a:miter lim="800000"/>
            <a:headEnd/>
            <a:tailEnd/>
          </a:ln>
        </p:spPr>
      </p:pic>
      <p:sp>
        <p:nvSpPr>
          <p:cNvPr id="15" name="14 Rectángulo"/>
          <p:cNvSpPr/>
          <p:nvPr/>
        </p:nvSpPr>
        <p:spPr>
          <a:xfrm>
            <a:off x="4429124" y="6000768"/>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1026" name="Picture 2"/>
          <p:cNvPicPr>
            <a:picLocks noChangeAspect="1" noChangeArrowheads="1"/>
          </p:cNvPicPr>
          <p:nvPr/>
        </p:nvPicPr>
        <p:blipFill>
          <a:blip r:embed="rId9" cstate="print"/>
          <a:srcRect/>
          <a:stretch>
            <a:fillRect/>
          </a:stretch>
        </p:blipFill>
        <p:spPr bwMode="auto">
          <a:xfrm>
            <a:off x="2143108" y="214290"/>
            <a:ext cx="1143008" cy="12144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8 Diagrama"/>
          <p:cNvGraphicFramePr/>
          <p:nvPr/>
        </p:nvGraphicFramePr>
        <p:xfrm>
          <a:off x="0" y="1071546"/>
          <a:ext cx="9144000" cy="42148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8"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9"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10" cstate="print"/>
          <a:srcRect/>
          <a:stretch>
            <a:fillRect/>
          </a:stretch>
        </p:blipFill>
        <p:spPr bwMode="auto">
          <a:xfrm>
            <a:off x="2143108" y="214290"/>
            <a:ext cx="1143008" cy="12144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5" cstate="print"/>
          <a:srcRect/>
          <a:stretch>
            <a:fillRect/>
          </a:stretch>
        </p:blipFill>
        <p:spPr bwMode="auto">
          <a:xfrm>
            <a:off x="2143108" y="214290"/>
            <a:ext cx="1143008" cy="1214422"/>
          </a:xfrm>
          <a:prstGeom prst="rect">
            <a:avLst/>
          </a:prstGeom>
          <a:noFill/>
          <a:ln w="9525">
            <a:noFill/>
            <a:miter lim="800000"/>
            <a:headEnd/>
            <a:tailEnd/>
          </a:ln>
          <a:effectLst/>
        </p:spPr>
      </p:pic>
      <p:graphicFrame>
        <p:nvGraphicFramePr>
          <p:cNvPr id="10" name="9 Diagrama"/>
          <p:cNvGraphicFramePr/>
          <p:nvPr/>
        </p:nvGraphicFramePr>
        <p:xfrm>
          <a:off x="214282" y="1142984"/>
          <a:ext cx="8286808" cy="428628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7 Diagrama"/>
          <p:cNvGraphicFramePr/>
          <p:nvPr/>
        </p:nvGraphicFramePr>
        <p:xfrm>
          <a:off x="785786" y="1928802"/>
          <a:ext cx="7715304" cy="21431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7"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8" cstate="print"/>
          <a:srcRect/>
          <a:stretch>
            <a:fillRect/>
          </a:stretch>
        </p:blipFill>
        <p:spPr bwMode="auto">
          <a:xfrm>
            <a:off x="0" y="0"/>
            <a:ext cx="2000264" cy="1643050"/>
          </a:xfrm>
          <a:prstGeom prst="rect">
            <a:avLst/>
          </a:prstGeom>
          <a:noFill/>
          <a:ln w="9525">
            <a:noFill/>
            <a:miter lim="800000"/>
            <a:headEnd/>
            <a:tailEnd/>
          </a:ln>
        </p:spPr>
      </p:pic>
      <p:sp>
        <p:nvSpPr>
          <p:cNvPr id="15" name="14 Rectángulo"/>
          <p:cNvSpPr/>
          <p:nvPr/>
        </p:nvSpPr>
        <p:spPr>
          <a:xfrm>
            <a:off x="4429124" y="6000768"/>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9" cstate="print"/>
          <a:srcRect/>
          <a:stretch>
            <a:fillRect/>
          </a:stretch>
        </p:blipFill>
        <p:spPr bwMode="auto">
          <a:xfrm>
            <a:off x="2143108" y="214290"/>
            <a:ext cx="1143008" cy="12144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8 Diagrama"/>
          <p:cNvGraphicFramePr/>
          <p:nvPr/>
        </p:nvGraphicFramePr>
        <p:xfrm>
          <a:off x="785786" y="1571612"/>
          <a:ext cx="7643866" cy="4225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8"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9"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10" cstate="print"/>
          <a:srcRect/>
          <a:stretch>
            <a:fillRect/>
          </a:stretch>
        </p:blipFill>
        <p:spPr bwMode="auto">
          <a:xfrm>
            <a:off x="2143108" y="214290"/>
            <a:ext cx="1143008" cy="12144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0" name="9 Diagrama"/>
          <p:cNvGraphicFramePr/>
          <p:nvPr/>
        </p:nvGraphicFramePr>
        <p:xfrm>
          <a:off x="714348" y="1571612"/>
          <a:ext cx="7772400" cy="371477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1" name="10 CuadroTexto"/>
          <p:cNvSpPr txBox="1"/>
          <p:nvPr/>
        </p:nvSpPr>
        <p:spPr>
          <a:xfrm>
            <a:off x="3500430" y="1071546"/>
            <a:ext cx="1418978" cy="369332"/>
          </a:xfrm>
          <a:prstGeom prst="rect">
            <a:avLst/>
          </a:prstGeom>
          <a:solidFill>
            <a:schemeClr val="bg2">
              <a:lumMod val="50000"/>
            </a:schemeClr>
          </a:solidFill>
        </p:spPr>
        <p:txBody>
          <a:bodyPr wrap="none" rtlCol="0">
            <a:spAutoFit/>
          </a:bodyPr>
          <a:lstStyle/>
          <a:p>
            <a:r>
              <a:rPr lang="es-VE" b="1" dirty="0" smtClean="0"/>
              <a:t>PRINCIPIOS</a:t>
            </a:r>
            <a:endParaRPr lang="es-VE" b="1"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sp>
        <p:nvSpPr>
          <p:cNvPr id="7" name="6 CuadroTexto"/>
          <p:cNvSpPr txBox="1"/>
          <p:nvPr/>
        </p:nvSpPr>
        <p:spPr>
          <a:xfrm>
            <a:off x="3286116" y="1357298"/>
            <a:ext cx="2836033" cy="400110"/>
          </a:xfrm>
          <a:prstGeom prst="rect">
            <a:avLst/>
          </a:prstGeom>
          <a:solidFill>
            <a:schemeClr val="bg2">
              <a:lumMod val="50000"/>
            </a:schemeClr>
          </a:solidFill>
        </p:spPr>
        <p:txBody>
          <a:bodyPr wrap="none" rtlCol="0">
            <a:spAutoFit/>
          </a:bodyPr>
          <a:lstStyle/>
          <a:p>
            <a:r>
              <a:rPr lang="es-VE" sz="2000" b="1" dirty="0" smtClean="0"/>
              <a:t>Ámbito de Aplicación</a:t>
            </a:r>
            <a:endParaRPr lang="es-VE" sz="2000" b="1" dirty="0"/>
          </a:p>
        </p:txBody>
      </p:sp>
      <p:pic>
        <p:nvPicPr>
          <p:cNvPr id="10"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5" name="14 Diagrama"/>
          <p:cNvGraphicFramePr/>
          <p:nvPr/>
        </p:nvGraphicFramePr>
        <p:xfrm>
          <a:off x="214282" y="1500174"/>
          <a:ext cx="8929718" cy="457203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8 Diagrama"/>
          <p:cNvGraphicFramePr/>
          <p:nvPr/>
        </p:nvGraphicFramePr>
        <p:xfrm>
          <a:off x="785786" y="1785926"/>
          <a:ext cx="7558086" cy="33575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8"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9"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10" cstate="print"/>
          <a:srcRect/>
          <a:stretch>
            <a:fillRect/>
          </a:stretch>
        </p:blipFill>
        <p:spPr bwMode="auto">
          <a:xfrm>
            <a:off x="2071670" y="214290"/>
            <a:ext cx="1143008" cy="1214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10 Diagrama"/>
          <p:cNvGraphicFramePr/>
          <p:nvPr/>
        </p:nvGraphicFramePr>
        <p:xfrm>
          <a:off x="0" y="1500174"/>
          <a:ext cx="9144000" cy="37147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8" cstate="print"/>
          <a:srcRect/>
          <a:stretch>
            <a:fillRect/>
          </a:stretch>
        </p:blipFill>
        <p:spPr bwMode="auto">
          <a:xfrm>
            <a:off x="5495925" y="285728"/>
            <a:ext cx="3648075" cy="1247775"/>
          </a:xfrm>
          <a:prstGeom prst="rect">
            <a:avLst/>
          </a:prstGeom>
          <a:noFill/>
        </p:spPr>
      </p:pic>
      <p:pic>
        <p:nvPicPr>
          <p:cNvPr id="25611" name="Imagen 4" descr="D:\Users\Operador\Desktop\CLINISALUD.jpg"/>
          <p:cNvPicPr>
            <a:picLocks noChangeAspect="1" noChangeArrowheads="1"/>
          </p:cNvPicPr>
          <p:nvPr/>
        </p:nvPicPr>
        <p:blipFill>
          <a:blip r:embed="rId9"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10" cstate="print"/>
          <a:srcRect/>
          <a:stretch>
            <a:fillRect/>
          </a:stretch>
        </p:blipFill>
        <p:spPr bwMode="auto">
          <a:xfrm>
            <a:off x="2071670" y="214290"/>
            <a:ext cx="1143008" cy="1214446"/>
          </a:xfrm>
          <a:prstGeom prst="rect">
            <a:avLst/>
          </a:prstGeom>
          <a:noFill/>
          <a:ln w="9525">
            <a:noFill/>
            <a:miter lim="800000"/>
            <a:headEnd/>
            <a:tailEnd/>
          </a:ln>
          <a:effectLst/>
        </p:spPr>
      </p:pic>
      <p:pic>
        <p:nvPicPr>
          <p:cNvPr id="9" name="Imagen 3" descr="D:\Operador\Desktop\imagen de salud 1.jpg"/>
          <p:cNvPicPr>
            <a:picLocks noChangeAspect="1" noChangeArrowheads="1"/>
          </p:cNvPicPr>
          <p:nvPr/>
        </p:nvPicPr>
        <p:blipFill>
          <a:blip r:embed="rId11" cstate="print"/>
          <a:srcRect/>
          <a:stretch>
            <a:fillRect/>
          </a:stretch>
        </p:blipFill>
        <p:spPr bwMode="auto">
          <a:xfrm>
            <a:off x="3143240" y="714356"/>
            <a:ext cx="1214446" cy="666750"/>
          </a:xfrm>
          <a:prstGeom prst="rect">
            <a:avLst/>
          </a:prstGeom>
          <a:noFill/>
          <a:ln w="9525">
            <a:noFill/>
            <a:miter lim="800000"/>
            <a:headEnd/>
            <a:tailEnd/>
          </a:ln>
        </p:spPr>
      </p:pic>
      <p:pic>
        <p:nvPicPr>
          <p:cNvPr id="10" name="Imagen 1" descr="D:\Operador\Desktop\imagen de salud.jpg"/>
          <p:cNvPicPr>
            <a:picLocks noChangeAspect="1" noChangeArrowheads="1"/>
          </p:cNvPicPr>
          <p:nvPr/>
        </p:nvPicPr>
        <p:blipFill>
          <a:blip r:embed="rId12" cstate="print"/>
          <a:srcRect/>
          <a:stretch>
            <a:fillRect/>
          </a:stretch>
        </p:blipFill>
        <p:spPr bwMode="auto">
          <a:xfrm>
            <a:off x="4357686" y="714356"/>
            <a:ext cx="1171575" cy="704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10 Diagrama"/>
          <p:cNvGraphicFramePr/>
          <p:nvPr/>
        </p:nvGraphicFramePr>
        <p:xfrm>
          <a:off x="0" y="1500174"/>
          <a:ext cx="9144000" cy="37147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8" cstate="print"/>
          <a:srcRect/>
          <a:stretch>
            <a:fillRect/>
          </a:stretch>
        </p:blipFill>
        <p:spPr bwMode="auto">
          <a:xfrm>
            <a:off x="5495925" y="285728"/>
            <a:ext cx="3648075" cy="1247775"/>
          </a:xfrm>
          <a:prstGeom prst="rect">
            <a:avLst/>
          </a:prstGeom>
          <a:noFill/>
        </p:spPr>
      </p:pic>
      <p:pic>
        <p:nvPicPr>
          <p:cNvPr id="25611" name="Imagen 4" descr="D:\Users\Operador\Desktop\CLINISALUD.jpg"/>
          <p:cNvPicPr>
            <a:picLocks noChangeAspect="1" noChangeArrowheads="1"/>
          </p:cNvPicPr>
          <p:nvPr/>
        </p:nvPicPr>
        <p:blipFill>
          <a:blip r:embed="rId9"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10" cstate="print"/>
          <a:srcRect/>
          <a:stretch>
            <a:fillRect/>
          </a:stretch>
        </p:blipFill>
        <p:spPr bwMode="auto">
          <a:xfrm>
            <a:off x="2071670" y="214290"/>
            <a:ext cx="1143008" cy="1214446"/>
          </a:xfrm>
          <a:prstGeom prst="rect">
            <a:avLst/>
          </a:prstGeom>
          <a:noFill/>
          <a:ln w="9525">
            <a:noFill/>
            <a:miter lim="800000"/>
            <a:headEnd/>
            <a:tailEnd/>
          </a:ln>
          <a:effectLst/>
        </p:spPr>
      </p:pic>
      <p:pic>
        <p:nvPicPr>
          <p:cNvPr id="9" name="Imagen 3" descr="D:\Operador\Desktop\imagen de salud 1.jpg"/>
          <p:cNvPicPr>
            <a:picLocks noChangeAspect="1" noChangeArrowheads="1"/>
          </p:cNvPicPr>
          <p:nvPr/>
        </p:nvPicPr>
        <p:blipFill>
          <a:blip r:embed="rId11" cstate="print"/>
          <a:srcRect/>
          <a:stretch>
            <a:fillRect/>
          </a:stretch>
        </p:blipFill>
        <p:spPr bwMode="auto">
          <a:xfrm>
            <a:off x="3143240" y="714356"/>
            <a:ext cx="1214446" cy="666750"/>
          </a:xfrm>
          <a:prstGeom prst="rect">
            <a:avLst/>
          </a:prstGeom>
          <a:noFill/>
          <a:ln w="9525">
            <a:noFill/>
            <a:miter lim="800000"/>
            <a:headEnd/>
            <a:tailEnd/>
          </a:ln>
        </p:spPr>
      </p:pic>
      <p:pic>
        <p:nvPicPr>
          <p:cNvPr id="10" name="Imagen 1" descr="D:\Operador\Desktop\imagen de salud.jpg"/>
          <p:cNvPicPr>
            <a:picLocks noChangeAspect="1" noChangeArrowheads="1"/>
          </p:cNvPicPr>
          <p:nvPr/>
        </p:nvPicPr>
        <p:blipFill>
          <a:blip r:embed="rId12" cstate="print"/>
          <a:srcRect/>
          <a:stretch>
            <a:fillRect/>
          </a:stretch>
        </p:blipFill>
        <p:spPr bwMode="auto">
          <a:xfrm>
            <a:off x="4357686" y="714356"/>
            <a:ext cx="1171575" cy="704850"/>
          </a:xfrm>
          <a:prstGeom prst="rect">
            <a:avLst/>
          </a:prstGeom>
          <a:noFill/>
          <a:ln w="9525">
            <a:noFill/>
            <a:miter lim="800000"/>
            <a:headEnd/>
            <a:tailEnd/>
          </a:ln>
        </p:spPr>
      </p:pic>
      <p:pic>
        <p:nvPicPr>
          <p:cNvPr id="12" name="Picture 2"/>
          <p:cNvPicPr>
            <a:picLocks noChangeAspect="1" noChangeArrowheads="1"/>
          </p:cNvPicPr>
          <p:nvPr/>
        </p:nvPicPr>
        <p:blipFill>
          <a:blip r:embed="rId13" cstate="print"/>
          <a:srcRect/>
          <a:stretch>
            <a:fillRect/>
          </a:stretch>
        </p:blipFill>
        <p:spPr bwMode="auto">
          <a:xfrm>
            <a:off x="0" y="5143512"/>
            <a:ext cx="2643206" cy="17144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1" name="10 Diagrama"/>
          <p:cNvGraphicFramePr/>
          <p:nvPr/>
        </p:nvGraphicFramePr>
        <p:xfrm>
          <a:off x="642910" y="1785926"/>
          <a:ext cx="8286808" cy="39290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2" name="11 CuadroTexto"/>
          <p:cNvSpPr txBox="1"/>
          <p:nvPr/>
        </p:nvSpPr>
        <p:spPr>
          <a:xfrm>
            <a:off x="3286116" y="1357298"/>
            <a:ext cx="2479189" cy="400110"/>
          </a:xfrm>
          <a:prstGeom prst="rect">
            <a:avLst/>
          </a:prstGeom>
          <a:solidFill>
            <a:schemeClr val="accent1"/>
          </a:solidFill>
        </p:spPr>
        <p:txBody>
          <a:bodyPr wrap="square" rtlCol="0">
            <a:spAutoFit/>
          </a:bodyPr>
          <a:lstStyle/>
          <a:p>
            <a:r>
              <a:rPr lang="es-VE" sz="2000" dirty="0" smtClean="0"/>
              <a:t>Implementación.</a:t>
            </a:r>
            <a:endParaRPr lang="es-VE"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4" name="13 Diagrama"/>
          <p:cNvGraphicFramePr/>
          <p:nvPr/>
        </p:nvGraphicFramePr>
        <p:xfrm>
          <a:off x="214282" y="1428736"/>
          <a:ext cx="8643998"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85720" y="1643050"/>
            <a:ext cx="8643966" cy="3429023"/>
          </a:xfrm>
        </p:spPr>
        <p:txBody>
          <a:bodyPr>
            <a:normAutofit/>
          </a:bodyPr>
          <a:lstStyle/>
          <a:p>
            <a:pPr algn="just"/>
            <a:r>
              <a:rPr lang="es-VE" sz="2000" dirty="0" smtClean="0"/>
              <a:t>      </a:t>
            </a:r>
            <a:br>
              <a:rPr lang="es-VE" sz="2000" dirty="0" smtClean="0"/>
            </a:br>
            <a:r>
              <a:rPr lang="es-VE" sz="2000" dirty="0" smtClean="0"/>
              <a:t/>
            </a:r>
            <a:br>
              <a:rPr lang="es-VE" sz="2000" dirty="0" smtClean="0"/>
            </a:br>
            <a:endParaRPr lang="es-VE" sz="2000" dirty="0"/>
          </a:p>
        </p:txBody>
      </p:sp>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0"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sp>
        <p:nvSpPr>
          <p:cNvPr id="1025" name="Rectangle 1"/>
          <p:cNvSpPr>
            <a:spLocks noChangeArrowheads="1"/>
          </p:cNvSpPr>
          <p:nvPr/>
        </p:nvSpPr>
        <p:spPr bwMode="auto">
          <a:xfrm>
            <a:off x="571472" y="1484785"/>
            <a:ext cx="8358246"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pPr>
            <a:r>
              <a:rPr kumimoji="0" lang="es-VE" sz="1600" b="1" i="0" u="none" strike="noStrike" cap="none" normalizeH="0" baseline="0" dirty="0" smtClean="0">
                <a:ln>
                  <a:noFill/>
                </a:ln>
                <a:solidFill>
                  <a:srgbClr val="050404"/>
                </a:solidFill>
                <a:effectLst/>
                <a:latin typeface="Open Sans"/>
                <a:ea typeface="Times New Roman" pitchFamily="18" charset="0"/>
                <a:cs typeface="Times New Roman" pitchFamily="18" charset="0"/>
              </a:rPr>
              <a:t>  </a:t>
            </a:r>
            <a:r>
              <a:rPr lang="es-VE" b="1" dirty="0" smtClean="0">
                <a:latin typeface="+mj-lt"/>
              </a:rPr>
              <a:t>Este Sistema deberá contener en sus Políticas las siguientes etapas:</a:t>
            </a:r>
          </a:p>
          <a:p>
            <a:pPr lvl="0" algn="just" fontAlgn="base">
              <a:spcBef>
                <a:spcPct val="0"/>
              </a:spcBef>
              <a:spcAft>
                <a:spcPct val="0"/>
              </a:spcAft>
            </a:pPr>
            <a:r>
              <a:rPr lang="es-VE" sz="1600" b="1" dirty="0" smtClean="0"/>
              <a:t> </a:t>
            </a:r>
          </a:p>
          <a:p>
            <a:r>
              <a:rPr lang="es-VE" sz="1400" b="1" dirty="0" smtClean="0"/>
              <a:t> </a:t>
            </a: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endParaRPr kumimoji="0" lang="es-VE" sz="1600" b="0" i="0" u="none" strike="noStrike" cap="none" normalizeH="0" baseline="0" dirty="0" smtClean="0">
              <a:ln>
                <a:noFill/>
              </a:ln>
              <a:solidFill>
                <a:schemeClr val="tx1"/>
              </a:solidFill>
              <a:effectLst/>
              <a:latin typeface="Arial" pitchFamily="34" charset="0"/>
              <a:cs typeface="Arial" pitchFamily="34" charset="0"/>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1" name="10 Diagrama"/>
          <p:cNvGraphicFramePr/>
          <p:nvPr/>
        </p:nvGraphicFramePr>
        <p:xfrm>
          <a:off x="1285852" y="2000240"/>
          <a:ext cx="6215106" cy="407196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0" y="1714488"/>
            <a:ext cx="9144000" cy="3429023"/>
          </a:xfrm>
        </p:spPr>
        <p:txBody>
          <a:bodyPr>
            <a:normAutofit/>
          </a:bodyPr>
          <a:lstStyle/>
          <a:p>
            <a:pPr algn="just"/>
            <a:r>
              <a:rPr lang="es-VE" sz="2000" dirty="0" smtClean="0"/>
              <a:t/>
            </a:r>
            <a:br>
              <a:rPr lang="es-VE" sz="2000" dirty="0" smtClean="0"/>
            </a:br>
            <a:r>
              <a:rPr lang="es-VE" sz="2000" dirty="0" smtClean="0"/>
              <a:t/>
            </a:r>
            <a:br>
              <a:rPr lang="es-VE" sz="2000" dirty="0" smtClean="0"/>
            </a:br>
            <a:endParaRPr lang="es-VE" sz="2000" dirty="0"/>
          </a:p>
        </p:txBody>
      </p:sp>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1" name="10 Diagrama"/>
          <p:cNvGraphicFramePr/>
          <p:nvPr/>
        </p:nvGraphicFramePr>
        <p:xfrm>
          <a:off x="642910" y="1571612"/>
          <a:ext cx="7786742" cy="381795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85720" y="1714488"/>
            <a:ext cx="8643966" cy="3429023"/>
          </a:xfrm>
        </p:spPr>
        <p:txBody>
          <a:bodyPr>
            <a:normAutofit/>
          </a:bodyPr>
          <a:lstStyle/>
          <a:p>
            <a:pPr algn="just"/>
            <a:r>
              <a:rPr lang="es-VE" sz="2000" dirty="0" smtClean="0"/>
              <a:t/>
            </a:r>
            <a:br>
              <a:rPr lang="es-VE" sz="2000" dirty="0" smtClean="0"/>
            </a:br>
            <a:r>
              <a:rPr lang="es-VE" sz="2000" dirty="0" smtClean="0"/>
              <a:t/>
            </a:r>
            <a:br>
              <a:rPr lang="es-VE" sz="2000" dirty="0" smtClean="0"/>
            </a:br>
            <a:endParaRPr lang="es-VE" sz="2000" dirty="0"/>
          </a:p>
        </p:txBody>
      </p:sp>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2" name="11 Diagrama"/>
          <p:cNvGraphicFramePr/>
          <p:nvPr/>
        </p:nvGraphicFramePr>
        <p:xfrm>
          <a:off x="214282" y="0"/>
          <a:ext cx="8929718" cy="671514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3" name="12 CuadroTexto"/>
          <p:cNvSpPr txBox="1"/>
          <p:nvPr/>
        </p:nvSpPr>
        <p:spPr>
          <a:xfrm>
            <a:off x="2000232" y="1714488"/>
            <a:ext cx="4408579" cy="707886"/>
          </a:xfrm>
          <a:prstGeom prst="rect">
            <a:avLst/>
          </a:prstGeom>
          <a:noFill/>
        </p:spPr>
        <p:txBody>
          <a:bodyPr wrap="none" rtlCol="0">
            <a:spAutoFit/>
          </a:bodyPr>
          <a:lstStyle/>
          <a:p>
            <a:pPr lvl="0"/>
            <a:r>
              <a:rPr lang="es-VE" sz="2000" b="1" dirty="0" smtClean="0"/>
              <a:t>El alcance del SIAR LC/FT/FPADM </a:t>
            </a:r>
            <a:endParaRPr lang="es-VE" sz="2000" dirty="0" smtClean="0"/>
          </a:p>
          <a:p>
            <a:endParaRPr lang="es-VE" sz="2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sp>
        <p:nvSpPr>
          <p:cNvPr id="1025" name="Rectangle 1"/>
          <p:cNvSpPr>
            <a:spLocks noChangeArrowheads="1"/>
          </p:cNvSpPr>
          <p:nvPr/>
        </p:nvSpPr>
        <p:spPr bwMode="auto">
          <a:xfrm>
            <a:off x="428596" y="2308016"/>
            <a:ext cx="8358246"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endParaRPr lang="es-VE" sz="2000" b="1" dirty="0" smtClean="0"/>
          </a:p>
        </p:txBody>
      </p:sp>
      <p:pic>
        <p:nvPicPr>
          <p:cNvPr id="9" name="Picture 2"/>
          <p:cNvPicPr>
            <a:picLocks noChangeAspect="1" noChangeArrowheads="1"/>
          </p:cNvPicPr>
          <p:nvPr/>
        </p:nvPicPr>
        <p:blipFill>
          <a:blip r:embed="rId4" cstate="print"/>
          <a:srcRect/>
          <a:stretch>
            <a:fillRect/>
          </a:stretch>
        </p:blipFill>
        <p:spPr bwMode="auto">
          <a:xfrm>
            <a:off x="0" y="5357801"/>
            <a:ext cx="2643206" cy="1500199"/>
          </a:xfrm>
          <a:prstGeom prst="rect">
            <a:avLst/>
          </a:prstGeom>
          <a:noFill/>
          <a:ln w="9525">
            <a:noFill/>
            <a:miter lim="800000"/>
            <a:headEnd/>
            <a:tailEnd/>
          </a:ln>
          <a:effectLst/>
        </p:spPr>
      </p:pic>
      <p:graphicFrame>
        <p:nvGraphicFramePr>
          <p:cNvPr id="18" name="17 Diagrama"/>
          <p:cNvGraphicFramePr/>
          <p:nvPr/>
        </p:nvGraphicFramePr>
        <p:xfrm>
          <a:off x="642910" y="1397000"/>
          <a:ext cx="7929618"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0" y="1714489"/>
            <a:ext cx="9144000" cy="3214710"/>
          </a:xfrm>
        </p:spPr>
        <p:txBody>
          <a:bodyPr>
            <a:normAutofit/>
          </a:bodyPr>
          <a:lstStyle/>
          <a:p>
            <a:pPr algn="just"/>
            <a:r>
              <a:rPr lang="es-VE" sz="2000" dirty="0" smtClean="0"/>
              <a:t/>
            </a:r>
            <a:br>
              <a:rPr lang="es-VE" sz="2000" dirty="0" smtClean="0"/>
            </a:br>
            <a:r>
              <a:rPr lang="es-VE" sz="2000" dirty="0" smtClean="0"/>
              <a:t/>
            </a:r>
            <a:br>
              <a:rPr lang="es-VE" sz="2000" dirty="0" smtClean="0"/>
            </a:br>
            <a:endParaRPr lang="es-VE" sz="2000" dirty="0"/>
          </a:p>
        </p:txBody>
      </p:sp>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0" name="9 Diagrama"/>
          <p:cNvGraphicFramePr/>
          <p:nvPr/>
        </p:nvGraphicFramePr>
        <p:xfrm>
          <a:off x="642910" y="1643050"/>
          <a:ext cx="8143932" cy="381795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85720" y="1714488"/>
            <a:ext cx="8643966" cy="3429023"/>
          </a:xfrm>
        </p:spPr>
        <p:txBody>
          <a:bodyPr>
            <a:normAutofit/>
          </a:bodyPr>
          <a:lstStyle/>
          <a:p>
            <a:pPr algn="just"/>
            <a:r>
              <a:rPr lang="es-VE" sz="2000" dirty="0" smtClean="0"/>
              <a:t/>
            </a:r>
            <a:br>
              <a:rPr lang="es-VE" sz="2000" dirty="0" smtClean="0"/>
            </a:br>
            <a:r>
              <a:rPr lang="es-VE" sz="2000" dirty="0" smtClean="0"/>
              <a:t/>
            </a:r>
            <a:br>
              <a:rPr lang="es-VE" sz="2000" dirty="0" smtClean="0"/>
            </a:br>
            <a:endParaRPr lang="es-VE" sz="2000" dirty="0"/>
          </a:p>
        </p:txBody>
      </p:sp>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1" name="10 Diagrama"/>
          <p:cNvGraphicFramePr/>
          <p:nvPr/>
        </p:nvGraphicFramePr>
        <p:xfrm>
          <a:off x="357158" y="1397000"/>
          <a:ext cx="8501122"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85720" y="1714488"/>
            <a:ext cx="8643966" cy="3429023"/>
          </a:xfrm>
        </p:spPr>
        <p:txBody>
          <a:bodyPr>
            <a:normAutofit/>
          </a:bodyPr>
          <a:lstStyle/>
          <a:p>
            <a:pPr algn="just"/>
            <a:r>
              <a:rPr lang="es-VE" sz="2000" dirty="0" smtClean="0"/>
              <a:t/>
            </a:r>
            <a:br>
              <a:rPr lang="es-VE" sz="2000" dirty="0" smtClean="0"/>
            </a:br>
            <a:r>
              <a:rPr lang="es-VE" sz="2000" dirty="0" smtClean="0"/>
              <a:t/>
            </a:r>
            <a:br>
              <a:rPr lang="es-VE" sz="2000" dirty="0" smtClean="0"/>
            </a:br>
            <a:endParaRPr lang="es-VE" sz="2000" dirty="0"/>
          </a:p>
        </p:txBody>
      </p:sp>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0" name="9 Diagrama"/>
          <p:cNvGraphicFramePr/>
          <p:nvPr/>
        </p:nvGraphicFramePr>
        <p:xfrm>
          <a:off x="142844" y="2071678"/>
          <a:ext cx="8715436" cy="350046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1" name="10 Rectángulo"/>
          <p:cNvSpPr/>
          <p:nvPr/>
        </p:nvSpPr>
        <p:spPr>
          <a:xfrm>
            <a:off x="2500298" y="1571612"/>
            <a:ext cx="4000528" cy="369332"/>
          </a:xfrm>
          <a:prstGeom prst="rect">
            <a:avLst/>
          </a:prstGeom>
          <a:solidFill>
            <a:schemeClr val="accent1"/>
          </a:solidFill>
        </p:spPr>
        <p:txBody>
          <a:bodyPr wrap="square">
            <a:spAutoFit/>
          </a:bodyPr>
          <a:lstStyle/>
          <a:p>
            <a:pPr lvl="0" algn="just" eaLnBrk="0" fontAlgn="base" hangingPunct="0">
              <a:spcBef>
                <a:spcPct val="0"/>
              </a:spcBef>
              <a:spcAft>
                <a:spcPct val="0"/>
              </a:spcAft>
            </a:pPr>
            <a:r>
              <a:rPr lang="es-VE" b="1" dirty="0" smtClean="0"/>
              <a:t>Segmentación  de Riesgo.</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85720" y="1714488"/>
            <a:ext cx="8643966" cy="3429023"/>
          </a:xfrm>
        </p:spPr>
        <p:txBody>
          <a:bodyPr>
            <a:normAutofit/>
          </a:bodyPr>
          <a:lstStyle/>
          <a:p>
            <a:pPr algn="just"/>
            <a:r>
              <a:rPr lang="es-VE" sz="2000" dirty="0" smtClean="0"/>
              <a:t/>
            </a:r>
            <a:br>
              <a:rPr lang="es-VE" sz="2000" dirty="0" smtClean="0"/>
            </a:br>
            <a:r>
              <a:rPr lang="es-VE" sz="2000" dirty="0" smtClean="0"/>
              <a:t/>
            </a:r>
            <a:br>
              <a:rPr lang="es-VE" sz="2000" dirty="0" smtClean="0"/>
            </a:br>
            <a:endParaRPr lang="es-VE" sz="2000" dirty="0"/>
          </a:p>
        </p:txBody>
      </p:sp>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0" name="9 Diagrama"/>
          <p:cNvGraphicFramePr/>
          <p:nvPr/>
        </p:nvGraphicFramePr>
        <p:xfrm>
          <a:off x="1524000" y="1397000"/>
          <a:ext cx="6905652"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1" name="10 Diagrama"/>
          <p:cNvGraphicFramePr/>
          <p:nvPr/>
        </p:nvGraphicFramePr>
        <p:xfrm>
          <a:off x="428596" y="1397000"/>
          <a:ext cx="8429684" cy="3889388"/>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85720" y="1714488"/>
            <a:ext cx="8643966" cy="3429023"/>
          </a:xfrm>
        </p:spPr>
        <p:txBody>
          <a:bodyPr>
            <a:normAutofit/>
          </a:bodyPr>
          <a:lstStyle/>
          <a:p>
            <a:pPr algn="just"/>
            <a:r>
              <a:rPr lang="es-VE" sz="2000" dirty="0" smtClean="0"/>
              <a:t/>
            </a:r>
            <a:br>
              <a:rPr lang="es-VE" sz="2000" dirty="0" smtClean="0"/>
            </a:br>
            <a:r>
              <a:rPr lang="es-VE" sz="2000" dirty="0" smtClean="0"/>
              <a:t/>
            </a:r>
            <a:br>
              <a:rPr lang="es-VE" sz="2000" dirty="0" smtClean="0"/>
            </a:br>
            <a:endParaRPr lang="es-VE" sz="2000" dirty="0"/>
          </a:p>
        </p:txBody>
      </p:sp>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graphicFrame>
        <p:nvGraphicFramePr>
          <p:cNvPr id="9" name="8 Diagrama"/>
          <p:cNvGraphicFramePr/>
          <p:nvPr/>
        </p:nvGraphicFramePr>
        <p:xfrm>
          <a:off x="500034" y="1397000"/>
          <a:ext cx="8286808" cy="46752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9 CuadroTexto"/>
          <p:cNvSpPr txBox="1"/>
          <p:nvPr/>
        </p:nvSpPr>
        <p:spPr>
          <a:xfrm>
            <a:off x="2285984" y="1428736"/>
            <a:ext cx="3000396" cy="369332"/>
          </a:xfrm>
          <a:prstGeom prst="rect">
            <a:avLst/>
          </a:prstGeom>
          <a:solidFill>
            <a:schemeClr val="accent1"/>
          </a:solidFill>
        </p:spPr>
        <p:txBody>
          <a:bodyPr wrap="square" rtlCol="0">
            <a:spAutoFit/>
          </a:bodyPr>
          <a:lstStyle/>
          <a:p>
            <a:r>
              <a:rPr lang="es-VE" b="1" dirty="0" smtClean="0"/>
              <a:t>Medición de Riesgos</a:t>
            </a:r>
            <a:endParaRPr lang="es-VE"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10"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2" name="11 Diagrama"/>
          <p:cNvGraphicFramePr/>
          <p:nvPr/>
        </p:nvGraphicFramePr>
        <p:xfrm>
          <a:off x="642910" y="1397000"/>
          <a:ext cx="7715304"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graphicFrame>
        <p:nvGraphicFramePr>
          <p:cNvPr id="11" name="10 Diagrama"/>
          <p:cNvGraphicFramePr/>
          <p:nvPr/>
        </p:nvGraphicFramePr>
        <p:xfrm>
          <a:off x="285720" y="1500174"/>
          <a:ext cx="8858280" cy="37862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Picture 2"/>
          <p:cNvPicPr>
            <a:picLocks noChangeAspect="1" noChangeArrowheads="1"/>
          </p:cNvPicPr>
          <p:nvPr/>
        </p:nvPicPr>
        <p:blipFill>
          <a:blip r:embed="rId9" cstate="print"/>
          <a:srcRect/>
          <a:stretch>
            <a:fillRect/>
          </a:stretch>
        </p:blipFill>
        <p:spPr bwMode="auto">
          <a:xfrm>
            <a:off x="2071670" y="214290"/>
            <a:ext cx="1143008" cy="1214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5495925" y="285728"/>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sp>
        <p:nvSpPr>
          <p:cNvPr id="10" name="9 Título"/>
          <p:cNvSpPr>
            <a:spLocks noGrp="1"/>
          </p:cNvSpPr>
          <p:nvPr>
            <p:ph type="ctrTitle"/>
          </p:nvPr>
        </p:nvSpPr>
        <p:spPr>
          <a:xfrm>
            <a:off x="857224" y="1428736"/>
            <a:ext cx="7843838" cy="1071570"/>
          </a:xfrm>
        </p:spPr>
        <p:txBody>
          <a:bodyPr>
            <a:normAutofit fontScale="90000"/>
          </a:bodyPr>
          <a:lstStyle/>
          <a:p>
            <a:pPr algn="l"/>
            <a:r>
              <a:rPr lang="es-VE" sz="1800" dirty="0" smtClean="0">
                <a:solidFill>
                  <a:schemeClr val="tx1"/>
                </a:solidFill>
                <a:effectLst/>
                <a:latin typeface="+mn-lt"/>
                <a:ea typeface="+mn-ea"/>
                <a:cs typeface="+mn-cs"/>
              </a:rPr>
              <a:t/>
            </a:r>
            <a:br>
              <a:rPr lang="es-VE" sz="1800" dirty="0" smtClean="0">
                <a:solidFill>
                  <a:schemeClr val="tx1"/>
                </a:solidFill>
                <a:effectLst/>
                <a:latin typeface="+mn-lt"/>
                <a:ea typeface="+mn-ea"/>
                <a:cs typeface="+mn-cs"/>
              </a:rPr>
            </a:br>
            <a:r>
              <a:rPr lang="es-VE" sz="1800" dirty="0" smtClean="0">
                <a:solidFill>
                  <a:schemeClr val="tx1"/>
                </a:solidFill>
                <a:effectLst/>
                <a:latin typeface="+mn-lt"/>
                <a:ea typeface="+mn-ea"/>
                <a:cs typeface="+mn-cs"/>
              </a:rPr>
              <a:t/>
            </a:r>
            <a:br>
              <a:rPr lang="es-VE" sz="1800" dirty="0" smtClean="0">
                <a:solidFill>
                  <a:schemeClr val="tx1"/>
                </a:solidFill>
                <a:effectLst/>
                <a:latin typeface="+mn-lt"/>
                <a:ea typeface="+mn-ea"/>
                <a:cs typeface="+mn-cs"/>
              </a:rPr>
            </a:br>
            <a:r>
              <a:rPr lang="es-VE" sz="1800" dirty="0" smtClean="0">
                <a:solidFill>
                  <a:schemeClr val="tx1"/>
                </a:solidFill>
                <a:effectLst/>
                <a:latin typeface="+mn-lt"/>
                <a:ea typeface="+mn-ea"/>
                <a:cs typeface="+mn-cs"/>
              </a:rPr>
              <a:t>El SIAR LC/FT/FPADM estará compuesto por:</a:t>
            </a:r>
            <a:br>
              <a:rPr lang="es-VE" sz="1800" dirty="0" smtClean="0">
                <a:solidFill>
                  <a:schemeClr val="tx1"/>
                </a:solidFill>
                <a:effectLst/>
                <a:latin typeface="+mn-lt"/>
                <a:ea typeface="+mn-ea"/>
                <a:cs typeface="+mn-cs"/>
              </a:rPr>
            </a:br>
            <a:r>
              <a:rPr lang="es-VE" sz="1800" dirty="0" smtClean="0">
                <a:solidFill>
                  <a:schemeClr val="tx1"/>
                </a:solidFill>
                <a:effectLst/>
                <a:latin typeface="+mn-lt"/>
                <a:ea typeface="+mn-ea"/>
                <a:cs typeface="+mn-cs"/>
              </a:rPr>
              <a:t> </a:t>
            </a:r>
            <a:br>
              <a:rPr lang="es-VE" sz="1800" dirty="0" smtClean="0">
                <a:solidFill>
                  <a:schemeClr val="tx1"/>
                </a:solidFill>
                <a:effectLst/>
                <a:latin typeface="+mn-lt"/>
                <a:ea typeface="+mn-ea"/>
                <a:cs typeface="+mn-cs"/>
              </a:rPr>
            </a:br>
            <a:endParaRPr lang="es-VE" sz="1800" dirty="0">
              <a:solidFill>
                <a:schemeClr val="tx1"/>
              </a:solidFill>
              <a:effectLst/>
              <a:latin typeface="+mn-lt"/>
              <a:ea typeface="+mn-ea"/>
              <a:cs typeface="+mn-cs"/>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pic>
        <p:nvPicPr>
          <p:cNvPr id="11" name="Imagen 3" descr="D:\Operador\Desktop\imagen de salud 1.jpg"/>
          <p:cNvPicPr>
            <a:picLocks noChangeAspect="1" noChangeArrowheads="1"/>
          </p:cNvPicPr>
          <p:nvPr/>
        </p:nvPicPr>
        <p:blipFill>
          <a:blip r:embed="rId5" cstate="print"/>
          <a:srcRect/>
          <a:stretch>
            <a:fillRect/>
          </a:stretch>
        </p:blipFill>
        <p:spPr bwMode="auto">
          <a:xfrm>
            <a:off x="3214678" y="714356"/>
            <a:ext cx="1214446" cy="666750"/>
          </a:xfrm>
          <a:prstGeom prst="rect">
            <a:avLst/>
          </a:prstGeom>
          <a:noFill/>
          <a:ln w="9525">
            <a:noFill/>
            <a:miter lim="800000"/>
            <a:headEnd/>
            <a:tailEnd/>
          </a:ln>
        </p:spPr>
      </p:pic>
      <p:pic>
        <p:nvPicPr>
          <p:cNvPr id="12" name="Imagen 1" descr="D:\Operador\Desktop\imagen de salud.jpg"/>
          <p:cNvPicPr>
            <a:picLocks noChangeAspect="1" noChangeArrowheads="1"/>
          </p:cNvPicPr>
          <p:nvPr/>
        </p:nvPicPr>
        <p:blipFill>
          <a:blip r:embed="rId6" cstate="print"/>
          <a:srcRect/>
          <a:stretch>
            <a:fillRect/>
          </a:stretch>
        </p:blipFill>
        <p:spPr bwMode="auto">
          <a:xfrm>
            <a:off x="4500562" y="714356"/>
            <a:ext cx="1171575" cy="704850"/>
          </a:xfrm>
          <a:prstGeom prst="rect">
            <a:avLst/>
          </a:prstGeom>
          <a:noFill/>
          <a:ln w="9525">
            <a:noFill/>
            <a:miter lim="800000"/>
            <a:headEnd/>
            <a:tailEnd/>
          </a:ln>
        </p:spPr>
      </p:pic>
      <p:graphicFrame>
        <p:nvGraphicFramePr>
          <p:cNvPr id="13" name="12 Diagrama"/>
          <p:cNvGraphicFramePr/>
          <p:nvPr/>
        </p:nvGraphicFramePr>
        <p:xfrm>
          <a:off x="1071538" y="2143116"/>
          <a:ext cx="6096000" cy="414340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graphicFrame>
        <p:nvGraphicFramePr>
          <p:cNvPr id="11" name="10 Diagrama"/>
          <p:cNvGraphicFramePr/>
          <p:nvPr/>
        </p:nvGraphicFramePr>
        <p:xfrm>
          <a:off x="685800" y="1500174"/>
          <a:ext cx="8101042" cy="35004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Picture 2"/>
          <p:cNvPicPr>
            <a:picLocks noChangeAspect="1" noChangeArrowheads="1"/>
          </p:cNvPicPr>
          <p:nvPr/>
        </p:nvPicPr>
        <p:blipFill>
          <a:blip r:embed="rId9" cstate="print"/>
          <a:srcRect/>
          <a:stretch>
            <a:fillRect/>
          </a:stretch>
        </p:blipFill>
        <p:spPr bwMode="auto">
          <a:xfrm>
            <a:off x="2071670" y="214290"/>
            <a:ext cx="1143008" cy="1214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graphicFrame>
        <p:nvGraphicFramePr>
          <p:cNvPr id="11" name="10 Diagrama"/>
          <p:cNvGraphicFramePr/>
          <p:nvPr/>
        </p:nvGraphicFramePr>
        <p:xfrm>
          <a:off x="714348" y="2428868"/>
          <a:ext cx="7772400" cy="17145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Picture 2"/>
          <p:cNvPicPr>
            <a:picLocks noChangeAspect="1" noChangeArrowheads="1"/>
          </p:cNvPicPr>
          <p:nvPr/>
        </p:nvPicPr>
        <p:blipFill>
          <a:blip r:embed="rId9" cstate="print"/>
          <a:srcRect/>
          <a:stretch>
            <a:fillRect/>
          </a:stretch>
        </p:blipFill>
        <p:spPr bwMode="auto">
          <a:xfrm>
            <a:off x="2071670" y="214290"/>
            <a:ext cx="1143008" cy="1214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2"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3"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4"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2" name="11 Diagrama"/>
          <p:cNvGraphicFramePr/>
          <p:nvPr/>
        </p:nvGraphicFramePr>
        <p:xfrm>
          <a:off x="428596" y="1428736"/>
          <a:ext cx="8215370" cy="435771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3" name="12 CuadroTexto"/>
          <p:cNvSpPr txBox="1"/>
          <p:nvPr/>
        </p:nvSpPr>
        <p:spPr>
          <a:xfrm>
            <a:off x="0" y="1643050"/>
            <a:ext cx="3429024" cy="369332"/>
          </a:xfrm>
          <a:prstGeom prst="rect">
            <a:avLst/>
          </a:prstGeom>
          <a:noFill/>
        </p:spPr>
        <p:txBody>
          <a:bodyPr wrap="square" rtlCol="0">
            <a:spAutoFit/>
          </a:bodyPr>
          <a:lstStyle/>
          <a:p>
            <a:r>
              <a:rPr lang="es-VE" b="1" dirty="0" smtClean="0"/>
              <a:t>Plan Operativo Anual (POA)</a:t>
            </a:r>
            <a:endParaRPr lang="es-VE" b="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9 Diagrama"/>
          <p:cNvGraphicFramePr/>
          <p:nvPr/>
        </p:nvGraphicFramePr>
        <p:xfrm>
          <a:off x="642910" y="1214422"/>
          <a:ext cx="8286776" cy="40719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 name="Picture 10" descr="C:\Users\contablidad\Desktop\descarga (1).jpg"/>
          <p:cNvPicPr>
            <a:picLocks noChangeAspect="1" noChangeArrowheads="1"/>
          </p:cNvPicPr>
          <p:nvPr/>
        </p:nvPicPr>
        <p:blipFill>
          <a:blip r:embed="rId7" cstate="print"/>
          <a:srcRect/>
          <a:stretch>
            <a:fillRect/>
          </a:stretch>
        </p:blipFill>
        <p:spPr bwMode="auto">
          <a:xfrm>
            <a:off x="4929190" y="214290"/>
            <a:ext cx="3648075" cy="1247775"/>
          </a:xfrm>
          <a:prstGeom prst="rect">
            <a:avLst/>
          </a:prstGeom>
          <a:noFill/>
        </p:spPr>
      </p:pic>
      <p:pic>
        <p:nvPicPr>
          <p:cNvPr id="7" name="Imagen 4" descr="D:\Users\Operador\Desktop\CLINISALUD.jpg"/>
          <p:cNvPicPr>
            <a:picLocks noChangeAspect="1" noChangeArrowheads="1"/>
          </p:cNvPicPr>
          <p:nvPr/>
        </p:nvPicPr>
        <p:blipFill>
          <a:blip r:embed="rId8"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9" cstate="print"/>
          <a:srcRect/>
          <a:stretch>
            <a:fillRect/>
          </a:stretch>
        </p:blipFill>
        <p:spPr bwMode="auto">
          <a:xfrm>
            <a:off x="2071670" y="214290"/>
            <a:ext cx="1143008" cy="1214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1" name="10 Diagrama"/>
          <p:cNvGraphicFramePr/>
          <p:nvPr/>
        </p:nvGraphicFramePr>
        <p:xfrm>
          <a:off x="428596" y="1500174"/>
          <a:ext cx="8286808" cy="471490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2" name="11 Rectángulo"/>
          <p:cNvSpPr/>
          <p:nvPr/>
        </p:nvSpPr>
        <p:spPr>
          <a:xfrm>
            <a:off x="2571736" y="1500174"/>
            <a:ext cx="3905236" cy="369332"/>
          </a:xfrm>
          <a:prstGeom prst="rect">
            <a:avLst/>
          </a:prstGeom>
          <a:solidFill>
            <a:schemeClr val="bg2">
              <a:lumMod val="50000"/>
            </a:schemeClr>
          </a:solidFill>
        </p:spPr>
        <p:txBody>
          <a:bodyPr wrap="none">
            <a:spAutoFit/>
          </a:bodyPr>
          <a:lstStyle/>
          <a:p>
            <a:r>
              <a:rPr lang="es-VE" b="1" dirty="0" smtClean="0"/>
              <a:t>Programa Anual de Capacitación </a:t>
            </a:r>
            <a:endParaRPr lang="es-VE"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ctrTitle"/>
          </p:nvPr>
        </p:nvSpPr>
        <p:spPr>
          <a:xfrm>
            <a:off x="642910" y="1857364"/>
            <a:ext cx="7558086" cy="3857652"/>
          </a:xfrm>
        </p:spPr>
        <p:txBody>
          <a:bodyPr>
            <a:noAutofit/>
          </a:bodyPr>
          <a:lstStyle/>
          <a:p>
            <a:pPr algn="just"/>
            <a:r>
              <a:rPr lang="es-VE" sz="2000" dirty="0" smtClean="0"/>
              <a:t/>
            </a:r>
            <a:br>
              <a:rPr lang="es-VE" sz="2000" dirty="0" smtClean="0"/>
            </a:br>
            <a:r>
              <a:rPr lang="es-VE" sz="2000" dirty="0" smtClean="0"/>
              <a:t/>
            </a:r>
            <a:br>
              <a:rPr lang="es-VE" sz="2000" dirty="0" smtClean="0"/>
            </a:br>
            <a:r>
              <a:rPr lang="es-VE" sz="2000" dirty="0" smtClean="0"/>
              <a:t/>
            </a:r>
            <a:br>
              <a:rPr lang="es-VE" sz="2000" dirty="0" smtClean="0"/>
            </a:br>
            <a:r>
              <a:rPr lang="es-VE" sz="2000" dirty="0" smtClean="0"/>
              <a:t/>
            </a:r>
            <a:br>
              <a:rPr lang="es-VE" sz="2000" dirty="0" smtClean="0"/>
            </a:br>
            <a:r>
              <a:rPr lang="es-VE" sz="1600" dirty="0" smtClean="0"/>
              <a:t/>
            </a:r>
            <a:br>
              <a:rPr lang="es-VE" sz="1600" dirty="0" smtClean="0"/>
            </a:br>
            <a:r>
              <a:rPr lang="es-VE" sz="1600" dirty="0" smtClean="0"/>
              <a:t/>
            </a:r>
            <a:br>
              <a:rPr lang="es-VE" sz="1600" dirty="0" smtClean="0"/>
            </a:br>
            <a:r>
              <a:rPr lang="es-VE" sz="1600" dirty="0" smtClean="0"/>
              <a:t/>
            </a:r>
            <a:br>
              <a:rPr lang="es-VE" sz="1600" dirty="0" smtClean="0"/>
            </a:br>
            <a:endParaRPr lang="es-VE" sz="1600" dirty="0"/>
          </a:p>
        </p:txBody>
      </p:sp>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graphicFrame>
        <p:nvGraphicFramePr>
          <p:cNvPr id="12" name="11 Diagrama"/>
          <p:cNvGraphicFramePr/>
          <p:nvPr/>
        </p:nvGraphicFramePr>
        <p:xfrm>
          <a:off x="642910" y="1357298"/>
          <a:ext cx="8286808" cy="39290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9" name="Picture 2"/>
          <p:cNvPicPr>
            <a:picLocks noChangeAspect="1" noChangeArrowheads="1"/>
          </p:cNvPicPr>
          <p:nvPr/>
        </p:nvPicPr>
        <p:blipFill>
          <a:blip r:embed="rId10" cstate="print"/>
          <a:srcRect/>
          <a:stretch>
            <a:fillRect/>
          </a:stretch>
        </p:blipFill>
        <p:spPr bwMode="auto">
          <a:xfrm>
            <a:off x="2071670" y="214290"/>
            <a:ext cx="1143008" cy="1214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ctrTitle"/>
          </p:nvPr>
        </p:nvSpPr>
        <p:spPr>
          <a:xfrm>
            <a:off x="642910" y="1857364"/>
            <a:ext cx="7558086" cy="3857652"/>
          </a:xfrm>
        </p:spPr>
        <p:txBody>
          <a:bodyPr>
            <a:noAutofit/>
          </a:bodyPr>
          <a:lstStyle/>
          <a:p>
            <a:pPr algn="just"/>
            <a:r>
              <a:rPr lang="es-VE" sz="2000" dirty="0" smtClean="0"/>
              <a:t/>
            </a:r>
            <a:br>
              <a:rPr lang="es-VE" sz="2000" dirty="0" smtClean="0"/>
            </a:br>
            <a:r>
              <a:rPr lang="es-VE" sz="2000" dirty="0" smtClean="0"/>
              <a:t/>
            </a:r>
            <a:br>
              <a:rPr lang="es-VE" sz="2000" dirty="0" smtClean="0"/>
            </a:br>
            <a:r>
              <a:rPr lang="es-VE" sz="2000" dirty="0" smtClean="0"/>
              <a:t/>
            </a:r>
            <a:br>
              <a:rPr lang="es-VE" sz="2000" dirty="0" smtClean="0"/>
            </a:br>
            <a:r>
              <a:rPr lang="es-VE" sz="2000" dirty="0" smtClean="0"/>
              <a:t/>
            </a:r>
            <a:br>
              <a:rPr lang="es-VE" sz="2000" dirty="0" smtClean="0"/>
            </a:br>
            <a:r>
              <a:rPr lang="es-VE" sz="1600" dirty="0" smtClean="0"/>
              <a:t/>
            </a:r>
            <a:br>
              <a:rPr lang="es-VE" sz="1600" dirty="0" smtClean="0"/>
            </a:br>
            <a:r>
              <a:rPr lang="es-VE" sz="1600" dirty="0" smtClean="0"/>
              <a:t/>
            </a:r>
            <a:br>
              <a:rPr lang="es-VE" sz="1600" dirty="0" smtClean="0"/>
            </a:br>
            <a:r>
              <a:rPr lang="es-VE" sz="1600" dirty="0" smtClean="0"/>
              <a:t/>
            </a:r>
            <a:br>
              <a:rPr lang="es-VE" sz="1600" dirty="0" smtClean="0"/>
            </a:br>
            <a:endParaRPr lang="es-VE" sz="1600" dirty="0"/>
          </a:p>
        </p:txBody>
      </p:sp>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0" name="9 Diagrama"/>
          <p:cNvGraphicFramePr/>
          <p:nvPr/>
        </p:nvGraphicFramePr>
        <p:xfrm>
          <a:off x="785786" y="1142984"/>
          <a:ext cx="8001056" cy="442915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graphicFrame>
        <p:nvGraphicFramePr>
          <p:cNvPr id="12" name="11 Diagrama"/>
          <p:cNvGraphicFramePr/>
          <p:nvPr/>
        </p:nvGraphicFramePr>
        <p:xfrm>
          <a:off x="357158" y="2000240"/>
          <a:ext cx="8572560" cy="32147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9 CuadroTexto"/>
          <p:cNvSpPr txBox="1"/>
          <p:nvPr/>
        </p:nvSpPr>
        <p:spPr>
          <a:xfrm>
            <a:off x="642910" y="1643050"/>
            <a:ext cx="4500594" cy="369332"/>
          </a:xfrm>
          <a:prstGeom prst="rect">
            <a:avLst/>
          </a:prstGeom>
          <a:solidFill>
            <a:schemeClr val="bg2">
              <a:lumMod val="50000"/>
            </a:schemeClr>
          </a:solidFill>
        </p:spPr>
        <p:txBody>
          <a:bodyPr wrap="square" rtlCol="0">
            <a:spAutoFit/>
          </a:bodyPr>
          <a:lstStyle/>
          <a:p>
            <a:r>
              <a:rPr lang="es-VE" b="1" dirty="0" smtClean="0"/>
              <a:t>Compromiso Institucional</a:t>
            </a:r>
          </a:p>
        </p:txBody>
      </p:sp>
      <p:pic>
        <p:nvPicPr>
          <p:cNvPr id="11" name="Picture 2"/>
          <p:cNvPicPr>
            <a:picLocks noChangeAspect="1" noChangeArrowheads="1"/>
          </p:cNvPicPr>
          <p:nvPr/>
        </p:nvPicPr>
        <p:blipFill>
          <a:blip r:embed="rId10" cstate="print"/>
          <a:srcRect/>
          <a:stretch>
            <a:fillRect/>
          </a:stretch>
        </p:blipFill>
        <p:spPr bwMode="auto">
          <a:xfrm>
            <a:off x="2071670" y="214290"/>
            <a:ext cx="1143008" cy="1214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11"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3" name="12 Diagrama"/>
          <p:cNvGraphicFramePr/>
          <p:nvPr/>
        </p:nvGraphicFramePr>
        <p:xfrm>
          <a:off x="1000100" y="1397000"/>
          <a:ext cx="7286676"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sp>
        <p:nvSpPr>
          <p:cNvPr id="9" name="8 Título"/>
          <p:cNvSpPr>
            <a:spLocks noGrp="1"/>
          </p:cNvSpPr>
          <p:nvPr>
            <p:ph type="ctrTitle"/>
          </p:nvPr>
        </p:nvSpPr>
        <p:spPr>
          <a:xfrm>
            <a:off x="428596" y="785795"/>
            <a:ext cx="8501122" cy="4714907"/>
          </a:xfrm>
        </p:spPr>
        <p:txBody>
          <a:bodyPr>
            <a:normAutofit fontScale="90000"/>
          </a:bodyPr>
          <a:lstStyle/>
          <a:p>
            <a:pPr algn="just"/>
            <a:r>
              <a:rPr lang="es-VE" dirty="0" smtClean="0"/>
              <a:t/>
            </a:r>
            <a:br>
              <a:rPr lang="es-VE" dirty="0" smtClean="0"/>
            </a:br>
            <a:r>
              <a:rPr lang="es-VE" dirty="0" smtClean="0"/>
              <a:t/>
            </a:r>
            <a:br>
              <a:rPr lang="es-VE" dirty="0" smtClean="0"/>
            </a:br>
            <a:r>
              <a:rPr lang="es-VE" dirty="0" smtClean="0"/>
              <a:t/>
            </a:r>
            <a:br>
              <a:rPr lang="es-VE" dirty="0" smtClean="0"/>
            </a:br>
            <a:r>
              <a:rPr lang="es-VE" dirty="0" smtClean="0"/>
              <a:t/>
            </a:r>
            <a:br>
              <a:rPr lang="es-VE" dirty="0" smtClean="0"/>
            </a:br>
            <a:r>
              <a:rPr lang="es-VE" dirty="0" smtClean="0"/>
              <a:t/>
            </a:r>
            <a:br>
              <a:rPr lang="es-VE" dirty="0" smtClean="0"/>
            </a:br>
            <a:r>
              <a:rPr lang="es-VE" dirty="0" smtClean="0"/>
              <a:t/>
            </a:r>
            <a:br>
              <a:rPr lang="es-VE" dirty="0" smtClean="0"/>
            </a:br>
            <a:r>
              <a:rPr lang="es-VE" sz="2000" dirty="0" smtClean="0"/>
              <a:t/>
            </a:r>
            <a:br>
              <a:rPr lang="es-VE" sz="2000" dirty="0" smtClean="0"/>
            </a:br>
            <a:endParaRPr lang="es-VE" sz="2000" dirty="0"/>
          </a:p>
        </p:txBody>
      </p:sp>
      <p:graphicFrame>
        <p:nvGraphicFramePr>
          <p:cNvPr id="12" name="11 Diagrama"/>
          <p:cNvGraphicFramePr/>
          <p:nvPr/>
        </p:nvGraphicFramePr>
        <p:xfrm>
          <a:off x="500034" y="1428736"/>
          <a:ext cx="8286808" cy="378621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0" name="Picture 2"/>
          <p:cNvPicPr>
            <a:picLocks noChangeAspect="1" noChangeArrowheads="1"/>
          </p:cNvPicPr>
          <p:nvPr/>
        </p:nvPicPr>
        <p:blipFill>
          <a:blip r:embed="rId10" cstate="print"/>
          <a:srcRect/>
          <a:stretch>
            <a:fillRect/>
          </a:stretch>
        </p:blipFill>
        <p:spPr bwMode="auto">
          <a:xfrm>
            <a:off x="2071670" y="214290"/>
            <a:ext cx="1143008" cy="1214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2" name="11 Diagrama"/>
          <p:cNvGraphicFramePr/>
          <p:nvPr/>
        </p:nvGraphicFramePr>
        <p:xfrm>
          <a:off x="428596" y="1397000"/>
          <a:ext cx="8358246"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1" name="10 Diagrama"/>
          <p:cNvGraphicFramePr/>
          <p:nvPr/>
        </p:nvGraphicFramePr>
        <p:xfrm>
          <a:off x="1000100" y="1397000"/>
          <a:ext cx="7572428"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5495925" y="285728"/>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7"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pic>
        <p:nvPicPr>
          <p:cNvPr id="10" name="Imagen 3" descr="D:\Operador\Desktop\imagen de salud 1.jpg"/>
          <p:cNvPicPr>
            <a:picLocks noChangeAspect="1" noChangeArrowheads="1"/>
          </p:cNvPicPr>
          <p:nvPr/>
        </p:nvPicPr>
        <p:blipFill>
          <a:blip r:embed="rId6" cstate="print"/>
          <a:srcRect/>
          <a:stretch>
            <a:fillRect/>
          </a:stretch>
        </p:blipFill>
        <p:spPr bwMode="auto">
          <a:xfrm>
            <a:off x="3143240" y="785794"/>
            <a:ext cx="1214446" cy="666750"/>
          </a:xfrm>
          <a:prstGeom prst="rect">
            <a:avLst/>
          </a:prstGeom>
          <a:noFill/>
          <a:ln w="9525">
            <a:noFill/>
            <a:miter lim="800000"/>
            <a:headEnd/>
            <a:tailEnd/>
          </a:ln>
        </p:spPr>
      </p:pic>
      <p:pic>
        <p:nvPicPr>
          <p:cNvPr id="11" name="Imagen 1" descr="D:\Operador\Desktop\imagen de salud.jpg"/>
          <p:cNvPicPr>
            <a:picLocks noChangeAspect="1" noChangeArrowheads="1"/>
          </p:cNvPicPr>
          <p:nvPr/>
        </p:nvPicPr>
        <p:blipFill>
          <a:blip r:embed="rId7" cstate="print"/>
          <a:srcRect/>
          <a:stretch>
            <a:fillRect/>
          </a:stretch>
        </p:blipFill>
        <p:spPr bwMode="auto">
          <a:xfrm>
            <a:off x="4357686" y="785794"/>
            <a:ext cx="1171575" cy="704850"/>
          </a:xfrm>
          <a:prstGeom prst="rect">
            <a:avLst/>
          </a:prstGeom>
          <a:noFill/>
          <a:ln w="9525">
            <a:noFill/>
            <a:miter lim="800000"/>
            <a:headEnd/>
            <a:tailEnd/>
          </a:ln>
        </p:spPr>
      </p:pic>
      <p:graphicFrame>
        <p:nvGraphicFramePr>
          <p:cNvPr id="13" name="12 Diagrama"/>
          <p:cNvGraphicFramePr/>
          <p:nvPr/>
        </p:nvGraphicFramePr>
        <p:xfrm>
          <a:off x="857224" y="1397000"/>
          <a:ext cx="7715304"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sp>
        <p:nvSpPr>
          <p:cNvPr id="5122" name="AutoShape 2" descr="Debida Diligencia y Políticas Conozca a su Cliente y para evitar el  Blanqueo de Capitales: Cuánto es suficient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11"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3" name="12 Diagrama"/>
          <p:cNvGraphicFramePr/>
          <p:nvPr/>
        </p:nvGraphicFramePr>
        <p:xfrm>
          <a:off x="2071670" y="1397000"/>
          <a:ext cx="6715172"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1027" name="Picture 3"/>
          <p:cNvPicPr>
            <a:picLocks noChangeAspect="1" noChangeArrowheads="1"/>
          </p:cNvPicPr>
          <p:nvPr/>
        </p:nvPicPr>
        <p:blipFill>
          <a:blip r:embed="rId11" cstate="print"/>
          <a:srcRect/>
          <a:stretch>
            <a:fillRect/>
          </a:stretch>
        </p:blipFill>
        <p:spPr bwMode="auto">
          <a:xfrm>
            <a:off x="0" y="2357430"/>
            <a:ext cx="2071670" cy="20717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23" name="22 Diagrama"/>
          <p:cNvGraphicFramePr/>
          <p:nvPr/>
        </p:nvGraphicFramePr>
        <p:xfrm>
          <a:off x="1428728" y="1428736"/>
          <a:ext cx="7500990" cy="403226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24" name="Picture 3"/>
          <p:cNvPicPr>
            <a:picLocks noChangeAspect="1" noChangeArrowheads="1"/>
          </p:cNvPicPr>
          <p:nvPr/>
        </p:nvPicPr>
        <p:blipFill>
          <a:blip r:embed="rId11" cstate="print"/>
          <a:srcRect/>
          <a:stretch>
            <a:fillRect/>
          </a:stretch>
        </p:blipFill>
        <p:spPr bwMode="auto">
          <a:xfrm>
            <a:off x="0" y="2357430"/>
            <a:ext cx="1428728" cy="14287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pic>
        <p:nvPicPr>
          <p:cNvPr id="9"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graphicFrame>
        <p:nvGraphicFramePr>
          <p:cNvPr id="11" name="10 Diagrama"/>
          <p:cNvGraphicFramePr/>
          <p:nvPr/>
        </p:nvGraphicFramePr>
        <p:xfrm>
          <a:off x="714348" y="1397000"/>
          <a:ext cx="7858180"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5610" name="Picture 10" descr="C:\Users\contablidad\Desktop\descarga (1).jpg"/>
          <p:cNvPicPr>
            <a:picLocks noChangeAspect="1" noChangeArrowheads="1"/>
          </p:cNvPicPr>
          <p:nvPr/>
        </p:nvPicPr>
        <p:blipFill>
          <a:blip r:embed="rId3" cstate="print"/>
          <a:srcRect/>
          <a:stretch>
            <a:fillRect/>
          </a:stretch>
        </p:blipFill>
        <p:spPr bwMode="auto">
          <a:xfrm>
            <a:off x="4929190" y="214290"/>
            <a:ext cx="3648075" cy="1247775"/>
          </a:xfrm>
          <a:prstGeom prst="rect">
            <a:avLst/>
          </a:prstGeom>
          <a:noFill/>
        </p:spPr>
      </p:pic>
      <p:pic>
        <p:nvPicPr>
          <p:cNvPr id="25611" name="Imagen 4" descr="D:\Users\Operador\Desktop\CLINISALUD.jpg"/>
          <p:cNvPicPr>
            <a:picLocks noChangeAspect="1" noChangeArrowheads="1"/>
          </p:cNvPicPr>
          <p:nvPr/>
        </p:nvPicPr>
        <p:blipFill>
          <a:blip r:embed="rId4" cstate="print"/>
          <a:srcRect/>
          <a:stretch>
            <a:fillRect/>
          </a:stretch>
        </p:blipFill>
        <p:spPr bwMode="auto">
          <a:xfrm>
            <a:off x="214282" y="0"/>
            <a:ext cx="2000264" cy="1643050"/>
          </a:xfrm>
          <a:prstGeom prst="rect">
            <a:avLst/>
          </a:prstGeom>
          <a:noFill/>
          <a:ln w="9525">
            <a:noFill/>
            <a:miter lim="800000"/>
            <a:headEnd/>
            <a:tailEnd/>
          </a:ln>
        </p:spPr>
      </p:pic>
      <p:sp>
        <p:nvSpPr>
          <p:cNvPr id="8" name="7 Rectángulo"/>
          <p:cNvSpPr/>
          <p:nvPr/>
        </p:nvSpPr>
        <p:spPr>
          <a:xfrm>
            <a:off x="4572000" y="6072206"/>
            <a:ext cx="4572000" cy="646331"/>
          </a:xfrm>
          <a:prstGeom prst="rect">
            <a:avLst/>
          </a:prstGeom>
        </p:spPr>
        <p:txBody>
          <a:bodyPr>
            <a:spAutoFit/>
          </a:bodyPr>
          <a:lstStyle/>
          <a:p>
            <a:pPr algn="r"/>
            <a:r>
              <a:rPr lang="es-VE" b="1" dirty="0" smtClean="0">
                <a:latin typeface="Agency FB" pitchFamily="34" charset="0"/>
              </a:rPr>
              <a:t>18 años ofreciendo bienestar y servicios </a:t>
            </a:r>
          </a:p>
          <a:p>
            <a:pPr algn="r"/>
            <a:r>
              <a:rPr lang="es-VE" b="1" dirty="0" smtClean="0">
                <a:latin typeface="Agency FB" pitchFamily="34" charset="0"/>
              </a:rPr>
              <a:t>Porque su salud no es un gasto, es una sana inversión </a:t>
            </a:r>
            <a:endParaRPr lang="es-VE" b="1" dirty="0">
              <a:latin typeface="Agency FB" pitchFamily="34" charset="0"/>
            </a:endParaRPr>
          </a:p>
        </p:txBody>
      </p:sp>
      <p:sp>
        <p:nvSpPr>
          <p:cNvPr id="9" name="8 Título"/>
          <p:cNvSpPr>
            <a:spLocks noGrp="1"/>
          </p:cNvSpPr>
          <p:nvPr>
            <p:ph type="ctrTitle"/>
          </p:nvPr>
        </p:nvSpPr>
        <p:spPr>
          <a:xfrm>
            <a:off x="785786" y="1214422"/>
            <a:ext cx="7629524" cy="642942"/>
          </a:xfrm>
        </p:spPr>
        <p:txBody>
          <a:bodyPr>
            <a:noAutofit/>
          </a:bodyPr>
          <a:lstStyle/>
          <a:p>
            <a:pPr algn="ctr"/>
            <a:r>
              <a:rPr lang="es-VE" sz="2400" dirty="0" smtClean="0"/>
              <a:t/>
            </a:r>
            <a:br>
              <a:rPr lang="es-VE" sz="2400" dirty="0" smtClean="0"/>
            </a:br>
            <a:endParaRPr lang="es-VE" sz="2400" dirty="0"/>
          </a:p>
        </p:txBody>
      </p:sp>
      <p:pic>
        <p:nvPicPr>
          <p:cNvPr id="11" name="Picture 2"/>
          <p:cNvPicPr>
            <a:picLocks noChangeAspect="1" noChangeArrowheads="1"/>
          </p:cNvPicPr>
          <p:nvPr/>
        </p:nvPicPr>
        <p:blipFill>
          <a:blip r:embed="rId5" cstate="print"/>
          <a:srcRect/>
          <a:stretch>
            <a:fillRect/>
          </a:stretch>
        </p:blipFill>
        <p:spPr bwMode="auto">
          <a:xfrm>
            <a:off x="2071670" y="214290"/>
            <a:ext cx="1143008" cy="1214446"/>
          </a:xfrm>
          <a:prstGeom prst="rect">
            <a:avLst/>
          </a:prstGeom>
          <a:noFill/>
          <a:ln w="9525">
            <a:noFill/>
            <a:miter lim="800000"/>
            <a:headEnd/>
            <a:tailEnd/>
          </a:ln>
          <a:effectLst/>
        </p:spPr>
      </p:pic>
      <p:sp>
        <p:nvSpPr>
          <p:cNvPr id="3074" name="AutoShape 2" descr="gracias por su atenc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3075" name="Picture 3" descr="C:\Users\contablidad\Desktop\gracias-por-su-atencion-4-300x169.jpg"/>
          <p:cNvPicPr>
            <a:picLocks noChangeAspect="1" noChangeArrowheads="1"/>
          </p:cNvPicPr>
          <p:nvPr/>
        </p:nvPicPr>
        <p:blipFill>
          <a:blip r:embed="rId6" cstate="print"/>
          <a:srcRect/>
          <a:stretch>
            <a:fillRect/>
          </a:stretch>
        </p:blipFill>
        <p:spPr bwMode="auto">
          <a:xfrm>
            <a:off x="0" y="1571612"/>
            <a:ext cx="9144000" cy="357190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urrencia">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2561</TotalTime>
  <Words>2566</Words>
  <Application>Microsoft Office PowerPoint</Application>
  <PresentationFormat>Presentación en pantalla (4:3)</PresentationFormat>
  <Paragraphs>286</Paragraphs>
  <Slides>45</Slides>
  <Notes>25</Notes>
  <HiddenSlides>0</HiddenSlides>
  <MMClips>0</MMClips>
  <ScaleCrop>false</ScaleCrop>
  <HeadingPairs>
    <vt:vector size="4" baseType="variant">
      <vt:variant>
        <vt:lpstr>Tema</vt:lpstr>
      </vt:variant>
      <vt:variant>
        <vt:i4>1</vt:i4>
      </vt:variant>
      <vt:variant>
        <vt:lpstr>Títulos de diapositiva</vt:lpstr>
      </vt:variant>
      <vt:variant>
        <vt:i4>45</vt:i4>
      </vt:variant>
    </vt:vector>
  </HeadingPairs>
  <TitlesOfParts>
    <vt:vector size="46" baseType="lpstr">
      <vt:lpstr>Concurrencia</vt:lpstr>
      <vt:lpstr>   </vt:lpstr>
      <vt:lpstr>   </vt:lpstr>
      <vt:lpstr>   </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        </vt:lpstr>
      <vt:lpstr>  </vt:lpstr>
      <vt:lpstr>  </vt:lpstr>
      <vt:lpstr>Diapositiva 20</vt:lpstr>
      <vt:lpstr>  </vt:lpstr>
      <vt:lpstr>  </vt:lpstr>
      <vt:lpstr>  </vt:lpstr>
      <vt:lpstr>  </vt:lpstr>
      <vt:lpstr>  </vt:lpstr>
      <vt:lpstr>Diapositiva 26</vt:lpstr>
      <vt:lpstr>Diapositiva 27</vt:lpstr>
      <vt:lpstr>  El SIAR LC/FT/FPADM estará compuesto por:   </vt:lpstr>
      <vt:lpstr>Diapositiva 29</vt:lpstr>
      <vt:lpstr>Diapositiva 30</vt:lpstr>
      <vt:lpstr>Diapositiva 31</vt:lpstr>
      <vt:lpstr>Diapositiva 32</vt:lpstr>
      <vt:lpstr>Diapositiva 33</vt:lpstr>
      <vt:lpstr>       </vt:lpstr>
      <vt:lpstr>       </vt:lpstr>
      <vt:lpstr>Diapositiva 36</vt:lpstr>
      <vt:lpstr>Diapositiva 37</vt:lpstr>
      <vt:lpstr>       </vt:lpstr>
      <vt:lpstr>Diapositiva 39</vt:lpstr>
      <vt:lpstr>Diapositiva 40</vt:lpstr>
      <vt:lpstr>Diapositiva 41</vt:lpstr>
      <vt:lpstr>Diapositiva 42</vt:lpstr>
      <vt:lpstr>Diapositiva 43</vt:lpstr>
      <vt:lpstr>Diapositiva 44</vt:lpstr>
      <vt:lpstr>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PROVIDENCIA ADMINISTRATIVA N°SAA-8-004-2021 DE LA SUPERINTENDENCIA DE LA ACTIVIDAD ASEGURADORA MEDIANTE LA CUAL SE DICTAN LAS NORMAS SOBRE ADMINISTRACIÓN DE RIESGOS DE LEGITIMACIÓN DE CAPITALES, FINANCIAMIENTO AL TERRORISMO Y FINANCIAMIENTO DE LA PROLIFERACIÓN DE ARMAS DE DESTRUCCIÓN MASIVA EN LA ACTIVIDAD ASEGURADORA</dc:title>
  <dc:creator>contablidad</dc:creator>
  <cp:lastModifiedBy>contablidad</cp:lastModifiedBy>
  <cp:revision>405</cp:revision>
  <dcterms:created xsi:type="dcterms:W3CDTF">2023-01-24T15:57:29Z</dcterms:created>
  <dcterms:modified xsi:type="dcterms:W3CDTF">2023-03-06T20:13:55Z</dcterms:modified>
</cp:coreProperties>
</file>